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wav" ContentType="audio/wav"/>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1" r:id="rId1"/>
  </p:sldMasterIdLst>
  <p:notesMasterIdLst>
    <p:notesMasterId r:id="rId121"/>
  </p:notesMasterIdLst>
  <p:handoutMasterIdLst>
    <p:handoutMasterId r:id="rId122"/>
  </p:handoutMasterIdLst>
  <p:sldIdLst>
    <p:sldId id="263" r:id="rId2"/>
    <p:sldId id="414" r:id="rId3"/>
    <p:sldId id="415" r:id="rId4"/>
    <p:sldId id="419" r:id="rId5"/>
    <p:sldId id="421" r:id="rId6"/>
    <p:sldId id="416" r:id="rId7"/>
    <p:sldId id="417" r:id="rId8"/>
    <p:sldId id="422" r:id="rId9"/>
    <p:sldId id="423" r:id="rId10"/>
    <p:sldId id="424" r:id="rId11"/>
    <p:sldId id="431" r:id="rId12"/>
    <p:sldId id="430" r:id="rId13"/>
    <p:sldId id="425" r:id="rId14"/>
    <p:sldId id="432" r:id="rId15"/>
    <p:sldId id="433" r:id="rId16"/>
    <p:sldId id="434" r:id="rId17"/>
    <p:sldId id="426" r:id="rId18"/>
    <p:sldId id="435" r:id="rId19"/>
    <p:sldId id="436" r:id="rId20"/>
    <p:sldId id="427" r:id="rId21"/>
    <p:sldId id="437" r:id="rId22"/>
    <p:sldId id="428" r:id="rId23"/>
    <p:sldId id="438" r:id="rId24"/>
    <p:sldId id="429" r:id="rId25"/>
    <p:sldId id="439" r:id="rId26"/>
    <p:sldId id="441" r:id="rId27"/>
    <p:sldId id="418" r:id="rId28"/>
    <p:sldId id="440" r:id="rId29"/>
    <p:sldId id="442" r:id="rId30"/>
    <p:sldId id="547" r:id="rId31"/>
    <p:sldId id="548" r:id="rId32"/>
    <p:sldId id="447" r:id="rId33"/>
    <p:sldId id="450" r:id="rId34"/>
    <p:sldId id="449" r:id="rId35"/>
    <p:sldId id="451" r:id="rId36"/>
    <p:sldId id="452" r:id="rId37"/>
    <p:sldId id="467" r:id="rId38"/>
    <p:sldId id="453" r:id="rId39"/>
    <p:sldId id="463" r:id="rId40"/>
    <p:sldId id="454" r:id="rId41"/>
    <p:sldId id="455" r:id="rId42"/>
    <p:sldId id="464" r:id="rId43"/>
    <p:sldId id="465" r:id="rId44"/>
    <p:sldId id="466" r:id="rId45"/>
    <p:sldId id="456" r:id="rId46"/>
    <p:sldId id="468" r:id="rId47"/>
    <p:sldId id="469" r:id="rId48"/>
    <p:sldId id="549" r:id="rId49"/>
    <p:sldId id="550" r:id="rId50"/>
    <p:sldId id="551" r:id="rId51"/>
    <p:sldId id="552" r:id="rId52"/>
    <p:sldId id="457" r:id="rId53"/>
    <p:sldId id="470" r:id="rId54"/>
    <p:sldId id="471" r:id="rId55"/>
    <p:sldId id="472" r:id="rId56"/>
    <p:sldId id="479" r:id="rId57"/>
    <p:sldId id="478" r:id="rId58"/>
    <p:sldId id="473" r:id="rId59"/>
    <p:sldId id="474" r:id="rId60"/>
    <p:sldId id="553" r:id="rId61"/>
    <p:sldId id="475" r:id="rId62"/>
    <p:sldId id="481" r:id="rId63"/>
    <p:sldId id="482" r:id="rId64"/>
    <p:sldId id="484" r:id="rId65"/>
    <p:sldId id="476" r:id="rId66"/>
    <p:sldId id="483" r:id="rId67"/>
    <p:sldId id="485" r:id="rId68"/>
    <p:sldId id="487" r:id="rId69"/>
    <p:sldId id="488" r:id="rId70"/>
    <p:sldId id="489" r:id="rId71"/>
    <p:sldId id="490" r:id="rId72"/>
    <p:sldId id="491" r:id="rId73"/>
    <p:sldId id="492" r:id="rId74"/>
    <p:sldId id="496" r:id="rId75"/>
    <p:sldId id="497" r:id="rId76"/>
    <p:sldId id="495" r:id="rId77"/>
    <p:sldId id="498" r:id="rId78"/>
    <p:sldId id="477" r:id="rId79"/>
    <p:sldId id="499" r:id="rId80"/>
    <p:sldId id="503" r:id="rId81"/>
    <p:sldId id="501" r:id="rId82"/>
    <p:sldId id="504" r:id="rId83"/>
    <p:sldId id="509" r:id="rId84"/>
    <p:sldId id="505" r:id="rId85"/>
    <p:sldId id="508" r:id="rId86"/>
    <p:sldId id="506" r:id="rId87"/>
    <p:sldId id="507" r:id="rId88"/>
    <p:sldId id="510" r:id="rId89"/>
    <p:sldId id="512" r:id="rId90"/>
    <p:sldId id="516" r:id="rId91"/>
    <p:sldId id="517" r:id="rId92"/>
    <p:sldId id="522" r:id="rId93"/>
    <p:sldId id="518" r:id="rId94"/>
    <p:sldId id="523" r:id="rId95"/>
    <p:sldId id="519" r:id="rId96"/>
    <p:sldId id="524" r:id="rId97"/>
    <p:sldId id="520" r:id="rId98"/>
    <p:sldId id="525" r:id="rId99"/>
    <p:sldId id="526" r:id="rId100"/>
    <p:sldId id="527" r:id="rId101"/>
    <p:sldId id="513" r:id="rId102"/>
    <p:sldId id="528" r:id="rId103"/>
    <p:sldId id="530" r:id="rId104"/>
    <p:sldId id="532" r:id="rId105"/>
    <p:sldId id="531" r:id="rId106"/>
    <p:sldId id="514" r:id="rId107"/>
    <p:sldId id="533" r:id="rId108"/>
    <p:sldId id="534" r:id="rId109"/>
    <p:sldId id="535" r:id="rId110"/>
    <p:sldId id="537" r:id="rId111"/>
    <p:sldId id="538" r:id="rId112"/>
    <p:sldId id="539" r:id="rId113"/>
    <p:sldId id="540" r:id="rId114"/>
    <p:sldId id="541" r:id="rId115"/>
    <p:sldId id="542" r:id="rId116"/>
    <p:sldId id="515" r:id="rId117"/>
    <p:sldId id="543" r:id="rId118"/>
    <p:sldId id="544" r:id="rId119"/>
    <p:sldId id="545" r:id="rId120"/>
  </p:sldIdLst>
  <p:sldSz cx="9144000" cy="6858000" type="screen4x3"/>
  <p:notesSz cx="6858000" cy="9144000"/>
  <p:defaultTextStyle>
    <a:defPPr>
      <a:defRPr lang="en-US"/>
    </a:defPPr>
    <a:lvl1pPr algn="l" rtl="0" fontAlgn="base">
      <a:spcBef>
        <a:spcPct val="20000"/>
      </a:spcBef>
      <a:spcAft>
        <a:spcPct val="0"/>
      </a:spcAft>
      <a:buClr>
        <a:schemeClr val="tx1"/>
      </a:buClr>
      <a:buFont typeface="Wingdings" pitchFamily="2" charset="2"/>
      <a:defRPr kumimoji="1" sz="3200" kern="1200">
        <a:solidFill>
          <a:schemeClr val="tx1"/>
        </a:solidFill>
        <a:latin typeface="Comic Sans MS" pitchFamily="66" charset="0"/>
        <a:ea typeface="宋体" charset="-122"/>
        <a:cs typeface="+mn-cs"/>
      </a:defRPr>
    </a:lvl1pPr>
    <a:lvl2pPr marL="457200" algn="l" rtl="0" fontAlgn="base">
      <a:spcBef>
        <a:spcPct val="20000"/>
      </a:spcBef>
      <a:spcAft>
        <a:spcPct val="0"/>
      </a:spcAft>
      <a:buClr>
        <a:schemeClr val="tx1"/>
      </a:buClr>
      <a:buFont typeface="Wingdings" pitchFamily="2" charset="2"/>
      <a:defRPr kumimoji="1" sz="3200" kern="1200">
        <a:solidFill>
          <a:schemeClr val="tx1"/>
        </a:solidFill>
        <a:latin typeface="Comic Sans MS" pitchFamily="66" charset="0"/>
        <a:ea typeface="宋体" charset="-122"/>
        <a:cs typeface="+mn-cs"/>
      </a:defRPr>
    </a:lvl2pPr>
    <a:lvl3pPr marL="914400" algn="l" rtl="0" fontAlgn="base">
      <a:spcBef>
        <a:spcPct val="20000"/>
      </a:spcBef>
      <a:spcAft>
        <a:spcPct val="0"/>
      </a:spcAft>
      <a:buClr>
        <a:schemeClr val="tx1"/>
      </a:buClr>
      <a:buFont typeface="Wingdings" pitchFamily="2" charset="2"/>
      <a:defRPr kumimoji="1" sz="3200" kern="1200">
        <a:solidFill>
          <a:schemeClr val="tx1"/>
        </a:solidFill>
        <a:latin typeface="Comic Sans MS" pitchFamily="66" charset="0"/>
        <a:ea typeface="宋体" charset="-122"/>
        <a:cs typeface="+mn-cs"/>
      </a:defRPr>
    </a:lvl3pPr>
    <a:lvl4pPr marL="1371600" algn="l" rtl="0" fontAlgn="base">
      <a:spcBef>
        <a:spcPct val="20000"/>
      </a:spcBef>
      <a:spcAft>
        <a:spcPct val="0"/>
      </a:spcAft>
      <a:buClr>
        <a:schemeClr val="tx1"/>
      </a:buClr>
      <a:buFont typeface="Wingdings" pitchFamily="2" charset="2"/>
      <a:defRPr kumimoji="1" sz="3200" kern="1200">
        <a:solidFill>
          <a:schemeClr val="tx1"/>
        </a:solidFill>
        <a:latin typeface="Comic Sans MS" pitchFamily="66" charset="0"/>
        <a:ea typeface="宋体" charset="-122"/>
        <a:cs typeface="+mn-cs"/>
      </a:defRPr>
    </a:lvl4pPr>
    <a:lvl5pPr marL="1828800" algn="l" rtl="0" fontAlgn="base">
      <a:spcBef>
        <a:spcPct val="20000"/>
      </a:spcBef>
      <a:spcAft>
        <a:spcPct val="0"/>
      </a:spcAft>
      <a:buClr>
        <a:schemeClr val="tx1"/>
      </a:buClr>
      <a:buFont typeface="Wingdings" pitchFamily="2" charset="2"/>
      <a:defRPr kumimoji="1" sz="3200" kern="1200">
        <a:solidFill>
          <a:schemeClr val="tx1"/>
        </a:solidFill>
        <a:latin typeface="Comic Sans MS" pitchFamily="66" charset="0"/>
        <a:ea typeface="宋体" charset="-122"/>
        <a:cs typeface="+mn-cs"/>
      </a:defRPr>
    </a:lvl5pPr>
    <a:lvl6pPr marL="2286000" algn="l" defTabSz="914400" rtl="0" eaLnBrk="1" latinLnBrk="0" hangingPunct="1">
      <a:defRPr kumimoji="1" sz="3200" kern="1200">
        <a:solidFill>
          <a:schemeClr val="tx1"/>
        </a:solidFill>
        <a:latin typeface="Comic Sans MS" pitchFamily="66" charset="0"/>
        <a:ea typeface="宋体" charset="-122"/>
        <a:cs typeface="+mn-cs"/>
      </a:defRPr>
    </a:lvl6pPr>
    <a:lvl7pPr marL="2743200" algn="l" defTabSz="914400" rtl="0" eaLnBrk="1" latinLnBrk="0" hangingPunct="1">
      <a:defRPr kumimoji="1" sz="3200" kern="1200">
        <a:solidFill>
          <a:schemeClr val="tx1"/>
        </a:solidFill>
        <a:latin typeface="Comic Sans MS" pitchFamily="66" charset="0"/>
        <a:ea typeface="宋体" charset="-122"/>
        <a:cs typeface="+mn-cs"/>
      </a:defRPr>
    </a:lvl7pPr>
    <a:lvl8pPr marL="3200400" algn="l" defTabSz="914400" rtl="0" eaLnBrk="1" latinLnBrk="0" hangingPunct="1">
      <a:defRPr kumimoji="1" sz="3200" kern="1200">
        <a:solidFill>
          <a:schemeClr val="tx1"/>
        </a:solidFill>
        <a:latin typeface="Comic Sans MS" pitchFamily="66" charset="0"/>
        <a:ea typeface="宋体" charset="-122"/>
        <a:cs typeface="+mn-cs"/>
      </a:defRPr>
    </a:lvl8pPr>
    <a:lvl9pPr marL="3657600" algn="l" defTabSz="914400" rtl="0" eaLnBrk="1" latinLnBrk="0" hangingPunct="1">
      <a:defRPr kumimoji="1" sz="3200" kern="1200">
        <a:solidFill>
          <a:schemeClr val="tx1"/>
        </a:solidFill>
        <a:latin typeface="Comic Sans MS" pitchFamily="66" charset="0"/>
        <a:ea typeface="宋体"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0000CC"/>
    <a:srgbClr val="3333FF"/>
    <a:srgbClr val="0099FF"/>
    <a:srgbClr val="009900"/>
    <a:srgbClr val="99FF66"/>
    <a:srgbClr val="FF0000"/>
    <a:srgbClr val="FFFF00"/>
    <a:srgbClr val="E3E38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2" autoAdjust="0"/>
    <p:restoredTop sz="94712" autoAdjust="0"/>
  </p:normalViewPr>
  <p:slideViewPr>
    <p:cSldViewPr snapToObjects="1">
      <p:cViewPr varScale="1">
        <p:scale>
          <a:sx n="110" d="100"/>
          <a:sy n="110" d="100"/>
        </p:scale>
        <p:origin x="-1542" y="-7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3054"/>
    </p:cViewPr>
  </p:sorterViewPr>
  <p:notesViewPr>
    <p:cSldViewPr snapToObjects="1">
      <p:cViewPr varScale="1">
        <p:scale>
          <a:sx n="78" d="100"/>
          <a:sy n="78" d="100"/>
        </p:scale>
        <p:origin x="-2022" y="-8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slide" Target="slides/slide112.xml"/><Relationship Id="rId118" Type="http://schemas.openxmlformats.org/officeDocument/2006/relationships/slide" Target="slides/slide117.xml"/><Relationship Id="rId12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8.wmf"/><Relationship Id="rId1" Type="http://schemas.openxmlformats.org/officeDocument/2006/relationships/image" Target="../media/image7.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3.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5.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66"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spcBef>
                <a:spcPct val="0"/>
              </a:spcBef>
              <a:buClrTx/>
              <a:buFontTx/>
              <a:buNone/>
              <a:defRPr sz="1200">
                <a:latin typeface="Times New Roman" pitchFamily="18" charset="0"/>
                <a:ea typeface="宋体" pitchFamily="2" charset="-122"/>
              </a:defRPr>
            </a:lvl1pPr>
          </a:lstStyle>
          <a:p>
            <a:pPr>
              <a:defRPr/>
            </a:pPr>
            <a:endParaRPr lang="zh-CN" altLang="en-US"/>
          </a:p>
        </p:txBody>
      </p:sp>
      <p:sp>
        <p:nvSpPr>
          <p:cNvPr id="11267" name="Rectangle 3"/>
          <p:cNvSpPr>
            <a:spLocks noGrp="1" noChangeArrowheads="1"/>
          </p:cNvSpPr>
          <p:nvPr>
            <p:ph type="dt" sz="quarter"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spcBef>
                <a:spcPct val="0"/>
              </a:spcBef>
              <a:buClrTx/>
              <a:buFontTx/>
              <a:buNone/>
              <a:defRPr sz="1200">
                <a:latin typeface="Times New Roman" pitchFamily="18" charset="0"/>
                <a:ea typeface="宋体" pitchFamily="2" charset="-122"/>
              </a:defRPr>
            </a:lvl1pPr>
          </a:lstStyle>
          <a:p>
            <a:pPr>
              <a:defRPr/>
            </a:pPr>
            <a:endParaRPr lang="en-US" altLang="zh-CN"/>
          </a:p>
        </p:txBody>
      </p:sp>
      <p:sp>
        <p:nvSpPr>
          <p:cNvPr id="11268" name="Rectangle 4"/>
          <p:cNvSpPr>
            <a:spLocks noGrp="1" noChangeArrowheads="1"/>
          </p:cNvSpPr>
          <p:nvPr>
            <p:ph type="ftr" sz="quarter" idx="2"/>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spcBef>
                <a:spcPct val="0"/>
              </a:spcBef>
              <a:buClrTx/>
              <a:buFontTx/>
              <a:buNone/>
              <a:defRPr sz="1200">
                <a:latin typeface="Times New Roman" pitchFamily="18" charset="0"/>
                <a:ea typeface="宋体" pitchFamily="2" charset="-122"/>
              </a:defRPr>
            </a:lvl1pPr>
          </a:lstStyle>
          <a:p>
            <a:pPr>
              <a:defRPr/>
            </a:pPr>
            <a:endParaRPr lang="en-US" altLang="zh-CN"/>
          </a:p>
        </p:txBody>
      </p:sp>
      <p:sp>
        <p:nvSpPr>
          <p:cNvPr id="11269" name="Rectangle 5"/>
          <p:cNvSpPr>
            <a:spLocks noGrp="1" noChangeArrowheads="1"/>
          </p:cNvSpPr>
          <p:nvPr>
            <p:ph type="sldNum" sz="quarter" idx="3"/>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spcBef>
                <a:spcPct val="0"/>
              </a:spcBef>
              <a:buClrTx/>
              <a:buFontTx/>
              <a:buNone/>
              <a:defRPr sz="1200">
                <a:latin typeface="Times New Roman" pitchFamily="18" charset="0"/>
                <a:ea typeface="宋体" pitchFamily="2" charset="-122"/>
              </a:defRPr>
            </a:lvl1pPr>
          </a:lstStyle>
          <a:p>
            <a:pPr>
              <a:defRPr/>
            </a:pPr>
            <a:fld id="{50A7701E-F292-4F7D-8A3A-4934EB3E7FAD}" type="slidenum">
              <a:rPr lang="zh-CN" altLang="en-US"/>
              <a:pPr>
                <a:defRPr/>
              </a:pPr>
              <a:t>‹#›</a:t>
            </a:fld>
            <a:endParaRPr lang="en-US" altLang="zh-CN"/>
          </a:p>
        </p:txBody>
      </p:sp>
    </p:spTree>
    <p:extLst>
      <p:ext uri="{BB962C8B-B14F-4D97-AF65-F5344CB8AC3E}">
        <p14:creationId xmlns:p14="http://schemas.microsoft.com/office/powerpoint/2010/main" val="22076657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14"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spcBef>
                <a:spcPct val="0"/>
              </a:spcBef>
              <a:buClrTx/>
              <a:buFontTx/>
              <a:buNone/>
              <a:defRPr sz="1200">
                <a:latin typeface="Times New Roman" pitchFamily="18" charset="0"/>
                <a:ea typeface="宋体" pitchFamily="2" charset="-122"/>
              </a:defRPr>
            </a:lvl1pPr>
          </a:lstStyle>
          <a:p>
            <a:pPr>
              <a:defRPr/>
            </a:pPr>
            <a:endParaRPr lang="zh-CN" altLang="en-US"/>
          </a:p>
        </p:txBody>
      </p:sp>
      <p:sp>
        <p:nvSpPr>
          <p:cNvPr id="13315" name="Rectangle 3"/>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spcBef>
                <a:spcPct val="0"/>
              </a:spcBef>
              <a:buClrTx/>
              <a:buFontTx/>
              <a:buNone/>
              <a:defRPr sz="1200">
                <a:latin typeface="Times New Roman" pitchFamily="18" charset="0"/>
                <a:ea typeface="宋体" pitchFamily="2" charset="-122"/>
              </a:defRPr>
            </a:lvl1pPr>
          </a:lstStyle>
          <a:p>
            <a:pPr>
              <a:defRPr/>
            </a:pPr>
            <a:endParaRPr lang="en-US" altLang="zh-CN"/>
          </a:p>
        </p:txBody>
      </p:sp>
      <p:sp>
        <p:nvSpPr>
          <p:cNvPr id="12390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3317" name="Rectangle 5"/>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13318" name="Rectangle 6"/>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spcBef>
                <a:spcPct val="0"/>
              </a:spcBef>
              <a:buClrTx/>
              <a:buFontTx/>
              <a:buNone/>
              <a:defRPr sz="1200">
                <a:latin typeface="Times New Roman" pitchFamily="18" charset="0"/>
                <a:ea typeface="宋体" pitchFamily="2" charset="-122"/>
              </a:defRPr>
            </a:lvl1pPr>
          </a:lstStyle>
          <a:p>
            <a:pPr>
              <a:defRPr/>
            </a:pPr>
            <a:endParaRPr lang="en-US" altLang="zh-CN"/>
          </a:p>
        </p:txBody>
      </p:sp>
      <p:sp>
        <p:nvSpPr>
          <p:cNvPr id="13319" name="Rectangle 7"/>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spcBef>
                <a:spcPct val="0"/>
              </a:spcBef>
              <a:buClrTx/>
              <a:buFontTx/>
              <a:buNone/>
              <a:defRPr sz="1200">
                <a:latin typeface="Times New Roman" pitchFamily="18" charset="0"/>
                <a:ea typeface="宋体" pitchFamily="2" charset="-122"/>
              </a:defRPr>
            </a:lvl1pPr>
          </a:lstStyle>
          <a:p>
            <a:pPr>
              <a:defRPr/>
            </a:pPr>
            <a:fld id="{ECA8A68C-584A-4AC4-8927-D003308B03ED}" type="slidenum">
              <a:rPr lang="zh-CN" altLang="en-US"/>
              <a:pPr>
                <a:defRPr/>
              </a:pPr>
              <a:t>‹#›</a:t>
            </a:fld>
            <a:endParaRPr lang="en-US" altLang="zh-CN"/>
          </a:p>
        </p:txBody>
      </p:sp>
    </p:spTree>
    <p:extLst>
      <p:ext uri="{BB962C8B-B14F-4D97-AF65-F5344CB8AC3E}">
        <p14:creationId xmlns:p14="http://schemas.microsoft.com/office/powerpoint/2010/main" val="362229869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7"/>
          <p:cNvSpPr>
            <a:spLocks noGrp="1" noChangeArrowheads="1"/>
          </p:cNvSpPr>
          <p:nvPr>
            <p:ph type="sldNum" sz="quarter" idx="5"/>
          </p:nvPr>
        </p:nvSpPr>
        <p:spPr>
          <a:noFill/>
        </p:spPr>
        <p:txBody>
          <a:bodyPr/>
          <a:lstStyle>
            <a:lvl1pPr eaLnBrk="0" hangingPunct="0">
              <a:spcBef>
                <a:spcPct val="30000"/>
              </a:spcBef>
              <a:defRPr kumimoji="1" sz="1200">
                <a:solidFill>
                  <a:schemeClr val="tx1"/>
                </a:solidFill>
                <a:latin typeface="Times New Roman" pitchFamily="18" charset="0"/>
                <a:ea typeface="宋体" charset="-122"/>
              </a:defRPr>
            </a:lvl1pPr>
            <a:lvl2pPr marL="742950" indent="-285750" eaLnBrk="0" hangingPunct="0">
              <a:spcBef>
                <a:spcPct val="30000"/>
              </a:spcBef>
              <a:defRPr kumimoji="1" sz="1200">
                <a:solidFill>
                  <a:schemeClr val="tx1"/>
                </a:solidFill>
                <a:latin typeface="Times New Roman" pitchFamily="18" charset="0"/>
                <a:ea typeface="宋体" charset="-122"/>
              </a:defRPr>
            </a:lvl2pPr>
            <a:lvl3pPr marL="1143000" indent="-228600" eaLnBrk="0" hangingPunct="0">
              <a:spcBef>
                <a:spcPct val="30000"/>
              </a:spcBef>
              <a:defRPr kumimoji="1" sz="1200">
                <a:solidFill>
                  <a:schemeClr val="tx1"/>
                </a:solidFill>
                <a:latin typeface="Times New Roman" pitchFamily="18" charset="0"/>
                <a:ea typeface="宋体" charset="-122"/>
              </a:defRPr>
            </a:lvl3pPr>
            <a:lvl4pPr marL="1600200" indent="-228600" eaLnBrk="0" hangingPunct="0">
              <a:spcBef>
                <a:spcPct val="30000"/>
              </a:spcBef>
              <a:defRPr kumimoji="1" sz="1200">
                <a:solidFill>
                  <a:schemeClr val="tx1"/>
                </a:solidFill>
                <a:latin typeface="Times New Roman" pitchFamily="18" charset="0"/>
                <a:ea typeface="宋体" charset="-122"/>
              </a:defRPr>
            </a:lvl4pPr>
            <a:lvl5pPr marL="2057400" indent="-228600" eaLnBrk="0" hangingPunct="0">
              <a:spcBef>
                <a:spcPct val="30000"/>
              </a:spcBef>
              <a:defRPr kumimoji="1" sz="1200">
                <a:solidFill>
                  <a:schemeClr val="tx1"/>
                </a:solidFill>
                <a:latin typeface="Times New Roman" pitchFamily="18" charset="0"/>
                <a:ea typeface="宋体" charset="-122"/>
              </a:defRPr>
            </a:lvl5pPr>
            <a:lvl6pPr marL="2514600" indent="-228600" eaLnBrk="0" fontAlgn="base" hangingPunct="0">
              <a:spcBef>
                <a:spcPct val="30000"/>
              </a:spcBef>
              <a:spcAft>
                <a:spcPct val="0"/>
              </a:spcAft>
              <a:defRPr kumimoji="1" sz="1200">
                <a:solidFill>
                  <a:schemeClr val="tx1"/>
                </a:solidFill>
                <a:latin typeface="Times New Roman" pitchFamily="18" charset="0"/>
                <a:ea typeface="宋体" charset="-122"/>
              </a:defRPr>
            </a:lvl6pPr>
            <a:lvl7pPr marL="2971800" indent="-228600" eaLnBrk="0" fontAlgn="base" hangingPunct="0">
              <a:spcBef>
                <a:spcPct val="30000"/>
              </a:spcBef>
              <a:spcAft>
                <a:spcPct val="0"/>
              </a:spcAft>
              <a:defRPr kumimoji="1" sz="1200">
                <a:solidFill>
                  <a:schemeClr val="tx1"/>
                </a:solidFill>
                <a:latin typeface="Times New Roman" pitchFamily="18" charset="0"/>
                <a:ea typeface="宋体" charset="-122"/>
              </a:defRPr>
            </a:lvl7pPr>
            <a:lvl8pPr marL="3429000" indent="-228600" eaLnBrk="0" fontAlgn="base" hangingPunct="0">
              <a:spcBef>
                <a:spcPct val="30000"/>
              </a:spcBef>
              <a:spcAft>
                <a:spcPct val="0"/>
              </a:spcAft>
              <a:defRPr kumimoji="1" sz="1200">
                <a:solidFill>
                  <a:schemeClr val="tx1"/>
                </a:solidFill>
                <a:latin typeface="Times New Roman" pitchFamily="18" charset="0"/>
                <a:ea typeface="宋体" charset="-122"/>
              </a:defRPr>
            </a:lvl8pPr>
            <a:lvl9pPr marL="3886200" indent="-228600" eaLnBrk="0" fontAlgn="base" hangingPunct="0">
              <a:spcBef>
                <a:spcPct val="30000"/>
              </a:spcBef>
              <a:spcAft>
                <a:spcPct val="0"/>
              </a:spcAft>
              <a:defRPr kumimoji="1" sz="1200">
                <a:solidFill>
                  <a:schemeClr val="tx1"/>
                </a:solidFill>
                <a:latin typeface="Times New Roman" pitchFamily="18" charset="0"/>
                <a:ea typeface="宋体" charset="-122"/>
              </a:defRPr>
            </a:lvl9pPr>
          </a:lstStyle>
          <a:p>
            <a:pPr eaLnBrk="1" hangingPunct="1">
              <a:spcBef>
                <a:spcPct val="0"/>
              </a:spcBef>
            </a:pPr>
            <a:fld id="{8A39B76A-6C02-4D41-8144-3092BEEA9344}" type="slidenum">
              <a:rPr lang="zh-CN" altLang="en-US" smtClean="0"/>
              <a:pPr eaLnBrk="1" hangingPunct="1">
                <a:spcBef>
                  <a:spcPct val="0"/>
                </a:spcBef>
              </a:pPr>
              <a:t>74</a:t>
            </a:fld>
            <a:endParaRPr lang="en-US" altLang="zh-CN" smtClean="0"/>
          </a:p>
        </p:txBody>
      </p:sp>
      <p:sp>
        <p:nvSpPr>
          <p:cNvPr id="124931" name="Rectangle 2"/>
          <p:cNvSpPr>
            <a:spLocks noGrp="1" noRot="1" noChangeAspect="1" noChangeArrowheads="1" noTextEdit="1"/>
          </p:cNvSpPr>
          <p:nvPr>
            <p:ph type="sldImg"/>
          </p:nvPr>
        </p:nvSpPr>
        <p:spPr>
          <a:solidFill>
            <a:srgbClr val="FFFFFF"/>
          </a:solidFill>
          <a:ln/>
        </p:spPr>
      </p:sp>
      <p:sp>
        <p:nvSpPr>
          <p:cNvPr id="124932"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endParaRPr lang="zh-CN" altLang="en-US" smtClean="0">
              <a:ea typeface="宋体"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7"/>
          <p:cNvSpPr>
            <a:spLocks noGrp="1" noChangeArrowheads="1"/>
          </p:cNvSpPr>
          <p:nvPr>
            <p:ph type="sldNum" sz="quarter" idx="5"/>
          </p:nvPr>
        </p:nvSpPr>
        <p:spPr>
          <a:noFill/>
        </p:spPr>
        <p:txBody>
          <a:bodyPr/>
          <a:lstStyle>
            <a:lvl1pPr eaLnBrk="0" hangingPunct="0">
              <a:spcBef>
                <a:spcPct val="30000"/>
              </a:spcBef>
              <a:defRPr kumimoji="1" sz="1200">
                <a:solidFill>
                  <a:schemeClr val="tx1"/>
                </a:solidFill>
                <a:latin typeface="Times New Roman" pitchFamily="18" charset="0"/>
                <a:ea typeface="宋体" charset="-122"/>
              </a:defRPr>
            </a:lvl1pPr>
            <a:lvl2pPr marL="742950" indent="-285750" eaLnBrk="0" hangingPunct="0">
              <a:spcBef>
                <a:spcPct val="30000"/>
              </a:spcBef>
              <a:defRPr kumimoji="1" sz="1200">
                <a:solidFill>
                  <a:schemeClr val="tx1"/>
                </a:solidFill>
                <a:latin typeface="Times New Roman" pitchFamily="18" charset="0"/>
                <a:ea typeface="宋体" charset="-122"/>
              </a:defRPr>
            </a:lvl2pPr>
            <a:lvl3pPr marL="1143000" indent="-228600" eaLnBrk="0" hangingPunct="0">
              <a:spcBef>
                <a:spcPct val="30000"/>
              </a:spcBef>
              <a:defRPr kumimoji="1" sz="1200">
                <a:solidFill>
                  <a:schemeClr val="tx1"/>
                </a:solidFill>
                <a:latin typeface="Times New Roman" pitchFamily="18" charset="0"/>
                <a:ea typeface="宋体" charset="-122"/>
              </a:defRPr>
            </a:lvl3pPr>
            <a:lvl4pPr marL="1600200" indent="-228600" eaLnBrk="0" hangingPunct="0">
              <a:spcBef>
                <a:spcPct val="30000"/>
              </a:spcBef>
              <a:defRPr kumimoji="1" sz="1200">
                <a:solidFill>
                  <a:schemeClr val="tx1"/>
                </a:solidFill>
                <a:latin typeface="Times New Roman" pitchFamily="18" charset="0"/>
                <a:ea typeface="宋体" charset="-122"/>
              </a:defRPr>
            </a:lvl4pPr>
            <a:lvl5pPr marL="2057400" indent="-228600" eaLnBrk="0" hangingPunct="0">
              <a:spcBef>
                <a:spcPct val="30000"/>
              </a:spcBef>
              <a:defRPr kumimoji="1" sz="1200">
                <a:solidFill>
                  <a:schemeClr val="tx1"/>
                </a:solidFill>
                <a:latin typeface="Times New Roman" pitchFamily="18" charset="0"/>
                <a:ea typeface="宋体" charset="-122"/>
              </a:defRPr>
            </a:lvl5pPr>
            <a:lvl6pPr marL="2514600" indent="-228600" eaLnBrk="0" fontAlgn="base" hangingPunct="0">
              <a:spcBef>
                <a:spcPct val="30000"/>
              </a:spcBef>
              <a:spcAft>
                <a:spcPct val="0"/>
              </a:spcAft>
              <a:defRPr kumimoji="1" sz="1200">
                <a:solidFill>
                  <a:schemeClr val="tx1"/>
                </a:solidFill>
                <a:latin typeface="Times New Roman" pitchFamily="18" charset="0"/>
                <a:ea typeface="宋体" charset="-122"/>
              </a:defRPr>
            </a:lvl6pPr>
            <a:lvl7pPr marL="2971800" indent="-228600" eaLnBrk="0" fontAlgn="base" hangingPunct="0">
              <a:spcBef>
                <a:spcPct val="30000"/>
              </a:spcBef>
              <a:spcAft>
                <a:spcPct val="0"/>
              </a:spcAft>
              <a:defRPr kumimoji="1" sz="1200">
                <a:solidFill>
                  <a:schemeClr val="tx1"/>
                </a:solidFill>
                <a:latin typeface="Times New Roman" pitchFamily="18" charset="0"/>
                <a:ea typeface="宋体" charset="-122"/>
              </a:defRPr>
            </a:lvl7pPr>
            <a:lvl8pPr marL="3429000" indent="-228600" eaLnBrk="0" fontAlgn="base" hangingPunct="0">
              <a:spcBef>
                <a:spcPct val="30000"/>
              </a:spcBef>
              <a:spcAft>
                <a:spcPct val="0"/>
              </a:spcAft>
              <a:defRPr kumimoji="1" sz="1200">
                <a:solidFill>
                  <a:schemeClr val="tx1"/>
                </a:solidFill>
                <a:latin typeface="Times New Roman" pitchFamily="18" charset="0"/>
                <a:ea typeface="宋体" charset="-122"/>
              </a:defRPr>
            </a:lvl8pPr>
            <a:lvl9pPr marL="3886200" indent="-228600" eaLnBrk="0" fontAlgn="base" hangingPunct="0">
              <a:spcBef>
                <a:spcPct val="30000"/>
              </a:spcBef>
              <a:spcAft>
                <a:spcPct val="0"/>
              </a:spcAft>
              <a:defRPr kumimoji="1" sz="1200">
                <a:solidFill>
                  <a:schemeClr val="tx1"/>
                </a:solidFill>
                <a:latin typeface="Times New Roman" pitchFamily="18" charset="0"/>
                <a:ea typeface="宋体" charset="-122"/>
              </a:defRPr>
            </a:lvl9pPr>
          </a:lstStyle>
          <a:p>
            <a:pPr eaLnBrk="1" hangingPunct="1">
              <a:spcBef>
                <a:spcPct val="0"/>
              </a:spcBef>
            </a:pPr>
            <a:fld id="{77E2BBDE-546E-4B4B-AE13-BE37E9E3D7A0}" type="slidenum">
              <a:rPr lang="zh-CN" altLang="en-US" smtClean="0"/>
              <a:pPr eaLnBrk="1" hangingPunct="1">
                <a:spcBef>
                  <a:spcPct val="0"/>
                </a:spcBef>
              </a:pPr>
              <a:t>75</a:t>
            </a:fld>
            <a:endParaRPr lang="en-US" altLang="zh-CN" smtClean="0"/>
          </a:p>
        </p:txBody>
      </p:sp>
      <p:sp>
        <p:nvSpPr>
          <p:cNvPr id="125955" name="Rectangle 2"/>
          <p:cNvSpPr>
            <a:spLocks noGrp="1" noRot="1" noChangeAspect="1" noChangeArrowheads="1" noTextEdit="1"/>
          </p:cNvSpPr>
          <p:nvPr>
            <p:ph type="sldImg"/>
          </p:nvPr>
        </p:nvSpPr>
        <p:spPr>
          <a:solidFill>
            <a:srgbClr val="FFFFFF"/>
          </a:solidFill>
          <a:ln/>
        </p:spPr>
      </p:sp>
      <p:sp>
        <p:nvSpPr>
          <p:cNvPr id="125956"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endParaRPr lang="zh-CN" altLang="en-US" smtClean="0">
              <a:ea typeface="宋体"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7"/>
          <p:cNvSpPr>
            <a:spLocks noGrp="1" noChangeArrowheads="1"/>
          </p:cNvSpPr>
          <p:nvPr>
            <p:ph type="sldNum" sz="quarter" idx="5"/>
          </p:nvPr>
        </p:nvSpPr>
        <p:spPr>
          <a:noFill/>
        </p:spPr>
        <p:txBody>
          <a:bodyPr/>
          <a:lstStyle>
            <a:lvl1pPr eaLnBrk="0" hangingPunct="0">
              <a:spcBef>
                <a:spcPct val="30000"/>
              </a:spcBef>
              <a:defRPr kumimoji="1" sz="1200">
                <a:solidFill>
                  <a:schemeClr val="tx1"/>
                </a:solidFill>
                <a:latin typeface="Times New Roman" pitchFamily="18" charset="0"/>
                <a:ea typeface="宋体" charset="-122"/>
              </a:defRPr>
            </a:lvl1pPr>
            <a:lvl2pPr marL="742950" indent="-285750" eaLnBrk="0" hangingPunct="0">
              <a:spcBef>
                <a:spcPct val="30000"/>
              </a:spcBef>
              <a:defRPr kumimoji="1" sz="1200">
                <a:solidFill>
                  <a:schemeClr val="tx1"/>
                </a:solidFill>
                <a:latin typeface="Times New Roman" pitchFamily="18" charset="0"/>
                <a:ea typeface="宋体" charset="-122"/>
              </a:defRPr>
            </a:lvl2pPr>
            <a:lvl3pPr marL="1143000" indent="-228600" eaLnBrk="0" hangingPunct="0">
              <a:spcBef>
                <a:spcPct val="30000"/>
              </a:spcBef>
              <a:defRPr kumimoji="1" sz="1200">
                <a:solidFill>
                  <a:schemeClr val="tx1"/>
                </a:solidFill>
                <a:latin typeface="Times New Roman" pitchFamily="18" charset="0"/>
                <a:ea typeface="宋体" charset="-122"/>
              </a:defRPr>
            </a:lvl3pPr>
            <a:lvl4pPr marL="1600200" indent="-228600" eaLnBrk="0" hangingPunct="0">
              <a:spcBef>
                <a:spcPct val="30000"/>
              </a:spcBef>
              <a:defRPr kumimoji="1" sz="1200">
                <a:solidFill>
                  <a:schemeClr val="tx1"/>
                </a:solidFill>
                <a:latin typeface="Times New Roman" pitchFamily="18" charset="0"/>
                <a:ea typeface="宋体" charset="-122"/>
              </a:defRPr>
            </a:lvl4pPr>
            <a:lvl5pPr marL="2057400" indent="-228600" eaLnBrk="0" hangingPunct="0">
              <a:spcBef>
                <a:spcPct val="30000"/>
              </a:spcBef>
              <a:defRPr kumimoji="1" sz="1200">
                <a:solidFill>
                  <a:schemeClr val="tx1"/>
                </a:solidFill>
                <a:latin typeface="Times New Roman" pitchFamily="18" charset="0"/>
                <a:ea typeface="宋体" charset="-122"/>
              </a:defRPr>
            </a:lvl5pPr>
            <a:lvl6pPr marL="2514600" indent="-228600" eaLnBrk="0" fontAlgn="base" hangingPunct="0">
              <a:spcBef>
                <a:spcPct val="30000"/>
              </a:spcBef>
              <a:spcAft>
                <a:spcPct val="0"/>
              </a:spcAft>
              <a:defRPr kumimoji="1" sz="1200">
                <a:solidFill>
                  <a:schemeClr val="tx1"/>
                </a:solidFill>
                <a:latin typeface="Times New Roman" pitchFamily="18" charset="0"/>
                <a:ea typeface="宋体" charset="-122"/>
              </a:defRPr>
            </a:lvl6pPr>
            <a:lvl7pPr marL="2971800" indent="-228600" eaLnBrk="0" fontAlgn="base" hangingPunct="0">
              <a:spcBef>
                <a:spcPct val="30000"/>
              </a:spcBef>
              <a:spcAft>
                <a:spcPct val="0"/>
              </a:spcAft>
              <a:defRPr kumimoji="1" sz="1200">
                <a:solidFill>
                  <a:schemeClr val="tx1"/>
                </a:solidFill>
                <a:latin typeface="Times New Roman" pitchFamily="18" charset="0"/>
                <a:ea typeface="宋体" charset="-122"/>
              </a:defRPr>
            </a:lvl7pPr>
            <a:lvl8pPr marL="3429000" indent="-228600" eaLnBrk="0" fontAlgn="base" hangingPunct="0">
              <a:spcBef>
                <a:spcPct val="30000"/>
              </a:spcBef>
              <a:spcAft>
                <a:spcPct val="0"/>
              </a:spcAft>
              <a:defRPr kumimoji="1" sz="1200">
                <a:solidFill>
                  <a:schemeClr val="tx1"/>
                </a:solidFill>
                <a:latin typeface="Times New Roman" pitchFamily="18" charset="0"/>
                <a:ea typeface="宋体" charset="-122"/>
              </a:defRPr>
            </a:lvl8pPr>
            <a:lvl9pPr marL="3886200" indent="-228600" eaLnBrk="0" fontAlgn="base" hangingPunct="0">
              <a:spcBef>
                <a:spcPct val="30000"/>
              </a:spcBef>
              <a:spcAft>
                <a:spcPct val="0"/>
              </a:spcAft>
              <a:defRPr kumimoji="1" sz="1200">
                <a:solidFill>
                  <a:schemeClr val="tx1"/>
                </a:solidFill>
                <a:latin typeface="Times New Roman" pitchFamily="18" charset="0"/>
                <a:ea typeface="宋体" charset="-122"/>
              </a:defRPr>
            </a:lvl9pPr>
          </a:lstStyle>
          <a:p>
            <a:pPr eaLnBrk="1" hangingPunct="1">
              <a:spcBef>
                <a:spcPct val="0"/>
              </a:spcBef>
            </a:pPr>
            <a:fld id="{E729AB9D-24C6-48AC-A41B-6402C1023B0A}" type="slidenum">
              <a:rPr lang="zh-CN" altLang="en-US" smtClean="0"/>
              <a:pPr eaLnBrk="1" hangingPunct="1">
                <a:spcBef>
                  <a:spcPct val="0"/>
                </a:spcBef>
              </a:pPr>
              <a:t>114</a:t>
            </a:fld>
            <a:endParaRPr lang="en-US" altLang="zh-CN" smtClean="0"/>
          </a:p>
        </p:txBody>
      </p:sp>
      <p:sp>
        <p:nvSpPr>
          <p:cNvPr id="126979" name="Rectangle 2"/>
          <p:cNvSpPr>
            <a:spLocks noGrp="1" noRot="1" noChangeAspect="1" noChangeArrowheads="1" noTextEdit="1"/>
          </p:cNvSpPr>
          <p:nvPr>
            <p:ph type="sldImg"/>
          </p:nvPr>
        </p:nvSpPr>
        <p:spPr>
          <a:solidFill>
            <a:srgbClr val="FFFFFF"/>
          </a:solidFill>
          <a:ln/>
        </p:spPr>
      </p:sp>
      <p:sp>
        <p:nvSpPr>
          <p:cNvPr id="126980"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endParaRPr lang="zh-CN" altLang="en-US" smtClean="0">
              <a:ea typeface="宋体"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7"/>
          <p:cNvSpPr>
            <a:spLocks noGrp="1" noChangeArrowheads="1"/>
          </p:cNvSpPr>
          <p:nvPr>
            <p:ph type="sldNum" sz="quarter" idx="5"/>
          </p:nvPr>
        </p:nvSpPr>
        <p:spPr>
          <a:noFill/>
        </p:spPr>
        <p:txBody>
          <a:bodyPr/>
          <a:lstStyle>
            <a:lvl1pPr eaLnBrk="0" hangingPunct="0">
              <a:spcBef>
                <a:spcPct val="30000"/>
              </a:spcBef>
              <a:defRPr kumimoji="1" sz="1200">
                <a:solidFill>
                  <a:schemeClr val="tx1"/>
                </a:solidFill>
                <a:latin typeface="Times New Roman" pitchFamily="18" charset="0"/>
                <a:ea typeface="宋体" charset="-122"/>
              </a:defRPr>
            </a:lvl1pPr>
            <a:lvl2pPr marL="742950" indent="-285750" eaLnBrk="0" hangingPunct="0">
              <a:spcBef>
                <a:spcPct val="30000"/>
              </a:spcBef>
              <a:defRPr kumimoji="1" sz="1200">
                <a:solidFill>
                  <a:schemeClr val="tx1"/>
                </a:solidFill>
                <a:latin typeface="Times New Roman" pitchFamily="18" charset="0"/>
                <a:ea typeface="宋体" charset="-122"/>
              </a:defRPr>
            </a:lvl2pPr>
            <a:lvl3pPr marL="1143000" indent="-228600" eaLnBrk="0" hangingPunct="0">
              <a:spcBef>
                <a:spcPct val="30000"/>
              </a:spcBef>
              <a:defRPr kumimoji="1" sz="1200">
                <a:solidFill>
                  <a:schemeClr val="tx1"/>
                </a:solidFill>
                <a:latin typeface="Times New Roman" pitchFamily="18" charset="0"/>
                <a:ea typeface="宋体" charset="-122"/>
              </a:defRPr>
            </a:lvl3pPr>
            <a:lvl4pPr marL="1600200" indent="-228600" eaLnBrk="0" hangingPunct="0">
              <a:spcBef>
                <a:spcPct val="30000"/>
              </a:spcBef>
              <a:defRPr kumimoji="1" sz="1200">
                <a:solidFill>
                  <a:schemeClr val="tx1"/>
                </a:solidFill>
                <a:latin typeface="Times New Roman" pitchFamily="18" charset="0"/>
                <a:ea typeface="宋体" charset="-122"/>
              </a:defRPr>
            </a:lvl4pPr>
            <a:lvl5pPr marL="2057400" indent="-228600" eaLnBrk="0" hangingPunct="0">
              <a:spcBef>
                <a:spcPct val="30000"/>
              </a:spcBef>
              <a:defRPr kumimoji="1" sz="1200">
                <a:solidFill>
                  <a:schemeClr val="tx1"/>
                </a:solidFill>
                <a:latin typeface="Times New Roman" pitchFamily="18" charset="0"/>
                <a:ea typeface="宋体" charset="-122"/>
              </a:defRPr>
            </a:lvl5pPr>
            <a:lvl6pPr marL="2514600" indent="-228600" eaLnBrk="0" fontAlgn="base" hangingPunct="0">
              <a:spcBef>
                <a:spcPct val="30000"/>
              </a:spcBef>
              <a:spcAft>
                <a:spcPct val="0"/>
              </a:spcAft>
              <a:defRPr kumimoji="1" sz="1200">
                <a:solidFill>
                  <a:schemeClr val="tx1"/>
                </a:solidFill>
                <a:latin typeface="Times New Roman" pitchFamily="18" charset="0"/>
                <a:ea typeface="宋体" charset="-122"/>
              </a:defRPr>
            </a:lvl6pPr>
            <a:lvl7pPr marL="2971800" indent="-228600" eaLnBrk="0" fontAlgn="base" hangingPunct="0">
              <a:spcBef>
                <a:spcPct val="30000"/>
              </a:spcBef>
              <a:spcAft>
                <a:spcPct val="0"/>
              </a:spcAft>
              <a:defRPr kumimoji="1" sz="1200">
                <a:solidFill>
                  <a:schemeClr val="tx1"/>
                </a:solidFill>
                <a:latin typeface="Times New Roman" pitchFamily="18" charset="0"/>
                <a:ea typeface="宋体" charset="-122"/>
              </a:defRPr>
            </a:lvl7pPr>
            <a:lvl8pPr marL="3429000" indent="-228600" eaLnBrk="0" fontAlgn="base" hangingPunct="0">
              <a:spcBef>
                <a:spcPct val="30000"/>
              </a:spcBef>
              <a:spcAft>
                <a:spcPct val="0"/>
              </a:spcAft>
              <a:defRPr kumimoji="1" sz="1200">
                <a:solidFill>
                  <a:schemeClr val="tx1"/>
                </a:solidFill>
                <a:latin typeface="Times New Roman" pitchFamily="18" charset="0"/>
                <a:ea typeface="宋体" charset="-122"/>
              </a:defRPr>
            </a:lvl8pPr>
            <a:lvl9pPr marL="3886200" indent="-228600" eaLnBrk="0" fontAlgn="base" hangingPunct="0">
              <a:spcBef>
                <a:spcPct val="30000"/>
              </a:spcBef>
              <a:spcAft>
                <a:spcPct val="0"/>
              </a:spcAft>
              <a:defRPr kumimoji="1" sz="1200">
                <a:solidFill>
                  <a:schemeClr val="tx1"/>
                </a:solidFill>
                <a:latin typeface="Times New Roman" pitchFamily="18" charset="0"/>
                <a:ea typeface="宋体" charset="-122"/>
              </a:defRPr>
            </a:lvl9pPr>
          </a:lstStyle>
          <a:p>
            <a:pPr eaLnBrk="1" hangingPunct="1">
              <a:spcBef>
                <a:spcPct val="0"/>
              </a:spcBef>
            </a:pPr>
            <a:fld id="{5982D73D-80FE-4510-A11A-27C060C4EEEE}" type="slidenum">
              <a:rPr lang="zh-CN" altLang="en-US" smtClean="0"/>
              <a:pPr eaLnBrk="1" hangingPunct="1">
                <a:spcBef>
                  <a:spcPct val="0"/>
                </a:spcBef>
              </a:pPr>
              <a:t>115</a:t>
            </a:fld>
            <a:endParaRPr lang="en-US" altLang="zh-CN" smtClean="0"/>
          </a:p>
        </p:txBody>
      </p:sp>
      <p:sp>
        <p:nvSpPr>
          <p:cNvPr id="128003" name="Rectangle 2"/>
          <p:cNvSpPr>
            <a:spLocks noGrp="1" noRot="1" noChangeAspect="1" noChangeArrowheads="1" noTextEdit="1"/>
          </p:cNvSpPr>
          <p:nvPr>
            <p:ph type="sldImg"/>
          </p:nvPr>
        </p:nvSpPr>
        <p:spPr>
          <a:solidFill>
            <a:srgbClr val="FFFFFF"/>
          </a:solidFill>
          <a:ln/>
        </p:spPr>
      </p:sp>
      <p:sp>
        <p:nvSpPr>
          <p:cNvPr id="128004"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endParaRPr lang="zh-CN" altLang="en-US" smtClean="0">
              <a:ea typeface="宋体" charset="-12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7"/>
          <p:cNvSpPr>
            <a:spLocks noGrp="1" noChangeArrowheads="1"/>
          </p:cNvSpPr>
          <p:nvPr>
            <p:ph type="sldNum" sz="quarter" idx="5"/>
          </p:nvPr>
        </p:nvSpPr>
        <p:spPr>
          <a:noFill/>
        </p:spPr>
        <p:txBody>
          <a:bodyPr/>
          <a:lstStyle>
            <a:lvl1pPr eaLnBrk="0" hangingPunct="0">
              <a:spcBef>
                <a:spcPct val="30000"/>
              </a:spcBef>
              <a:defRPr kumimoji="1" sz="1200">
                <a:solidFill>
                  <a:schemeClr val="tx1"/>
                </a:solidFill>
                <a:latin typeface="Times New Roman" pitchFamily="18" charset="0"/>
                <a:ea typeface="宋体" charset="-122"/>
              </a:defRPr>
            </a:lvl1pPr>
            <a:lvl2pPr marL="742950" indent="-285750" eaLnBrk="0" hangingPunct="0">
              <a:spcBef>
                <a:spcPct val="30000"/>
              </a:spcBef>
              <a:defRPr kumimoji="1" sz="1200">
                <a:solidFill>
                  <a:schemeClr val="tx1"/>
                </a:solidFill>
                <a:latin typeface="Times New Roman" pitchFamily="18" charset="0"/>
                <a:ea typeface="宋体" charset="-122"/>
              </a:defRPr>
            </a:lvl2pPr>
            <a:lvl3pPr marL="1143000" indent="-228600" eaLnBrk="0" hangingPunct="0">
              <a:spcBef>
                <a:spcPct val="30000"/>
              </a:spcBef>
              <a:defRPr kumimoji="1" sz="1200">
                <a:solidFill>
                  <a:schemeClr val="tx1"/>
                </a:solidFill>
                <a:latin typeface="Times New Roman" pitchFamily="18" charset="0"/>
                <a:ea typeface="宋体" charset="-122"/>
              </a:defRPr>
            </a:lvl3pPr>
            <a:lvl4pPr marL="1600200" indent="-228600" eaLnBrk="0" hangingPunct="0">
              <a:spcBef>
                <a:spcPct val="30000"/>
              </a:spcBef>
              <a:defRPr kumimoji="1" sz="1200">
                <a:solidFill>
                  <a:schemeClr val="tx1"/>
                </a:solidFill>
                <a:latin typeface="Times New Roman" pitchFamily="18" charset="0"/>
                <a:ea typeface="宋体" charset="-122"/>
              </a:defRPr>
            </a:lvl4pPr>
            <a:lvl5pPr marL="2057400" indent="-228600" eaLnBrk="0" hangingPunct="0">
              <a:spcBef>
                <a:spcPct val="30000"/>
              </a:spcBef>
              <a:defRPr kumimoji="1" sz="1200">
                <a:solidFill>
                  <a:schemeClr val="tx1"/>
                </a:solidFill>
                <a:latin typeface="Times New Roman" pitchFamily="18" charset="0"/>
                <a:ea typeface="宋体" charset="-122"/>
              </a:defRPr>
            </a:lvl5pPr>
            <a:lvl6pPr marL="2514600" indent="-228600" eaLnBrk="0" fontAlgn="base" hangingPunct="0">
              <a:spcBef>
                <a:spcPct val="30000"/>
              </a:spcBef>
              <a:spcAft>
                <a:spcPct val="0"/>
              </a:spcAft>
              <a:defRPr kumimoji="1" sz="1200">
                <a:solidFill>
                  <a:schemeClr val="tx1"/>
                </a:solidFill>
                <a:latin typeface="Times New Roman" pitchFamily="18" charset="0"/>
                <a:ea typeface="宋体" charset="-122"/>
              </a:defRPr>
            </a:lvl6pPr>
            <a:lvl7pPr marL="2971800" indent="-228600" eaLnBrk="0" fontAlgn="base" hangingPunct="0">
              <a:spcBef>
                <a:spcPct val="30000"/>
              </a:spcBef>
              <a:spcAft>
                <a:spcPct val="0"/>
              </a:spcAft>
              <a:defRPr kumimoji="1" sz="1200">
                <a:solidFill>
                  <a:schemeClr val="tx1"/>
                </a:solidFill>
                <a:latin typeface="Times New Roman" pitchFamily="18" charset="0"/>
                <a:ea typeface="宋体" charset="-122"/>
              </a:defRPr>
            </a:lvl7pPr>
            <a:lvl8pPr marL="3429000" indent="-228600" eaLnBrk="0" fontAlgn="base" hangingPunct="0">
              <a:spcBef>
                <a:spcPct val="30000"/>
              </a:spcBef>
              <a:spcAft>
                <a:spcPct val="0"/>
              </a:spcAft>
              <a:defRPr kumimoji="1" sz="1200">
                <a:solidFill>
                  <a:schemeClr val="tx1"/>
                </a:solidFill>
                <a:latin typeface="Times New Roman" pitchFamily="18" charset="0"/>
                <a:ea typeface="宋体" charset="-122"/>
              </a:defRPr>
            </a:lvl8pPr>
            <a:lvl9pPr marL="3886200" indent="-228600" eaLnBrk="0" fontAlgn="base" hangingPunct="0">
              <a:spcBef>
                <a:spcPct val="30000"/>
              </a:spcBef>
              <a:spcAft>
                <a:spcPct val="0"/>
              </a:spcAft>
              <a:defRPr kumimoji="1" sz="1200">
                <a:solidFill>
                  <a:schemeClr val="tx1"/>
                </a:solidFill>
                <a:latin typeface="Times New Roman" pitchFamily="18" charset="0"/>
                <a:ea typeface="宋体" charset="-122"/>
              </a:defRPr>
            </a:lvl9pPr>
          </a:lstStyle>
          <a:p>
            <a:pPr eaLnBrk="1" hangingPunct="1">
              <a:spcBef>
                <a:spcPct val="0"/>
              </a:spcBef>
            </a:pPr>
            <a:fld id="{3548BA90-6AA8-495B-8A68-4425384F135D}" type="slidenum">
              <a:rPr lang="zh-CN" altLang="en-US" smtClean="0"/>
              <a:pPr eaLnBrk="1" hangingPunct="1">
                <a:spcBef>
                  <a:spcPct val="0"/>
                </a:spcBef>
              </a:pPr>
              <a:t>118</a:t>
            </a:fld>
            <a:endParaRPr lang="en-US" altLang="zh-CN" smtClean="0"/>
          </a:p>
        </p:txBody>
      </p:sp>
      <p:sp>
        <p:nvSpPr>
          <p:cNvPr id="129027" name="Rectangle 2"/>
          <p:cNvSpPr>
            <a:spLocks noGrp="1" noRot="1" noChangeAspect="1" noChangeArrowheads="1" noTextEdit="1"/>
          </p:cNvSpPr>
          <p:nvPr>
            <p:ph type="sldImg"/>
          </p:nvPr>
        </p:nvSpPr>
        <p:spPr>
          <a:solidFill>
            <a:srgbClr val="FFFFFF"/>
          </a:solidFill>
          <a:ln/>
        </p:spPr>
      </p:sp>
      <p:sp>
        <p:nvSpPr>
          <p:cNvPr id="129028"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endParaRPr lang="zh-CN" altLang="en-US" smtClean="0">
              <a:ea typeface="宋体"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7"/>
          <p:cNvSpPr>
            <a:spLocks noGrp="1" noChangeArrowheads="1"/>
          </p:cNvSpPr>
          <p:nvPr>
            <p:ph type="sldNum" sz="quarter" idx="5"/>
          </p:nvPr>
        </p:nvSpPr>
        <p:spPr>
          <a:noFill/>
        </p:spPr>
        <p:txBody>
          <a:bodyPr/>
          <a:lstStyle>
            <a:lvl1pPr eaLnBrk="0" hangingPunct="0">
              <a:spcBef>
                <a:spcPct val="30000"/>
              </a:spcBef>
              <a:defRPr kumimoji="1" sz="1200">
                <a:solidFill>
                  <a:schemeClr val="tx1"/>
                </a:solidFill>
                <a:latin typeface="Times New Roman" pitchFamily="18" charset="0"/>
                <a:ea typeface="宋体" charset="-122"/>
              </a:defRPr>
            </a:lvl1pPr>
            <a:lvl2pPr marL="742950" indent="-285750" eaLnBrk="0" hangingPunct="0">
              <a:spcBef>
                <a:spcPct val="30000"/>
              </a:spcBef>
              <a:defRPr kumimoji="1" sz="1200">
                <a:solidFill>
                  <a:schemeClr val="tx1"/>
                </a:solidFill>
                <a:latin typeface="Times New Roman" pitchFamily="18" charset="0"/>
                <a:ea typeface="宋体" charset="-122"/>
              </a:defRPr>
            </a:lvl2pPr>
            <a:lvl3pPr marL="1143000" indent="-228600" eaLnBrk="0" hangingPunct="0">
              <a:spcBef>
                <a:spcPct val="30000"/>
              </a:spcBef>
              <a:defRPr kumimoji="1" sz="1200">
                <a:solidFill>
                  <a:schemeClr val="tx1"/>
                </a:solidFill>
                <a:latin typeface="Times New Roman" pitchFamily="18" charset="0"/>
                <a:ea typeface="宋体" charset="-122"/>
              </a:defRPr>
            </a:lvl3pPr>
            <a:lvl4pPr marL="1600200" indent="-228600" eaLnBrk="0" hangingPunct="0">
              <a:spcBef>
                <a:spcPct val="30000"/>
              </a:spcBef>
              <a:defRPr kumimoji="1" sz="1200">
                <a:solidFill>
                  <a:schemeClr val="tx1"/>
                </a:solidFill>
                <a:latin typeface="Times New Roman" pitchFamily="18" charset="0"/>
                <a:ea typeface="宋体" charset="-122"/>
              </a:defRPr>
            </a:lvl4pPr>
            <a:lvl5pPr marL="2057400" indent="-228600" eaLnBrk="0" hangingPunct="0">
              <a:spcBef>
                <a:spcPct val="30000"/>
              </a:spcBef>
              <a:defRPr kumimoji="1" sz="1200">
                <a:solidFill>
                  <a:schemeClr val="tx1"/>
                </a:solidFill>
                <a:latin typeface="Times New Roman" pitchFamily="18" charset="0"/>
                <a:ea typeface="宋体" charset="-122"/>
              </a:defRPr>
            </a:lvl5pPr>
            <a:lvl6pPr marL="2514600" indent="-228600" eaLnBrk="0" fontAlgn="base" hangingPunct="0">
              <a:spcBef>
                <a:spcPct val="30000"/>
              </a:spcBef>
              <a:spcAft>
                <a:spcPct val="0"/>
              </a:spcAft>
              <a:defRPr kumimoji="1" sz="1200">
                <a:solidFill>
                  <a:schemeClr val="tx1"/>
                </a:solidFill>
                <a:latin typeface="Times New Roman" pitchFamily="18" charset="0"/>
                <a:ea typeface="宋体" charset="-122"/>
              </a:defRPr>
            </a:lvl6pPr>
            <a:lvl7pPr marL="2971800" indent="-228600" eaLnBrk="0" fontAlgn="base" hangingPunct="0">
              <a:spcBef>
                <a:spcPct val="30000"/>
              </a:spcBef>
              <a:spcAft>
                <a:spcPct val="0"/>
              </a:spcAft>
              <a:defRPr kumimoji="1" sz="1200">
                <a:solidFill>
                  <a:schemeClr val="tx1"/>
                </a:solidFill>
                <a:latin typeface="Times New Roman" pitchFamily="18" charset="0"/>
                <a:ea typeface="宋体" charset="-122"/>
              </a:defRPr>
            </a:lvl7pPr>
            <a:lvl8pPr marL="3429000" indent="-228600" eaLnBrk="0" fontAlgn="base" hangingPunct="0">
              <a:spcBef>
                <a:spcPct val="30000"/>
              </a:spcBef>
              <a:spcAft>
                <a:spcPct val="0"/>
              </a:spcAft>
              <a:defRPr kumimoji="1" sz="1200">
                <a:solidFill>
                  <a:schemeClr val="tx1"/>
                </a:solidFill>
                <a:latin typeface="Times New Roman" pitchFamily="18" charset="0"/>
                <a:ea typeface="宋体" charset="-122"/>
              </a:defRPr>
            </a:lvl8pPr>
            <a:lvl9pPr marL="3886200" indent="-228600" eaLnBrk="0" fontAlgn="base" hangingPunct="0">
              <a:spcBef>
                <a:spcPct val="30000"/>
              </a:spcBef>
              <a:spcAft>
                <a:spcPct val="0"/>
              </a:spcAft>
              <a:defRPr kumimoji="1" sz="1200">
                <a:solidFill>
                  <a:schemeClr val="tx1"/>
                </a:solidFill>
                <a:latin typeface="Times New Roman" pitchFamily="18" charset="0"/>
                <a:ea typeface="宋体" charset="-122"/>
              </a:defRPr>
            </a:lvl9pPr>
          </a:lstStyle>
          <a:p>
            <a:pPr eaLnBrk="1" hangingPunct="1">
              <a:spcBef>
                <a:spcPct val="0"/>
              </a:spcBef>
            </a:pPr>
            <a:fld id="{EB4B8688-0851-4AE3-9789-6036563B2A9B}" type="slidenum">
              <a:rPr lang="zh-CN" altLang="en-US" smtClean="0"/>
              <a:pPr eaLnBrk="1" hangingPunct="1">
                <a:spcBef>
                  <a:spcPct val="0"/>
                </a:spcBef>
              </a:pPr>
              <a:t>119</a:t>
            </a:fld>
            <a:endParaRPr lang="en-US" altLang="zh-CN" smtClean="0"/>
          </a:p>
        </p:txBody>
      </p:sp>
      <p:sp>
        <p:nvSpPr>
          <p:cNvPr id="130051" name="Rectangle 2"/>
          <p:cNvSpPr>
            <a:spLocks noGrp="1" noRot="1" noChangeAspect="1" noChangeArrowheads="1" noTextEdit="1"/>
          </p:cNvSpPr>
          <p:nvPr>
            <p:ph type="sldImg"/>
          </p:nvPr>
        </p:nvSpPr>
        <p:spPr>
          <a:solidFill>
            <a:srgbClr val="FFFFFF"/>
          </a:solidFill>
          <a:ln/>
        </p:spPr>
      </p:sp>
      <p:sp>
        <p:nvSpPr>
          <p:cNvPr id="130052"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endParaRPr lang="zh-CN" altLang="en-US" smtClean="0">
              <a:ea typeface="宋体"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2"/>
          <p:cNvGrpSpPr>
            <a:grpSpLocks/>
          </p:cNvGrpSpPr>
          <p:nvPr/>
        </p:nvGrpSpPr>
        <p:grpSpPr bwMode="auto">
          <a:xfrm>
            <a:off x="0" y="68263"/>
            <a:ext cx="8678863" cy="6713537"/>
            <a:chOff x="0" y="43"/>
            <a:chExt cx="5467" cy="4229"/>
          </a:xfrm>
        </p:grpSpPr>
        <p:sp>
          <p:nvSpPr>
            <p:cNvPr id="5" name="Rectangle 3"/>
            <p:cNvSpPr>
              <a:spLocks noChangeArrowheads="1"/>
            </p:cNvSpPr>
            <p:nvPr userDrawn="1"/>
          </p:nvSpPr>
          <p:spPr bwMode="auto">
            <a:xfrm>
              <a:off x="692" y="494"/>
              <a:ext cx="4775" cy="936"/>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3200">
                  <a:solidFill>
                    <a:schemeClr val="tx1"/>
                  </a:solidFill>
                  <a:latin typeface="Comic Sans MS" pitchFamily="66" charset="0"/>
                  <a:ea typeface="宋体" pitchFamily="2" charset="-122"/>
                </a:defRPr>
              </a:lvl1pPr>
              <a:lvl2pPr marL="742950" indent="-285750" eaLnBrk="0" hangingPunct="0">
                <a:defRPr kumimoji="1" sz="3200">
                  <a:solidFill>
                    <a:schemeClr val="tx1"/>
                  </a:solidFill>
                  <a:latin typeface="Comic Sans MS" pitchFamily="66" charset="0"/>
                  <a:ea typeface="宋体" pitchFamily="2" charset="-122"/>
                </a:defRPr>
              </a:lvl2pPr>
              <a:lvl3pPr marL="1143000" indent="-228600" eaLnBrk="0" hangingPunct="0">
                <a:defRPr kumimoji="1" sz="3200">
                  <a:solidFill>
                    <a:schemeClr val="tx1"/>
                  </a:solidFill>
                  <a:latin typeface="Comic Sans MS" pitchFamily="66" charset="0"/>
                  <a:ea typeface="宋体" pitchFamily="2" charset="-122"/>
                </a:defRPr>
              </a:lvl3pPr>
              <a:lvl4pPr marL="1600200" indent="-228600" eaLnBrk="0" hangingPunct="0">
                <a:defRPr kumimoji="1" sz="3200">
                  <a:solidFill>
                    <a:schemeClr val="tx1"/>
                  </a:solidFill>
                  <a:latin typeface="Comic Sans MS" pitchFamily="66" charset="0"/>
                  <a:ea typeface="宋体" pitchFamily="2" charset="-122"/>
                </a:defRPr>
              </a:lvl4pPr>
              <a:lvl5pPr marL="2057400" indent="-228600" eaLnBrk="0" hangingPunct="0">
                <a:defRPr kumimoji="1" sz="3200">
                  <a:solidFill>
                    <a:schemeClr val="tx1"/>
                  </a:solidFill>
                  <a:latin typeface="Comic Sans MS" pitchFamily="66" charset="0"/>
                  <a:ea typeface="宋体" pitchFamily="2" charset="-122"/>
                </a:defRPr>
              </a:lvl5pPr>
              <a:lvl6pPr marL="2514600" indent="-228600" eaLnBrk="0" fontAlgn="base" hangingPunct="0">
                <a:spcBef>
                  <a:spcPct val="20000"/>
                </a:spcBef>
                <a:spcAft>
                  <a:spcPct val="0"/>
                </a:spcAft>
                <a:buClr>
                  <a:schemeClr val="tx1"/>
                </a:buClr>
                <a:buFont typeface="Wingdings" pitchFamily="2" charset="2"/>
                <a:defRPr kumimoji="1" sz="3200">
                  <a:solidFill>
                    <a:schemeClr val="tx1"/>
                  </a:solidFill>
                  <a:latin typeface="Comic Sans MS" pitchFamily="66" charset="0"/>
                  <a:ea typeface="宋体" pitchFamily="2" charset="-122"/>
                </a:defRPr>
              </a:lvl6pPr>
              <a:lvl7pPr marL="2971800" indent="-228600" eaLnBrk="0" fontAlgn="base" hangingPunct="0">
                <a:spcBef>
                  <a:spcPct val="20000"/>
                </a:spcBef>
                <a:spcAft>
                  <a:spcPct val="0"/>
                </a:spcAft>
                <a:buClr>
                  <a:schemeClr val="tx1"/>
                </a:buClr>
                <a:buFont typeface="Wingdings" pitchFamily="2" charset="2"/>
                <a:defRPr kumimoji="1" sz="3200">
                  <a:solidFill>
                    <a:schemeClr val="tx1"/>
                  </a:solidFill>
                  <a:latin typeface="Comic Sans MS" pitchFamily="66" charset="0"/>
                  <a:ea typeface="宋体" pitchFamily="2" charset="-122"/>
                </a:defRPr>
              </a:lvl7pPr>
              <a:lvl8pPr marL="3429000" indent="-228600" eaLnBrk="0" fontAlgn="base" hangingPunct="0">
                <a:spcBef>
                  <a:spcPct val="20000"/>
                </a:spcBef>
                <a:spcAft>
                  <a:spcPct val="0"/>
                </a:spcAft>
                <a:buClr>
                  <a:schemeClr val="tx1"/>
                </a:buClr>
                <a:buFont typeface="Wingdings" pitchFamily="2" charset="2"/>
                <a:defRPr kumimoji="1" sz="3200">
                  <a:solidFill>
                    <a:schemeClr val="tx1"/>
                  </a:solidFill>
                  <a:latin typeface="Comic Sans MS" pitchFamily="66" charset="0"/>
                  <a:ea typeface="宋体" pitchFamily="2" charset="-122"/>
                </a:defRPr>
              </a:lvl8pPr>
              <a:lvl9pPr marL="3886200" indent="-228600" eaLnBrk="0" fontAlgn="base" hangingPunct="0">
                <a:spcBef>
                  <a:spcPct val="20000"/>
                </a:spcBef>
                <a:spcAft>
                  <a:spcPct val="0"/>
                </a:spcAft>
                <a:buClr>
                  <a:schemeClr val="tx1"/>
                </a:buClr>
                <a:buFont typeface="Wingdings" pitchFamily="2" charset="2"/>
                <a:defRPr kumimoji="1" sz="3200">
                  <a:solidFill>
                    <a:schemeClr val="tx1"/>
                  </a:solidFill>
                  <a:latin typeface="Comic Sans MS" pitchFamily="66" charset="0"/>
                  <a:ea typeface="宋体" pitchFamily="2" charset="-122"/>
                </a:defRPr>
              </a:lvl9pPr>
            </a:lstStyle>
            <a:p>
              <a:pPr eaLnBrk="1" hangingPunct="1">
                <a:defRPr/>
              </a:pPr>
              <a:endParaRPr lang="zh-CN" altLang="en-US" smtClean="0"/>
            </a:p>
          </p:txBody>
        </p:sp>
        <p:grpSp>
          <p:nvGrpSpPr>
            <p:cNvPr id="6" name="Group 4"/>
            <p:cNvGrpSpPr>
              <a:grpSpLocks/>
            </p:cNvGrpSpPr>
            <p:nvPr userDrawn="1"/>
          </p:nvGrpSpPr>
          <p:grpSpPr bwMode="auto">
            <a:xfrm>
              <a:off x="0" y="43"/>
              <a:ext cx="624" cy="4229"/>
              <a:chOff x="0" y="43"/>
              <a:chExt cx="624" cy="4229"/>
            </a:xfrm>
          </p:grpSpPr>
          <p:sp>
            <p:nvSpPr>
              <p:cNvPr id="7" name="Line 5"/>
              <p:cNvSpPr>
                <a:spLocks noChangeShapeType="1"/>
              </p:cNvSpPr>
              <p:nvPr userDrawn="1"/>
            </p:nvSpPr>
            <p:spPr bwMode="auto">
              <a:xfrm>
                <a:off x="0" y="4203"/>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 name="Line 6"/>
              <p:cNvSpPr>
                <a:spLocks noChangeShapeType="1"/>
              </p:cNvSpPr>
              <p:nvPr userDrawn="1"/>
            </p:nvSpPr>
            <p:spPr bwMode="auto">
              <a:xfrm>
                <a:off x="0" y="4239"/>
                <a:ext cx="624"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Line 7"/>
              <p:cNvSpPr>
                <a:spLocks noChangeShapeType="1"/>
              </p:cNvSpPr>
              <p:nvPr userDrawn="1"/>
            </p:nvSpPr>
            <p:spPr bwMode="auto">
              <a:xfrm>
                <a:off x="0" y="4272"/>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Line 8"/>
              <p:cNvSpPr>
                <a:spLocks noChangeShapeType="1"/>
              </p:cNvSpPr>
              <p:nvPr userDrawn="1"/>
            </p:nvSpPr>
            <p:spPr bwMode="auto">
              <a:xfrm>
                <a:off x="0" y="4113"/>
                <a:ext cx="624"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 name="Line 9"/>
              <p:cNvSpPr>
                <a:spLocks noChangeShapeType="1"/>
              </p:cNvSpPr>
              <p:nvPr userDrawn="1"/>
            </p:nvSpPr>
            <p:spPr bwMode="auto">
              <a:xfrm>
                <a:off x="0" y="4065"/>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Line 10"/>
              <p:cNvSpPr>
                <a:spLocks noChangeShapeType="1"/>
              </p:cNvSpPr>
              <p:nvPr userDrawn="1"/>
            </p:nvSpPr>
            <p:spPr bwMode="auto">
              <a:xfrm>
                <a:off x="0" y="4158"/>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Line 11"/>
              <p:cNvSpPr>
                <a:spLocks noChangeShapeType="1"/>
              </p:cNvSpPr>
              <p:nvPr userDrawn="1"/>
            </p:nvSpPr>
            <p:spPr bwMode="auto">
              <a:xfrm>
                <a:off x="0" y="3666"/>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Line 12"/>
              <p:cNvSpPr>
                <a:spLocks noChangeShapeType="1"/>
              </p:cNvSpPr>
              <p:nvPr userDrawn="1"/>
            </p:nvSpPr>
            <p:spPr bwMode="auto">
              <a:xfrm>
                <a:off x="0" y="3639"/>
                <a:ext cx="624"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 name="Line 13"/>
              <p:cNvSpPr>
                <a:spLocks noChangeShapeType="1"/>
              </p:cNvSpPr>
              <p:nvPr userDrawn="1"/>
            </p:nvSpPr>
            <p:spPr bwMode="auto">
              <a:xfrm>
                <a:off x="0" y="4020"/>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 name="Line 14"/>
              <p:cNvSpPr>
                <a:spLocks noChangeShapeType="1"/>
              </p:cNvSpPr>
              <p:nvPr userDrawn="1"/>
            </p:nvSpPr>
            <p:spPr bwMode="auto">
              <a:xfrm>
                <a:off x="0" y="3894"/>
                <a:ext cx="624"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 name="Line 15"/>
              <p:cNvSpPr>
                <a:spLocks noChangeShapeType="1"/>
              </p:cNvSpPr>
              <p:nvPr userDrawn="1"/>
            </p:nvSpPr>
            <p:spPr bwMode="auto">
              <a:xfrm>
                <a:off x="0" y="3813"/>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 name="Line 16"/>
              <p:cNvSpPr>
                <a:spLocks noChangeShapeType="1"/>
              </p:cNvSpPr>
              <p:nvPr userDrawn="1"/>
            </p:nvSpPr>
            <p:spPr bwMode="auto">
              <a:xfrm>
                <a:off x="0" y="3999"/>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 name="Line 17"/>
              <p:cNvSpPr>
                <a:spLocks noChangeShapeType="1"/>
              </p:cNvSpPr>
              <p:nvPr userDrawn="1"/>
            </p:nvSpPr>
            <p:spPr bwMode="auto">
              <a:xfrm>
                <a:off x="0" y="3687"/>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 name="Line 18"/>
              <p:cNvSpPr>
                <a:spLocks noChangeShapeType="1"/>
              </p:cNvSpPr>
              <p:nvPr userDrawn="1"/>
            </p:nvSpPr>
            <p:spPr bwMode="auto">
              <a:xfrm>
                <a:off x="0" y="3741"/>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 name="Line 19"/>
              <p:cNvSpPr>
                <a:spLocks noChangeShapeType="1"/>
              </p:cNvSpPr>
              <p:nvPr userDrawn="1"/>
            </p:nvSpPr>
            <p:spPr bwMode="auto">
              <a:xfrm>
                <a:off x="0" y="3939"/>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Line 20"/>
              <p:cNvSpPr>
                <a:spLocks noChangeShapeType="1"/>
              </p:cNvSpPr>
              <p:nvPr userDrawn="1"/>
            </p:nvSpPr>
            <p:spPr bwMode="auto">
              <a:xfrm>
                <a:off x="0" y="3918"/>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Line 21"/>
              <p:cNvSpPr>
                <a:spLocks noChangeShapeType="1"/>
              </p:cNvSpPr>
              <p:nvPr userDrawn="1"/>
            </p:nvSpPr>
            <p:spPr bwMode="auto">
              <a:xfrm>
                <a:off x="0" y="3510"/>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Line 22"/>
              <p:cNvSpPr>
                <a:spLocks noChangeShapeType="1"/>
              </p:cNvSpPr>
              <p:nvPr userDrawn="1"/>
            </p:nvSpPr>
            <p:spPr bwMode="auto">
              <a:xfrm>
                <a:off x="0" y="3546"/>
                <a:ext cx="624"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 name="Line 23"/>
              <p:cNvSpPr>
                <a:spLocks noChangeShapeType="1"/>
              </p:cNvSpPr>
              <p:nvPr userDrawn="1"/>
            </p:nvSpPr>
            <p:spPr bwMode="auto">
              <a:xfrm>
                <a:off x="0" y="3579"/>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 name="Line 24"/>
              <p:cNvSpPr>
                <a:spLocks noChangeShapeType="1"/>
              </p:cNvSpPr>
              <p:nvPr userDrawn="1"/>
            </p:nvSpPr>
            <p:spPr bwMode="auto">
              <a:xfrm>
                <a:off x="0" y="3420"/>
                <a:ext cx="624"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 name="Line 25"/>
              <p:cNvSpPr>
                <a:spLocks noChangeShapeType="1"/>
              </p:cNvSpPr>
              <p:nvPr userDrawn="1"/>
            </p:nvSpPr>
            <p:spPr bwMode="auto">
              <a:xfrm>
                <a:off x="0" y="3372"/>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 name="Line 26"/>
              <p:cNvSpPr>
                <a:spLocks noChangeShapeType="1"/>
              </p:cNvSpPr>
              <p:nvPr userDrawn="1"/>
            </p:nvSpPr>
            <p:spPr bwMode="auto">
              <a:xfrm>
                <a:off x="0" y="3465"/>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 name="Line 27"/>
              <p:cNvSpPr>
                <a:spLocks noChangeShapeType="1"/>
              </p:cNvSpPr>
              <p:nvPr userDrawn="1"/>
            </p:nvSpPr>
            <p:spPr bwMode="auto">
              <a:xfrm>
                <a:off x="0" y="2973"/>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 name="Line 28"/>
              <p:cNvSpPr>
                <a:spLocks noChangeShapeType="1"/>
              </p:cNvSpPr>
              <p:nvPr userDrawn="1"/>
            </p:nvSpPr>
            <p:spPr bwMode="auto">
              <a:xfrm>
                <a:off x="0" y="2946"/>
                <a:ext cx="624"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 name="Line 29"/>
              <p:cNvSpPr>
                <a:spLocks noChangeShapeType="1"/>
              </p:cNvSpPr>
              <p:nvPr userDrawn="1"/>
            </p:nvSpPr>
            <p:spPr bwMode="auto">
              <a:xfrm>
                <a:off x="0" y="3327"/>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 name="Line 30"/>
              <p:cNvSpPr>
                <a:spLocks noChangeShapeType="1"/>
              </p:cNvSpPr>
              <p:nvPr userDrawn="1"/>
            </p:nvSpPr>
            <p:spPr bwMode="auto">
              <a:xfrm>
                <a:off x="0" y="3201"/>
                <a:ext cx="624"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 name="Line 31"/>
              <p:cNvSpPr>
                <a:spLocks noChangeShapeType="1"/>
              </p:cNvSpPr>
              <p:nvPr userDrawn="1"/>
            </p:nvSpPr>
            <p:spPr bwMode="auto">
              <a:xfrm>
                <a:off x="0" y="3120"/>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 name="Line 32"/>
              <p:cNvSpPr>
                <a:spLocks noChangeShapeType="1"/>
              </p:cNvSpPr>
              <p:nvPr userDrawn="1"/>
            </p:nvSpPr>
            <p:spPr bwMode="auto">
              <a:xfrm>
                <a:off x="0" y="3306"/>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 name="Line 33"/>
              <p:cNvSpPr>
                <a:spLocks noChangeShapeType="1"/>
              </p:cNvSpPr>
              <p:nvPr userDrawn="1"/>
            </p:nvSpPr>
            <p:spPr bwMode="auto">
              <a:xfrm>
                <a:off x="0" y="2994"/>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 name="Line 34"/>
              <p:cNvSpPr>
                <a:spLocks noChangeShapeType="1"/>
              </p:cNvSpPr>
              <p:nvPr userDrawn="1"/>
            </p:nvSpPr>
            <p:spPr bwMode="auto">
              <a:xfrm>
                <a:off x="0" y="3048"/>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 name="Line 35"/>
              <p:cNvSpPr>
                <a:spLocks noChangeShapeType="1"/>
              </p:cNvSpPr>
              <p:nvPr userDrawn="1"/>
            </p:nvSpPr>
            <p:spPr bwMode="auto">
              <a:xfrm>
                <a:off x="0" y="3246"/>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 name="Line 36"/>
              <p:cNvSpPr>
                <a:spLocks noChangeShapeType="1"/>
              </p:cNvSpPr>
              <p:nvPr userDrawn="1"/>
            </p:nvSpPr>
            <p:spPr bwMode="auto">
              <a:xfrm>
                <a:off x="0" y="3225"/>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 name="Line 37"/>
              <p:cNvSpPr>
                <a:spLocks noChangeShapeType="1"/>
              </p:cNvSpPr>
              <p:nvPr userDrawn="1"/>
            </p:nvSpPr>
            <p:spPr bwMode="auto">
              <a:xfrm>
                <a:off x="0" y="2831"/>
                <a:ext cx="624"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 name="Line 38"/>
              <p:cNvSpPr>
                <a:spLocks noChangeShapeType="1"/>
              </p:cNvSpPr>
              <p:nvPr userDrawn="1"/>
            </p:nvSpPr>
            <p:spPr bwMode="auto">
              <a:xfrm>
                <a:off x="0" y="2750"/>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 name="Line 39"/>
              <p:cNvSpPr>
                <a:spLocks noChangeShapeType="1"/>
              </p:cNvSpPr>
              <p:nvPr userDrawn="1"/>
            </p:nvSpPr>
            <p:spPr bwMode="auto">
              <a:xfrm>
                <a:off x="0" y="2678"/>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 name="Line 40"/>
              <p:cNvSpPr>
                <a:spLocks noChangeShapeType="1"/>
              </p:cNvSpPr>
              <p:nvPr userDrawn="1"/>
            </p:nvSpPr>
            <p:spPr bwMode="auto">
              <a:xfrm>
                <a:off x="0" y="2876"/>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 name="Line 41"/>
              <p:cNvSpPr>
                <a:spLocks noChangeShapeType="1"/>
              </p:cNvSpPr>
              <p:nvPr userDrawn="1"/>
            </p:nvSpPr>
            <p:spPr bwMode="auto">
              <a:xfrm>
                <a:off x="0" y="2855"/>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 name="Line 42"/>
              <p:cNvSpPr>
                <a:spLocks noChangeShapeType="1"/>
              </p:cNvSpPr>
              <p:nvPr userDrawn="1"/>
            </p:nvSpPr>
            <p:spPr bwMode="auto">
              <a:xfrm>
                <a:off x="0" y="2554"/>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 name="Line 43"/>
              <p:cNvSpPr>
                <a:spLocks noChangeShapeType="1"/>
              </p:cNvSpPr>
              <p:nvPr userDrawn="1"/>
            </p:nvSpPr>
            <p:spPr bwMode="auto">
              <a:xfrm>
                <a:off x="0" y="2590"/>
                <a:ext cx="624"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 name="Line 44"/>
              <p:cNvSpPr>
                <a:spLocks noChangeShapeType="1"/>
              </p:cNvSpPr>
              <p:nvPr userDrawn="1"/>
            </p:nvSpPr>
            <p:spPr bwMode="auto">
              <a:xfrm>
                <a:off x="0" y="2623"/>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 name="Line 45"/>
              <p:cNvSpPr>
                <a:spLocks noChangeShapeType="1"/>
              </p:cNvSpPr>
              <p:nvPr userDrawn="1"/>
            </p:nvSpPr>
            <p:spPr bwMode="auto">
              <a:xfrm>
                <a:off x="0" y="2464"/>
                <a:ext cx="624"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 name="Line 46"/>
              <p:cNvSpPr>
                <a:spLocks noChangeShapeType="1"/>
              </p:cNvSpPr>
              <p:nvPr userDrawn="1"/>
            </p:nvSpPr>
            <p:spPr bwMode="auto">
              <a:xfrm>
                <a:off x="0" y="2416"/>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 name="Line 47"/>
              <p:cNvSpPr>
                <a:spLocks noChangeShapeType="1"/>
              </p:cNvSpPr>
              <p:nvPr userDrawn="1"/>
            </p:nvSpPr>
            <p:spPr bwMode="auto">
              <a:xfrm>
                <a:off x="0" y="2509"/>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 name="Line 48"/>
              <p:cNvSpPr>
                <a:spLocks noChangeShapeType="1"/>
              </p:cNvSpPr>
              <p:nvPr userDrawn="1"/>
            </p:nvSpPr>
            <p:spPr bwMode="auto">
              <a:xfrm>
                <a:off x="0" y="2371"/>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 name="Line 49"/>
              <p:cNvSpPr>
                <a:spLocks noChangeShapeType="1"/>
              </p:cNvSpPr>
              <p:nvPr userDrawn="1"/>
            </p:nvSpPr>
            <p:spPr bwMode="auto">
              <a:xfrm>
                <a:off x="0" y="2245"/>
                <a:ext cx="624"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 name="Line 50"/>
              <p:cNvSpPr>
                <a:spLocks noChangeShapeType="1"/>
              </p:cNvSpPr>
              <p:nvPr userDrawn="1"/>
            </p:nvSpPr>
            <p:spPr bwMode="auto">
              <a:xfrm>
                <a:off x="0" y="2350"/>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 name="Line 51"/>
              <p:cNvSpPr>
                <a:spLocks noChangeShapeType="1"/>
              </p:cNvSpPr>
              <p:nvPr userDrawn="1"/>
            </p:nvSpPr>
            <p:spPr bwMode="auto">
              <a:xfrm>
                <a:off x="0" y="2290"/>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 name="Line 52"/>
              <p:cNvSpPr>
                <a:spLocks noChangeShapeType="1"/>
              </p:cNvSpPr>
              <p:nvPr userDrawn="1"/>
            </p:nvSpPr>
            <p:spPr bwMode="auto">
              <a:xfrm>
                <a:off x="0" y="2269"/>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 name="Line 53"/>
              <p:cNvSpPr>
                <a:spLocks noChangeShapeType="1"/>
              </p:cNvSpPr>
              <p:nvPr userDrawn="1"/>
            </p:nvSpPr>
            <p:spPr bwMode="auto">
              <a:xfrm>
                <a:off x="0" y="2130"/>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 name="Line 54"/>
              <p:cNvSpPr>
                <a:spLocks noChangeShapeType="1"/>
              </p:cNvSpPr>
              <p:nvPr userDrawn="1"/>
            </p:nvSpPr>
            <p:spPr bwMode="auto">
              <a:xfrm>
                <a:off x="0" y="2166"/>
                <a:ext cx="624"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 name="Line 55"/>
              <p:cNvSpPr>
                <a:spLocks noChangeShapeType="1"/>
              </p:cNvSpPr>
              <p:nvPr userDrawn="1"/>
            </p:nvSpPr>
            <p:spPr bwMode="auto">
              <a:xfrm>
                <a:off x="0" y="2199"/>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 name="Line 56"/>
              <p:cNvSpPr>
                <a:spLocks noChangeShapeType="1"/>
              </p:cNvSpPr>
              <p:nvPr userDrawn="1"/>
            </p:nvSpPr>
            <p:spPr bwMode="auto">
              <a:xfrm>
                <a:off x="0" y="2040"/>
                <a:ext cx="624"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 name="Line 57"/>
              <p:cNvSpPr>
                <a:spLocks noChangeShapeType="1"/>
              </p:cNvSpPr>
              <p:nvPr userDrawn="1"/>
            </p:nvSpPr>
            <p:spPr bwMode="auto">
              <a:xfrm>
                <a:off x="0" y="1992"/>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 name="Line 58"/>
              <p:cNvSpPr>
                <a:spLocks noChangeShapeType="1"/>
              </p:cNvSpPr>
              <p:nvPr userDrawn="1"/>
            </p:nvSpPr>
            <p:spPr bwMode="auto">
              <a:xfrm>
                <a:off x="0" y="2085"/>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 name="Line 59"/>
              <p:cNvSpPr>
                <a:spLocks noChangeShapeType="1"/>
              </p:cNvSpPr>
              <p:nvPr userDrawn="1"/>
            </p:nvSpPr>
            <p:spPr bwMode="auto">
              <a:xfrm>
                <a:off x="0" y="1593"/>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 name="Line 60"/>
              <p:cNvSpPr>
                <a:spLocks noChangeShapeType="1"/>
              </p:cNvSpPr>
              <p:nvPr userDrawn="1"/>
            </p:nvSpPr>
            <p:spPr bwMode="auto">
              <a:xfrm>
                <a:off x="0" y="1566"/>
                <a:ext cx="624"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 name="Line 61"/>
              <p:cNvSpPr>
                <a:spLocks noChangeShapeType="1"/>
              </p:cNvSpPr>
              <p:nvPr userDrawn="1"/>
            </p:nvSpPr>
            <p:spPr bwMode="auto">
              <a:xfrm>
                <a:off x="0" y="1947"/>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 name="Line 62"/>
              <p:cNvSpPr>
                <a:spLocks noChangeShapeType="1"/>
              </p:cNvSpPr>
              <p:nvPr userDrawn="1"/>
            </p:nvSpPr>
            <p:spPr bwMode="auto">
              <a:xfrm>
                <a:off x="0" y="1821"/>
                <a:ext cx="624"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 name="Line 63"/>
              <p:cNvSpPr>
                <a:spLocks noChangeShapeType="1"/>
              </p:cNvSpPr>
              <p:nvPr userDrawn="1"/>
            </p:nvSpPr>
            <p:spPr bwMode="auto">
              <a:xfrm>
                <a:off x="0" y="1740"/>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 name="Line 64"/>
              <p:cNvSpPr>
                <a:spLocks noChangeShapeType="1"/>
              </p:cNvSpPr>
              <p:nvPr userDrawn="1"/>
            </p:nvSpPr>
            <p:spPr bwMode="auto">
              <a:xfrm>
                <a:off x="0" y="1926"/>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 name="Line 65"/>
              <p:cNvSpPr>
                <a:spLocks noChangeShapeType="1"/>
              </p:cNvSpPr>
              <p:nvPr userDrawn="1"/>
            </p:nvSpPr>
            <p:spPr bwMode="auto">
              <a:xfrm>
                <a:off x="0" y="1614"/>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 name="Line 66"/>
              <p:cNvSpPr>
                <a:spLocks noChangeShapeType="1"/>
              </p:cNvSpPr>
              <p:nvPr userDrawn="1"/>
            </p:nvSpPr>
            <p:spPr bwMode="auto">
              <a:xfrm>
                <a:off x="0" y="1668"/>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9" name="Line 67"/>
              <p:cNvSpPr>
                <a:spLocks noChangeShapeType="1"/>
              </p:cNvSpPr>
              <p:nvPr userDrawn="1"/>
            </p:nvSpPr>
            <p:spPr bwMode="auto">
              <a:xfrm>
                <a:off x="0" y="1866"/>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 name="Line 68"/>
              <p:cNvSpPr>
                <a:spLocks noChangeShapeType="1"/>
              </p:cNvSpPr>
              <p:nvPr userDrawn="1"/>
            </p:nvSpPr>
            <p:spPr bwMode="auto">
              <a:xfrm>
                <a:off x="0" y="1845"/>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 name="Line 69"/>
              <p:cNvSpPr>
                <a:spLocks noChangeShapeType="1"/>
              </p:cNvSpPr>
              <p:nvPr userDrawn="1"/>
            </p:nvSpPr>
            <p:spPr bwMode="auto">
              <a:xfrm>
                <a:off x="0" y="1437"/>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 name="Line 70"/>
              <p:cNvSpPr>
                <a:spLocks noChangeShapeType="1"/>
              </p:cNvSpPr>
              <p:nvPr userDrawn="1"/>
            </p:nvSpPr>
            <p:spPr bwMode="auto">
              <a:xfrm>
                <a:off x="0" y="1473"/>
                <a:ext cx="624"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 name="Line 71"/>
              <p:cNvSpPr>
                <a:spLocks noChangeShapeType="1"/>
              </p:cNvSpPr>
              <p:nvPr userDrawn="1"/>
            </p:nvSpPr>
            <p:spPr bwMode="auto">
              <a:xfrm>
                <a:off x="0" y="1506"/>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 name="Line 72"/>
              <p:cNvSpPr>
                <a:spLocks noChangeShapeType="1"/>
              </p:cNvSpPr>
              <p:nvPr userDrawn="1"/>
            </p:nvSpPr>
            <p:spPr bwMode="auto">
              <a:xfrm>
                <a:off x="0" y="1347"/>
                <a:ext cx="624"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 name="Line 73"/>
              <p:cNvSpPr>
                <a:spLocks noChangeShapeType="1"/>
              </p:cNvSpPr>
              <p:nvPr userDrawn="1"/>
            </p:nvSpPr>
            <p:spPr bwMode="auto">
              <a:xfrm>
                <a:off x="0" y="1392"/>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 name="Line 74"/>
              <p:cNvSpPr>
                <a:spLocks noChangeShapeType="1"/>
              </p:cNvSpPr>
              <p:nvPr userDrawn="1"/>
            </p:nvSpPr>
            <p:spPr bwMode="auto">
              <a:xfrm>
                <a:off x="0" y="1016"/>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 name="Line 75"/>
              <p:cNvSpPr>
                <a:spLocks noChangeShapeType="1"/>
              </p:cNvSpPr>
              <p:nvPr userDrawn="1"/>
            </p:nvSpPr>
            <p:spPr bwMode="auto">
              <a:xfrm>
                <a:off x="0" y="989"/>
                <a:ext cx="624"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 name="Line 76"/>
              <p:cNvSpPr>
                <a:spLocks noChangeShapeType="1"/>
              </p:cNvSpPr>
              <p:nvPr userDrawn="1"/>
            </p:nvSpPr>
            <p:spPr bwMode="auto">
              <a:xfrm>
                <a:off x="0" y="1244"/>
                <a:ext cx="624"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 name="Line 77"/>
              <p:cNvSpPr>
                <a:spLocks noChangeShapeType="1"/>
              </p:cNvSpPr>
              <p:nvPr userDrawn="1"/>
            </p:nvSpPr>
            <p:spPr bwMode="auto">
              <a:xfrm>
                <a:off x="0" y="1163"/>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 name="Line 78"/>
              <p:cNvSpPr>
                <a:spLocks noChangeShapeType="1"/>
              </p:cNvSpPr>
              <p:nvPr userDrawn="1"/>
            </p:nvSpPr>
            <p:spPr bwMode="auto">
              <a:xfrm>
                <a:off x="0" y="1037"/>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1" name="Line 79"/>
              <p:cNvSpPr>
                <a:spLocks noChangeShapeType="1"/>
              </p:cNvSpPr>
              <p:nvPr userDrawn="1"/>
            </p:nvSpPr>
            <p:spPr bwMode="auto">
              <a:xfrm>
                <a:off x="0" y="1091"/>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 name="Line 80"/>
              <p:cNvSpPr>
                <a:spLocks noChangeShapeType="1"/>
              </p:cNvSpPr>
              <p:nvPr userDrawn="1"/>
            </p:nvSpPr>
            <p:spPr bwMode="auto">
              <a:xfrm>
                <a:off x="0" y="1289"/>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 name="Line 81"/>
              <p:cNvSpPr>
                <a:spLocks noChangeShapeType="1"/>
              </p:cNvSpPr>
              <p:nvPr userDrawn="1"/>
            </p:nvSpPr>
            <p:spPr bwMode="auto">
              <a:xfrm>
                <a:off x="0" y="1268"/>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 name="Line 82"/>
              <p:cNvSpPr>
                <a:spLocks noChangeShapeType="1"/>
              </p:cNvSpPr>
              <p:nvPr userDrawn="1"/>
            </p:nvSpPr>
            <p:spPr bwMode="auto">
              <a:xfrm>
                <a:off x="0" y="860"/>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 name="Line 83"/>
              <p:cNvSpPr>
                <a:spLocks noChangeShapeType="1"/>
              </p:cNvSpPr>
              <p:nvPr userDrawn="1"/>
            </p:nvSpPr>
            <p:spPr bwMode="auto">
              <a:xfrm>
                <a:off x="0" y="896"/>
                <a:ext cx="624"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 name="Line 84"/>
              <p:cNvSpPr>
                <a:spLocks noChangeShapeType="1"/>
              </p:cNvSpPr>
              <p:nvPr userDrawn="1"/>
            </p:nvSpPr>
            <p:spPr bwMode="auto">
              <a:xfrm>
                <a:off x="0" y="929"/>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 name="Line 85"/>
              <p:cNvSpPr>
                <a:spLocks noChangeShapeType="1"/>
              </p:cNvSpPr>
              <p:nvPr userDrawn="1"/>
            </p:nvSpPr>
            <p:spPr bwMode="auto">
              <a:xfrm>
                <a:off x="0" y="770"/>
                <a:ext cx="624"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8" name="Line 86"/>
              <p:cNvSpPr>
                <a:spLocks noChangeShapeType="1"/>
              </p:cNvSpPr>
              <p:nvPr userDrawn="1"/>
            </p:nvSpPr>
            <p:spPr bwMode="auto">
              <a:xfrm>
                <a:off x="0" y="815"/>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9" name="Line 87"/>
              <p:cNvSpPr>
                <a:spLocks noChangeShapeType="1"/>
              </p:cNvSpPr>
              <p:nvPr userDrawn="1"/>
            </p:nvSpPr>
            <p:spPr bwMode="auto">
              <a:xfrm>
                <a:off x="0" y="718"/>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0" name="Line 88"/>
              <p:cNvSpPr>
                <a:spLocks noChangeShapeType="1"/>
              </p:cNvSpPr>
              <p:nvPr userDrawn="1"/>
            </p:nvSpPr>
            <p:spPr bwMode="auto">
              <a:xfrm>
                <a:off x="0" y="646"/>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1" name="Line 89"/>
              <p:cNvSpPr>
                <a:spLocks noChangeShapeType="1"/>
              </p:cNvSpPr>
              <p:nvPr userDrawn="1"/>
            </p:nvSpPr>
            <p:spPr bwMode="auto">
              <a:xfrm>
                <a:off x="0" y="522"/>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 name="Line 90"/>
              <p:cNvSpPr>
                <a:spLocks noChangeShapeType="1"/>
              </p:cNvSpPr>
              <p:nvPr userDrawn="1"/>
            </p:nvSpPr>
            <p:spPr bwMode="auto">
              <a:xfrm>
                <a:off x="0" y="558"/>
                <a:ext cx="624"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 name="Line 91"/>
              <p:cNvSpPr>
                <a:spLocks noChangeShapeType="1"/>
              </p:cNvSpPr>
              <p:nvPr userDrawn="1"/>
            </p:nvSpPr>
            <p:spPr bwMode="auto">
              <a:xfrm>
                <a:off x="0" y="591"/>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 name="Line 92"/>
              <p:cNvSpPr>
                <a:spLocks noChangeShapeType="1"/>
              </p:cNvSpPr>
              <p:nvPr userDrawn="1"/>
            </p:nvSpPr>
            <p:spPr bwMode="auto">
              <a:xfrm>
                <a:off x="0" y="432"/>
                <a:ext cx="624"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 name="Line 93"/>
              <p:cNvSpPr>
                <a:spLocks noChangeShapeType="1"/>
              </p:cNvSpPr>
              <p:nvPr userDrawn="1"/>
            </p:nvSpPr>
            <p:spPr bwMode="auto">
              <a:xfrm>
                <a:off x="0" y="384"/>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6" name="Line 94"/>
              <p:cNvSpPr>
                <a:spLocks noChangeShapeType="1"/>
              </p:cNvSpPr>
              <p:nvPr userDrawn="1"/>
            </p:nvSpPr>
            <p:spPr bwMode="auto">
              <a:xfrm>
                <a:off x="0" y="477"/>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 name="Line 95"/>
              <p:cNvSpPr>
                <a:spLocks noChangeShapeType="1"/>
              </p:cNvSpPr>
              <p:nvPr userDrawn="1"/>
            </p:nvSpPr>
            <p:spPr bwMode="auto">
              <a:xfrm>
                <a:off x="0" y="339"/>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8" name="Line 96"/>
              <p:cNvSpPr>
                <a:spLocks noChangeShapeType="1"/>
              </p:cNvSpPr>
              <p:nvPr userDrawn="1"/>
            </p:nvSpPr>
            <p:spPr bwMode="auto">
              <a:xfrm>
                <a:off x="0" y="318"/>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9" name="Line 97"/>
              <p:cNvSpPr>
                <a:spLocks noChangeShapeType="1"/>
              </p:cNvSpPr>
              <p:nvPr userDrawn="1"/>
            </p:nvSpPr>
            <p:spPr bwMode="auto">
              <a:xfrm>
                <a:off x="0" y="258"/>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0" name="Line 98"/>
              <p:cNvSpPr>
                <a:spLocks noChangeShapeType="1"/>
              </p:cNvSpPr>
              <p:nvPr userDrawn="1"/>
            </p:nvSpPr>
            <p:spPr bwMode="auto">
              <a:xfrm>
                <a:off x="0" y="70"/>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1" name="Line 99"/>
              <p:cNvSpPr>
                <a:spLocks noChangeShapeType="1"/>
              </p:cNvSpPr>
              <p:nvPr userDrawn="1"/>
            </p:nvSpPr>
            <p:spPr bwMode="auto">
              <a:xfrm>
                <a:off x="0" y="43"/>
                <a:ext cx="624"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 name="Line 100"/>
              <p:cNvSpPr>
                <a:spLocks noChangeShapeType="1"/>
              </p:cNvSpPr>
              <p:nvPr userDrawn="1"/>
            </p:nvSpPr>
            <p:spPr bwMode="auto">
              <a:xfrm>
                <a:off x="0" y="91"/>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 name="Line 101"/>
              <p:cNvSpPr>
                <a:spLocks noChangeShapeType="1"/>
              </p:cNvSpPr>
              <p:nvPr userDrawn="1"/>
            </p:nvSpPr>
            <p:spPr bwMode="auto">
              <a:xfrm>
                <a:off x="0" y="145"/>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 name="Line 102"/>
              <p:cNvSpPr>
                <a:spLocks noChangeShapeType="1"/>
              </p:cNvSpPr>
              <p:nvPr userDrawn="1"/>
            </p:nvSpPr>
            <p:spPr bwMode="auto">
              <a:xfrm>
                <a:off x="0" y="202"/>
                <a:ext cx="624"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105" name="Rectangle 108"/>
          <p:cNvSpPr>
            <a:spLocks noChangeArrowheads="1"/>
          </p:cNvSpPr>
          <p:nvPr/>
        </p:nvSpPr>
        <p:spPr bwMode="auto">
          <a:xfrm>
            <a:off x="3017838" y="2120900"/>
            <a:ext cx="5662612" cy="77788"/>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3200">
                <a:solidFill>
                  <a:schemeClr val="tx1"/>
                </a:solidFill>
                <a:latin typeface="Comic Sans MS" pitchFamily="66" charset="0"/>
                <a:ea typeface="宋体" pitchFamily="2" charset="-122"/>
              </a:defRPr>
            </a:lvl1pPr>
            <a:lvl2pPr marL="742950" indent="-285750" eaLnBrk="0" hangingPunct="0">
              <a:defRPr kumimoji="1" sz="3200">
                <a:solidFill>
                  <a:schemeClr val="tx1"/>
                </a:solidFill>
                <a:latin typeface="Comic Sans MS" pitchFamily="66" charset="0"/>
                <a:ea typeface="宋体" pitchFamily="2" charset="-122"/>
              </a:defRPr>
            </a:lvl2pPr>
            <a:lvl3pPr marL="1143000" indent="-228600" eaLnBrk="0" hangingPunct="0">
              <a:defRPr kumimoji="1" sz="3200">
                <a:solidFill>
                  <a:schemeClr val="tx1"/>
                </a:solidFill>
                <a:latin typeface="Comic Sans MS" pitchFamily="66" charset="0"/>
                <a:ea typeface="宋体" pitchFamily="2" charset="-122"/>
              </a:defRPr>
            </a:lvl3pPr>
            <a:lvl4pPr marL="1600200" indent="-228600" eaLnBrk="0" hangingPunct="0">
              <a:defRPr kumimoji="1" sz="3200">
                <a:solidFill>
                  <a:schemeClr val="tx1"/>
                </a:solidFill>
                <a:latin typeface="Comic Sans MS" pitchFamily="66" charset="0"/>
                <a:ea typeface="宋体" pitchFamily="2" charset="-122"/>
              </a:defRPr>
            </a:lvl4pPr>
            <a:lvl5pPr marL="2057400" indent="-228600" eaLnBrk="0" hangingPunct="0">
              <a:defRPr kumimoji="1" sz="3200">
                <a:solidFill>
                  <a:schemeClr val="tx1"/>
                </a:solidFill>
                <a:latin typeface="Comic Sans MS" pitchFamily="66" charset="0"/>
                <a:ea typeface="宋体" pitchFamily="2" charset="-122"/>
              </a:defRPr>
            </a:lvl5pPr>
            <a:lvl6pPr marL="2514600" indent="-228600" eaLnBrk="0" fontAlgn="base" hangingPunct="0">
              <a:spcBef>
                <a:spcPct val="20000"/>
              </a:spcBef>
              <a:spcAft>
                <a:spcPct val="0"/>
              </a:spcAft>
              <a:buClr>
                <a:schemeClr val="tx1"/>
              </a:buClr>
              <a:buFont typeface="Wingdings" pitchFamily="2" charset="2"/>
              <a:defRPr kumimoji="1" sz="3200">
                <a:solidFill>
                  <a:schemeClr val="tx1"/>
                </a:solidFill>
                <a:latin typeface="Comic Sans MS" pitchFamily="66" charset="0"/>
                <a:ea typeface="宋体" pitchFamily="2" charset="-122"/>
              </a:defRPr>
            </a:lvl6pPr>
            <a:lvl7pPr marL="2971800" indent="-228600" eaLnBrk="0" fontAlgn="base" hangingPunct="0">
              <a:spcBef>
                <a:spcPct val="20000"/>
              </a:spcBef>
              <a:spcAft>
                <a:spcPct val="0"/>
              </a:spcAft>
              <a:buClr>
                <a:schemeClr val="tx1"/>
              </a:buClr>
              <a:buFont typeface="Wingdings" pitchFamily="2" charset="2"/>
              <a:defRPr kumimoji="1" sz="3200">
                <a:solidFill>
                  <a:schemeClr val="tx1"/>
                </a:solidFill>
                <a:latin typeface="Comic Sans MS" pitchFamily="66" charset="0"/>
                <a:ea typeface="宋体" pitchFamily="2" charset="-122"/>
              </a:defRPr>
            </a:lvl7pPr>
            <a:lvl8pPr marL="3429000" indent="-228600" eaLnBrk="0" fontAlgn="base" hangingPunct="0">
              <a:spcBef>
                <a:spcPct val="20000"/>
              </a:spcBef>
              <a:spcAft>
                <a:spcPct val="0"/>
              </a:spcAft>
              <a:buClr>
                <a:schemeClr val="tx1"/>
              </a:buClr>
              <a:buFont typeface="Wingdings" pitchFamily="2" charset="2"/>
              <a:defRPr kumimoji="1" sz="3200">
                <a:solidFill>
                  <a:schemeClr val="tx1"/>
                </a:solidFill>
                <a:latin typeface="Comic Sans MS" pitchFamily="66" charset="0"/>
                <a:ea typeface="宋体" pitchFamily="2" charset="-122"/>
              </a:defRPr>
            </a:lvl8pPr>
            <a:lvl9pPr marL="3886200" indent="-228600" eaLnBrk="0" fontAlgn="base" hangingPunct="0">
              <a:spcBef>
                <a:spcPct val="20000"/>
              </a:spcBef>
              <a:spcAft>
                <a:spcPct val="0"/>
              </a:spcAft>
              <a:buClr>
                <a:schemeClr val="tx1"/>
              </a:buClr>
              <a:buFont typeface="Wingdings" pitchFamily="2" charset="2"/>
              <a:defRPr kumimoji="1" sz="3200">
                <a:solidFill>
                  <a:schemeClr val="tx1"/>
                </a:solidFill>
                <a:latin typeface="Comic Sans MS" pitchFamily="66" charset="0"/>
                <a:ea typeface="宋体" pitchFamily="2" charset="-122"/>
              </a:defRPr>
            </a:lvl9pPr>
          </a:lstStyle>
          <a:p>
            <a:pPr algn="ctr" eaLnBrk="1" hangingPunct="1">
              <a:spcBef>
                <a:spcPct val="0"/>
              </a:spcBef>
              <a:buClrTx/>
              <a:buFontTx/>
              <a:buNone/>
              <a:defRPr/>
            </a:pPr>
            <a:endParaRPr lang="zh-CN" altLang="en-US" sz="2400" smtClean="0">
              <a:latin typeface="Times New Roman" pitchFamily="18" charset="0"/>
            </a:endParaRPr>
          </a:p>
        </p:txBody>
      </p:sp>
      <p:sp>
        <p:nvSpPr>
          <p:cNvPr id="106" name="Rectangle 109"/>
          <p:cNvSpPr>
            <a:spLocks noChangeArrowheads="1"/>
          </p:cNvSpPr>
          <p:nvPr/>
        </p:nvSpPr>
        <p:spPr bwMode="auto">
          <a:xfrm>
            <a:off x="1098550" y="862013"/>
            <a:ext cx="5662613" cy="77787"/>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3200">
                <a:solidFill>
                  <a:schemeClr val="tx1"/>
                </a:solidFill>
                <a:latin typeface="Comic Sans MS" pitchFamily="66" charset="0"/>
                <a:ea typeface="宋体" pitchFamily="2" charset="-122"/>
              </a:defRPr>
            </a:lvl1pPr>
            <a:lvl2pPr marL="742950" indent="-285750" eaLnBrk="0" hangingPunct="0">
              <a:defRPr kumimoji="1" sz="3200">
                <a:solidFill>
                  <a:schemeClr val="tx1"/>
                </a:solidFill>
                <a:latin typeface="Comic Sans MS" pitchFamily="66" charset="0"/>
                <a:ea typeface="宋体" pitchFamily="2" charset="-122"/>
              </a:defRPr>
            </a:lvl2pPr>
            <a:lvl3pPr marL="1143000" indent="-228600" eaLnBrk="0" hangingPunct="0">
              <a:defRPr kumimoji="1" sz="3200">
                <a:solidFill>
                  <a:schemeClr val="tx1"/>
                </a:solidFill>
                <a:latin typeface="Comic Sans MS" pitchFamily="66" charset="0"/>
                <a:ea typeface="宋体" pitchFamily="2" charset="-122"/>
              </a:defRPr>
            </a:lvl3pPr>
            <a:lvl4pPr marL="1600200" indent="-228600" eaLnBrk="0" hangingPunct="0">
              <a:defRPr kumimoji="1" sz="3200">
                <a:solidFill>
                  <a:schemeClr val="tx1"/>
                </a:solidFill>
                <a:latin typeface="Comic Sans MS" pitchFamily="66" charset="0"/>
                <a:ea typeface="宋体" pitchFamily="2" charset="-122"/>
              </a:defRPr>
            </a:lvl4pPr>
            <a:lvl5pPr marL="2057400" indent="-228600" eaLnBrk="0" hangingPunct="0">
              <a:defRPr kumimoji="1" sz="3200">
                <a:solidFill>
                  <a:schemeClr val="tx1"/>
                </a:solidFill>
                <a:latin typeface="Comic Sans MS" pitchFamily="66" charset="0"/>
                <a:ea typeface="宋体" pitchFamily="2" charset="-122"/>
              </a:defRPr>
            </a:lvl5pPr>
            <a:lvl6pPr marL="2514600" indent="-228600" eaLnBrk="0" fontAlgn="base" hangingPunct="0">
              <a:spcBef>
                <a:spcPct val="20000"/>
              </a:spcBef>
              <a:spcAft>
                <a:spcPct val="0"/>
              </a:spcAft>
              <a:buClr>
                <a:schemeClr val="tx1"/>
              </a:buClr>
              <a:buFont typeface="Wingdings" pitchFamily="2" charset="2"/>
              <a:defRPr kumimoji="1" sz="3200">
                <a:solidFill>
                  <a:schemeClr val="tx1"/>
                </a:solidFill>
                <a:latin typeface="Comic Sans MS" pitchFamily="66" charset="0"/>
                <a:ea typeface="宋体" pitchFamily="2" charset="-122"/>
              </a:defRPr>
            </a:lvl6pPr>
            <a:lvl7pPr marL="2971800" indent="-228600" eaLnBrk="0" fontAlgn="base" hangingPunct="0">
              <a:spcBef>
                <a:spcPct val="20000"/>
              </a:spcBef>
              <a:spcAft>
                <a:spcPct val="0"/>
              </a:spcAft>
              <a:buClr>
                <a:schemeClr val="tx1"/>
              </a:buClr>
              <a:buFont typeface="Wingdings" pitchFamily="2" charset="2"/>
              <a:defRPr kumimoji="1" sz="3200">
                <a:solidFill>
                  <a:schemeClr val="tx1"/>
                </a:solidFill>
                <a:latin typeface="Comic Sans MS" pitchFamily="66" charset="0"/>
                <a:ea typeface="宋体" pitchFamily="2" charset="-122"/>
              </a:defRPr>
            </a:lvl7pPr>
            <a:lvl8pPr marL="3429000" indent="-228600" eaLnBrk="0" fontAlgn="base" hangingPunct="0">
              <a:spcBef>
                <a:spcPct val="20000"/>
              </a:spcBef>
              <a:spcAft>
                <a:spcPct val="0"/>
              </a:spcAft>
              <a:buClr>
                <a:schemeClr val="tx1"/>
              </a:buClr>
              <a:buFont typeface="Wingdings" pitchFamily="2" charset="2"/>
              <a:defRPr kumimoji="1" sz="3200">
                <a:solidFill>
                  <a:schemeClr val="tx1"/>
                </a:solidFill>
                <a:latin typeface="Comic Sans MS" pitchFamily="66" charset="0"/>
                <a:ea typeface="宋体" pitchFamily="2" charset="-122"/>
              </a:defRPr>
            </a:lvl8pPr>
            <a:lvl9pPr marL="3886200" indent="-228600" eaLnBrk="0" fontAlgn="base" hangingPunct="0">
              <a:spcBef>
                <a:spcPct val="20000"/>
              </a:spcBef>
              <a:spcAft>
                <a:spcPct val="0"/>
              </a:spcAft>
              <a:buClr>
                <a:schemeClr val="tx1"/>
              </a:buClr>
              <a:buFont typeface="Wingdings" pitchFamily="2" charset="2"/>
              <a:defRPr kumimoji="1" sz="3200">
                <a:solidFill>
                  <a:schemeClr val="tx1"/>
                </a:solidFill>
                <a:latin typeface="Comic Sans MS" pitchFamily="66" charset="0"/>
                <a:ea typeface="宋体" pitchFamily="2" charset="-122"/>
              </a:defRPr>
            </a:lvl9pPr>
          </a:lstStyle>
          <a:p>
            <a:pPr algn="ctr" eaLnBrk="1" hangingPunct="1">
              <a:spcBef>
                <a:spcPct val="0"/>
              </a:spcBef>
              <a:buClrTx/>
              <a:buFontTx/>
              <a:buNone/>
              <a:defRPr/>
            </a:pPr>
            <a:endParaRPr lang="zh-CN" altLang="en-US" sz="2400" smtClean="0">
              <a:latin typeface="Times New Roman" pitchFamily="18" charset="0"/>
            </a:endParaRPr>
          </a:p>
        </p:txBody>
      </p:sp>
      <p:pic>
        <p:nvPicPr>
          <p:cNvPr id="107" name="Picture 110" descr="hui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67600" y="838200"/>
            <a:ext cx="1162050" cy="1162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98" name="Rectangle 106"/>
          <p:cNvSpPr>
            <a:spLocks noGrp="1" noChangeArrowheads="1"/>
          </p:cNvSpPr>
          <p:nvPr>
            <p:ph type="ctrTitle"/>
          </p:nvPr>
        </p:nvSpPr>
        <p:spPr>
          <a:xfrm>
            <a:off x="1169988" y="1046163"/>
            <a:ext cx="7380287" cy="1012825"/>
          </a:xfrm>
        </p:spPr>
        <p:txBody>
          <a:bodyPr/>
          <a:lstStyle>
            <a:lvl1pPr>
              <a:defRPr sz="4400"/>
            </a:lvl1pPr>
          </a:lstStyle>
          <a:p>
            <a:pPr lvl="0"/>
            <a:r>
              <a:rPr lang="zh-CN" altLang="en-US" noProof="0" smtClean="0"/>
              <a:t>单击此处编辑母版标题样式</a:t>
            </a:r>
          </a:p>
        </p:txBody>
      </p:sp>
      <p:sp>
        <p:nvSpPr>
          <p:cNvPr id="8299" name="Rectangle 107"/>
          <p:cNvSpPr>
            <a:spLocks noGrp="1" noChangeArrowheads="1"/>
          </p:cNvSpPr>
          <p:nvPr>
            <p:ph type="subTitle" idx="1"/>
          </p:nvPr>
        </p:nvSpPr>
        <p:spPr>
          <a:xfrm>
            <a:off x="1566863" y="2693988"/>
            <a:ext cx="6662737" cy="2994025"/>
          </a:xfrm>
        </p:spPr>
        <p:txBody>
          <a:bodyPr/>
          <a:lstStyle>
            <a:lvl1pPr marL="0" indent="0" algn="ctr">
              <a:buFont typeface="Wingdings" pitchFamily="2" charset="2"/>
              <a:buNone/>
              <a:defRPr/>
            </a:lvl1pPr>
          </a:lstStyle>
          <a:p>
            <a:pPr lvl="0"/>
            <a:r>
              <a:rPr lang="zh-CN" altLang="en-US" noProof="0" smtClean="0"/>
              <a:t>单击此处编辑母版副标题样式</a:t>
            </a:r>
          </a:p>
        </p:txBody>
      </p:sp>
      <p:sp>
        <p:nvSpPr>
          <p:cNvPr id="108" name="Rectangle 103"/>
          <p:cNvSpPr>
            <a:spLocks noGrp="1" noChangeArrowheads="1"/>
          </p:cNvSpPr>
          <p:nvPr>
            <p:ph type="dt" sz="half" idx="10"/>
          </p:nvPr>
        </p:nvSpPr>
        <p:spPr bwMode="auto">
          <a:xfrm>
            <a:off x="1387475" y="6357938"/>
            <a:ext cx="19050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spcBef>
                <a:spcPct val="0"/>
              </a:spcBef>
              <a:buClrTx/>
              <a:buFontTx/>
              <a:buNone/>
              <a:defRPr kumimoji="0" sz="1400">
                <a:solidFill>
                  <a:schemeClr val="folHlink"/>
                </a:solidFill>
                <a:latin typeface="Times New Roman" pitchFamily="18" charset="0"/>
                <a:ea typeface="宋体" pitchFamily="2" charset="-122"/>
              </a:defRPr>
            </a:lvl1pPr>
          </a:lstStyle>
          <a:p>
            <a:pPr>
              <a:defRPr/>
            </a:pPr>
            <a:endParaRPr lang="en-US" altLang="zh-CN"/>
          </a:p>
        </p:txBody>
      </p:sp>
      <p:sp>
        <p:nvSpPr>
          <p:cNvPr id="109" name="Rectangle 104"/>
          <p:cNvSpPr>
            <a:spLocks noGrp="1" noChangeArrowheads="1"/>
          </p:cNvSpPr>
          <p:nvPr>
            <p:ph type="ftr" sz="quarter" idx="11"/>
          </p:nvPr>
        </p:nvSpPr>
        <p:spPr bwMode="auto">
          <a:xfrm>
            <a:off x="3722688" y="6357938"/>
            <a:ext cx="2271712"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ctr">
              <a:spcBef>
                <a:spcPct val="0"/>
              </a:spcBef>
              <a:buClrTx/>
              <a:buFontTx/>
              <a:buNone/>
              <a:defRPr kumimoji="0" sz="1400">
                <a:solidFill>
                  <a:schemeClr val="folHlink"/>
                </a:solidFill>
                <a:latin typeface="Times New Roman" pitchFamily="18" charset="0"/>
                <a:ea typeface="宋体" pitchFamily="2" charset="-122"/>
              </a:defRPr>
            </a:lvl1pPr>
          </a:lstStyle>
          <a:p>
            <a:pPr>
              <a:defRPr/>
            </a:pPr>
            <a:endParaRPr lang="en-US" altLang="zh-CN"/>
          </a:p>
        </p:txBody>
      </p:sp>
      <p:sp>
        <p:nvSpPr>
          <p:cNvPr id="110" name="Rectangle 105"/>
          <p:cNvSpPr>
            <a:spLocks noGrp="1" noChangeArrowheads="1"/>
          </p:cNvSpPr>
          <p:nvPr>
            <p:ph type="sldNum" sz="quarter" idx="12"/>
          </p:nvPr>
        </p:nvSpPr>
        <p:spPr bwMode="auto">
          <a:xfrm>
            <a:off x="6464300" y="6361113"/>
            <a:ext cx="1906588"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spcBef>
                <a:spcPct val="0"/>
              </a:spcBef>
              <a:buClrTx/>
              <a:buFontTx/>
              <a:buNone/>
              <a:defRPr kumimoji="0" sz="1400">
                <a:solidFill>
                  <a:schemeClr val="folHlink"/>
                </a:solidFill>
                <a:latin typeface="Times New Roman" pitchFamily="18" charset="0"/>
                <a:ea typeface="宋体" pitchFamily="2" charset="-122"/>
              </a:defRPr>
            </a:lvl1pPr>
          </a:lstStyle>
          <a:p>
            <a:pPr>
              <a:defRPr/>
            </a:pPr>
            <a:fld id="{EC637F17-4C0C-4AC1-AB7B-8EF4E7BB6C7C}" type="slidenum">
              <a:rPr lang="zh-CN" altLang="en-US"/>
              <a:pPr>
                <a:defRPr/>
              </a:pPr>
              <a:t>‹#›</a:t>
            </a:fld>
            <a:endParaRPr lang="en-US" altLang="zh-CN"/>
          </a:p>
        </p:txBody>
      </p:sp>
    </p:spTree>
    <p:extLst>
      <p:ext uri="{BB962C8B-B14F-4D97-AF65-F5344CB8AC3E}">
        <p14:creationId xmlns:p14="http://schemas.microsoft.com/office/powerpoint/2010/main" val="2944749921"/>
      </p:ext>
    </p:extLst>
  </p:cSld>
  <p:clrMapOvr>
    <a:masterClrMapping/>
  </p:clrMapOvr>
  <p:transition spd="slow">
    <p:random/>
    <p:sndAc>
      <p:stSnd>
        <p:snd r:embed="rId1" name="projctor.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afterEffect">
                                  <p:stCondLst>
                                    <p:cond delay="0"/>
                                  </p:stCondLst>
                                  <p:childTnLst>
                                    <p:set>
                                      <p:cBhvr>
                                        <p:cTn id="6" dur="1" fill="hold">
                                          <p:stCondLst>
                                            <p:cond delay="0"/>
                                          </p:stCondLst>
                                        </p:cTn>
                                        <p:tgtEl>
                                          <p:spTgt spid="106"/>
                                        </p:tgtEl>
                                        <p:attrNameLst>
                                          <p:attrName>style.visibility</p:attrName>
                                        </p:attrNameLst>
                                      </p:cBhvr>
                                      <p:to>
                                        <p:strVal val="visible"/>
                                      </p:to>
                                    </p:set>
                                    <p:animEffect transition="in" filter="slide(fromLeft)">
                                      <p:cBhvr>
                                        <p:cTn id="7" dur="500"/>
                                        <p:tgtEl>
                                          <p:spTgt spid="106"/>
                                        </p:tgtEl>
                                      </p:cBhvr>
                                    </p:animEffect>
                                  </p:childTnLst>
                                </p:cTn>
                              </p:par>
                            </p:childTnLst>
                          </p:cTn>
                        </p:par>
                        <p:par>
                          <p:cTn id="8" fill="hold">
                            <p:stCondLst>
                              <p:cond delay="500"/>
                            </p:stCondLst>
                            <p:childTnLst>
                              <p:par>
                                <p:cTn id="9" presetID="12" presetClass="entr" presetSubtype="2" fill="hold" grpId="0" nodeType="afterEffect">
                                  <p:stCondLst>
                                    <p:cond delay="0"/>
                                  </p:stCondLst>
                                  <p:childTnLst>
                                    <p:set>
                                      <p:cBhvr>
                                        <p:cTn id="10" dur="1" fill="hold">
                                          <p:stCondLst>
                                            <p:cond delay="0"/>
                                          </p:stCondLst>
                                        </p:cTn>
                                        <p:tgtEl>
                                          <p:spTgt spid="105"/>
                                        </p:tgtEl>
                                        <p:attrNameLst>
                                          <p:attrName>style.visibility</p:attrName>
                                        </p:attrNameLst>
                                      </p:cBhvr>
                                      <p:to>
                                        <p:strVal val="visible"/>
                                      </p:to>
                                    </p:set>
                                    <p:animEffect transition="in" filter="slide(fromRight)">
                                      <p:cBhvr>
                                        <p:cTn id="11" dur="500"/>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 grpId="0" animBg="1" autoUpdateAnimBg="0"/>
      <p:bldP spid="106" grpId="0" animBg="1" autoUpdateAnimBg="0"/>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907079118"/>
      </p:ext>
    </p:extLst>
  </p:cSld>
  <p:clrMapOvr>
    <a:masterClrMapping/>
  </p:clrMapOvr>
  <p:transition spd="slow">
    <p:random/>
    <p:sndAc>
      <p:stSnd>
        <p:snd r:embed="rId1" name="projctor.wav"/>
      </p:stSnd>
    </p:sndAc>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Tree>
    <p:extLst>
      <p:ext uri="{BB962C8B-B14F-4D97-AF65-F5344CB8AC3E}">
        <p14:creationId xmlns:p14="http://schemas.microsoft.com/office/powerpoint/2010/main" val="2345678957"/>
      </p:ext>
    </p:extLst>
  </p:cSld>
  <p:clrMapOvr>
    <a:masterClrMapping/>
  </p:clrMapOvr>
  <p:transition spd="slow">
    <p:random/>
    <p:sndAc>
      <p:stSnd>
        <p:snd r:embed="rId1" name="projctor.wav"/>
      </p:stSnd>
    </p:sndAc>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09625" y="1974850"/>
            <a:ext cx="3902075" cy="44259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864100" y="1974850"/>
            <a:ext cx="3903663" cy="44259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3623977723"/>
      </p:ext>
    </p:extLst>
  </p:cSld>
  <p:clrMapOvr>
    <a:masterClrMapping/>
  </p:clrMapOvr>
  <p:transition spd="slow">
    <p:random/>
    <p:sndAc>
      <p:stSnd>
        <p:snd r:embed="rId1" name="projctor.wav"/>
      </p:stSnd>
    </p:sndAc>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2961154886"/>
      </p:ext>
    </p:extLst>
  </p:cSld>
  <p:clrMapOvr>
    <a:masterClrMapping/>
  </p:clrMapOvr>
  <p:transition spd="slow">
    <p:random/>
    <p:sndAc>
      <p:stSnd>
        <p:snd r:embed="rId1" name="projctor.wav"/>
      </p:stSnd>
    </p:sndAc>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Tree>
    <p:extLst>
      <p:ext uri="{BB962C8B-B14F-4D97-AF65-F5344CB8AC3E}">
        <p14:creationId xmlns:p14="http://schemas.microsoft.com/office/powerpoint/2010/main" val="1567277352"/>
      </p:ext>
    </p:extLst>
  </p:cSld>
  <p:clrMapOvr>
    <a:masterClrMapping/>
  </p:clrMapOvr>
  <p:transition spd="slow">
    <p:random/>
    <p:sndAc>
      <p:stSnd>
        <p:snd r:embed="rId1" name="projctor.wav"/>
      </p:stSnd>
    </p:sndAc>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456400788"/>
      </p:ext>
    </p:extLst>
  </p:cSld>
  <p:clrMapOvr>
    <a:masterClrMapping/>
  </p:clrMapOvr>
  <p:transition spd="slow">
    <p:random/>
    <p:sndAc>
      <p:stSnd>
        <p:snd r:embed="rId1" name="projctor.wav"/>
      </p:stSnd>
    </p:sndAc>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Tree>
    <p:extLst>
      <p:ext uri="{BB962C8B-B14F-4D97-AF65-F5344CB8AC3E}">
        <p14:creationId xmlns:p14="http://schemas.microsoft.com/office/powerpoint/2010/main" val="767811239"/>
      </p:ext>
    </p:extLst>
  </p:cSld>
  <p:clrMapOvr>
    <a:masterClrMapping/>
  </p:clrMapOvr>
  <p:transition spd="slow">
    <p:random/>
    <p:sndAc>
      <p:stSnd>
        <p:snd r:embed="rId1" name="projctor.wav"/>
      </p:stSnd>
    </p:sndAc>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Tree>
    <p:extLst>
      <p:ext uri="{BB962C8B-B14F-4D97-AF65-F5344CB8AC3E}">
        <p14:creationId xmlns:p14="http://schemas.microsoft.com/office/powerpoint/2010/main" val="3535392502"/>
      </p:ext>
    </p:extLst>
  </p:cSld>
  <p:clrMapOvr>
    <a:masterClrMapping/>
  </p:clrMapOvr>
  <p:transition spd="slow">
    <p:random/>
    <p:sndAc>
      <p:stSnd>
        <p:snd r:embed="rId1" name="projctor.wav"/>
      </p:stSnd>
    </p:sndAc>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105578094"/>
      </p:ext>
    </p:extLst>
  </p:cSld>
  <p:clrMapOvr>
    <a:masterClrMapping/>
  </p:clrMapOvr>
  <p:transition spd="slow">
    <p:random/>
    <p:sndAc>
      <p:stSnd>
        <p:snd r:embed="rId1" name="projctor.wav"/>
      </p:stSnd>
    </p:sndAc>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78625" y="469900"/>
            <a:ext cx="1989138" cy="59309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09625" y="469900"/>
            <a:ext cx="5816600" cy="5930900"/>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1241737449"/>
      </p:ext>
    </p:extLst>
  </p:cSld>
  <p:clrMapOvr>
    <a:masterClrMapping/>
  </p:clrMapOvr>
  <p:transition spd="slow">
    <p:random/>
    <p:sndAc>
      <p:stSnd>
        <p:snd r:embed="rId1" name="projctor.wav"/>
      </p:stSnd>
    </p:sndAc>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audio" Target="../media/audio1.wav"/><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123" descr="图片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27" name="Group 3"/>
          <p:cNvGrpSpPr>
            <a:grpSpLocks/>
          </p:cNvGrpSpPr>
          <p:nvPr/>
        </p:nvGrpSpPr>
        <p:grpSpPr bwMode="auto">
          <a:xfrm>
            <a:off x="0" y="68263"/>
            <a:ext cx="647700" cy="6713537"/>
            <a:chOff x="0" y="43"/>
            <a:chExt cx="5760" cy="4229"/>
          </a:xfrm>
        </p:grpSpPr>
        <p:sp>
          <p:nvSpPr>
            <p:cNvPr id="1038" name="Line 4"/>
            <p:cNvSpPr>
              <a:spLocks noChangeShapeType="1"/>
            </p:cNvSpPr>
            <p:nvPr userDrawn="1"/>
          </p:nvSpPr>
          <p:spPr bwMode="auto">
            <a:xfrm>
              <a:off x="0" y="4203"/>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9" name="Line 5"/>
            <p:cNvSpPr>
              <a:spLocks noChangeShapeType="1"/>
            </p:cNvSpPr>
            <p:nvPr userDrawn="1"/>
          </p:nvSpPr>
          <p:spPr bwMode="auto">
            <a:xfrm>
              <a:off x="0" y="4239"/>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0" name="Line 6"/>
            <p:cNvSpPr>
              <a:spLocks noChangeShapeType="1"/>
            </p:cNvSpPr>
            <p:nvPr userDrawn="1"/>
          </p:nvSpPr>
          <p:spPr bwMode="auto">
            <a:xfrm>
              <a:off x="0" y="4272"/>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1" name="Line 7"/>
            <p:cNvSpPr>
              <a:spLocks noChangeShapeType="1"/>
            </p:cNvSpPr>
            <p:nvPr userDrawn="1"/>
          </p:nvSpPr>
          <p:spPr bwMode="auto">
            <a:xfrm>
              <a:off x="0" y="4113"/>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2" name="Line 8"/>
            <p:cNvSpPr>
              <a:spLocks noChangeShapeType="1"/>
            </p:cNvSpPr>
            <p:nvPr userDrawn="1"/>
          </p:nvSpPr>
          <p:spPr bwMode="auto">
            <a:xfrm>
              <a:off x="0" y="4065"/>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3" name="Line 9"/>
            <p:cNvSpPr>
              <a:spLocks noChangeShapeType="1"/>
            </p:cNvSpPr>
            <p:nvPr userDrawn="1"/>
          </p:nvSpPr>
          <p:spPr bwMode="auto">
            <a:xfrm>
              <a:off x="0" y="4158"/>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4" name="Line 10"/>
            <p:cNvSpPr>
              <a:spLocks noChangeShapeType="1"/>
            </p:cNvSpPr>
            <p:nvPr userDrawn="1"/>
          </p:nvSpPr>
          <p:spPr bwMode="auto">
            <a:xfrm>
              <a:off x="0" y="3666"/>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5" name="Line 11"/>
            <p:cNvSpPr>
              <a:spLocks noChangeShapeType="1"/>
            </p:cNvSpPr>
            <p:nvPr userDrawn="1"/>
          </p:nvSpPr>
          <p:spPr bwMode="auto">
            <a:xfrm>
              <a:off x="0" y="3639"/>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6" name="Line 12"/>
            <p:cNvSpPr>
              <a:spLocks noChangeShapeType="1"/>
            </p:cNvSpPr>
            <p:nvPr userDrawn="1"/>
          </p:nvSpPr>
          <p:spPr bwMode="auto">
            <a:xfrm>
              <a:off x="0" y="4020"/>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7" name="Line 13"/>
            <p:cNvSpPr>
              <a:spLocks noChangeShapeType="1"/>
            </p:cNvSpPr>
            <p:nvPr userDrawn="1"/>
          </p:nvSpPr>
          <p:spPr bwMode="auto">
            <a:xfrm>
              <a:off x="0" y="3894"/>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8" name="Line 14"/>
            <p:cNvSpPr>
              <a:spLocks noChangeShapeType="1"/>
            </p:cNvSpPr>
            <p:nvPr userDrawn="1"/>
          </p:nvSpPr>
          <p:spPr bwMode="auto">
            <a:xfrm>
              <a:off x="0" y="3813"/>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9" name="Line 15"/>
            <p:cNvSpPr>
              <a:spLocks noChangeShapeType="1"/>
            </p:cNvSpPr>
            <p:nvPr userDrawn="1"/>
          </p:nvSpPr>
          <p:spPr bwMode="auto">
            <a:xfrm>
              <a:off x="0" y="3999"/>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0" name="Line 16"/>
            <p:cNvSpPr>
              <a:spLocks noChangeShapeType="1"/>
            </p:cNvSpPr>
            <p:nvPr userDrawn="1"/>
          </p:nvSpPr>
          <p:spPr bwMode="auto">
            <a:xfrm>
              <a:off x="0" y="3687"/>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1" name="Line 17"/>
            <p:cNvSpPr>
              <a:spLocks noChangeShapeType="1"/>
            </p:cNvSpPr>
            <p:nvPr userDrawn="1"/>
          </p:nvSpPr>
          <p:spPr bwMode="auto">
            <a:xfrm>
              <a:off x="0" y="3741"/>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2" name="Line 18"/>
            <p:cNvSpPr>
              <a:spLocks noChangeShapeType="1"/>
            </p:cNvSpPr>
            <p:nvPr userDrawn="1"/>
          </p:nvSpPr>
          <p:spPr bwMode="auto">
            <a:xfrm>
              <a:off x="0" y="393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3" name="Line 19"/>
            <p:cNvSpPr>
              <a:spLocks noChangeShapeType="1"/>
            </p:cNvSpPr>
            <p:nvPr userDrawn="1"/>
          </p:nvSpPr>
          <p:spPr bwMode="auto">
            <a:xfrm>
              <a:off x="0" y="3918"/>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4" name="Line 20"/>
            <p:cNvSpPr>
              <a:spLocks noChangeShapeType="1"/>
            </p:cNvSpPr>
            <p:nvPr userDrawn="1"/>
          </p:nvSpPr>
          <p:spPr bwMode="auto">
            <a:xfrm>
              <a:off x="0" y="3510"/>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5" name="Line 21"/>
            <p:cNvSpPr>
              <a:spLocks noChangeShapeType="1"/>
            </p:cNvSpPr>
            <p:nvPr userDrawn="1"/>
          </p:nvSpPr>
          <p:spPr bwMode="auto">
            <a:xfrm>
              <a:off x="0" y="3546"/>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6" name="Line 22"/>
            <p:cNvSpPr>
              <a:spLocks noChangeShapeType="1"/>
            </p:cNvSpPr>
            <p:nvPr userDrawn="1"/>
          </p:nvSpPr>
          <p:spPr bwMode="auto">
            <a:xfrm>
              <a:off x="0" y="357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7" name="Line 23"/>
            <p:cNvSpPr>
              <a:spLocks noChangeShapeType="1"/>
            </p:cNvSpPr>
            <p:nvPr userDrawn="1"/>
          </p:nvSpPr>
          <p:spPr bwMode="auto">
            <a:xfrm>
              <a:off x="0" y="3420"/>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8" name="Line 24"/>
            <p:cNvSpPr>
              <a:spLocks noChangeShapeType="1"/>
            </p:cNvSpPr>
            <p:nvPr userDrawn="1"/>
          </p:nvSpPr>
          <p:spPr bwMode="auto">
            <a:xfrm>
              <a:off x="0" y="3372"/>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9" name="Line 25"/>
            <p:cNvSpPr>
              <a:spLocks noChangeShapeType="1"/>
            </p:cNvSpPr>
            <p:nvPr userDrawn="1"/>
          </p:nvSpPr>
          <p:spPr bwMode="auto">
            <a:xfrm>
              <a:off x="0" y="3465"/>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0" name="Line 26"/>
            <p:cNvSpPr>
              <a:spLocks noChangeShapeType="1"/>
            </p:cNvSpPr>
            <p:nvPr userDrawn="1"/>
          </p:nvSpPr>
          <p:spPr bwMode="auto">
            <a:xfrm>
              <a:off x="0" y="2973"/>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1" name="Line 27"/>
            <p:cNvSpPr>
              <a:spLocks noChangeShapeType="1"/>
            </p:cNvSpPr>
            <p:nvPr userDrawn="1"/>
          </p:nvSpPr>
          <p:spPr bwMode="auto">
            <a:xfrm>
              <a:off x="0" y="2946"/>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2" name="Line 28"/>
            <p:cNvSpPr>
              <a:spLocks noChangeShapeType="1"/>
            </p:cNvSpPr>
            <p:nvPr userDrawn="1"/>
          </p:nvSpPr>
          <p:spPr bwMode="auto">
            <a:xfrm>
              <a:off x="0" y="3327"/>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3" name="Line 29"/>
            <p:cNvSpPr>
              <a:spLocks noChangeShapeType="1"/>
            </p:cNvSpPr>
            <p:nvPr userDrawn="1"/>
          </p:nvSpPr>
          <p:spPr bwMode="auto">
            <a:xfrm>
              <a:off x="0" y="3201"/>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4" name="Line 30"/>
            <p:cNvSpPr>
              <a:spLocks noChangeShapeType="1"/>
            </p:cNvSpPr>
            <p:nvPr userDrawn="1"/>
          </p:nvSpPr>
          <p:spPr bwMode="auto">
            <a:xfrm>
              <a:off x="0" y="3120"/>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5" name="Line 31"/>
            <p:cNvSpPr>
              <a:spLocks noChangeShapeType="1"/>
            </p:cNvSpPr>
            <p:nvPr userDrawn="1"/>
          </p:nvSpPr>
          <p:spPr bwMode="auto">
            <a:xfrm>
              <a:off x="0" y="3306"/>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6" name="Line 32"/>
            <p:cNvSpPr>
              <a:spLocks noChangeShapeType="1"/>
            </p:cNvSpPr>
            <p:nvPr userDrawn="1"/>
          </p:nvSpPr>
          <p:spPr bwMode="auto">
            <a:xfrm>
              <a:off x="0" y="2994"/>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7" name="Line 33"/>
            <p:cNvSpPr>
              <a:spLocks noChangeShapeType="1"/>
            </p:cNvSpPr>
            <p:nvPr userDrawn="1"/>
          </p:nvSpPr>
          <p:spPr bwMode="auto">
            <a:xfrm>
              <a:off x="0" y="3048"/>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8" name="Line 34"/>
            <p:cNvSpPr>
              <a:spLocks noChangeShapeType="1"/>
            </p:cNvSpPr>
            <p:nvPr userDrawn="1"/>
          </p:nvSpPr>
          <p:spPr bwMode="auto">
            <a:xfrm>
              <a:off x="0" y="3246"/>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9" name="Line 35"/>
            <p:cNvSpPr>
              <a:spLocks noChangeShapeType="1"/>
            </p:cNvSpPr>
            <p:nvPr userDrawn="1"/>
          </p:nvSpPr>
          <p:spPr bwMode="auto">
            <a:xfrm>
              <a:off x="0" y="3225"/>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0" name="Line 36"/>
            <p:cNvSpPr>
              <a:spLocks noChangeShapeType="1"/>
            </p:cNvSpPr>
            <p:nvPr userDrawn="1"/>
          </p:nvSpPr>
          <p:spPr bwMode="auto">
            <a:xfrm>
              <a:off x="0" y="2831"/>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1" name="Line 37"/>
            <p:cNvSpPr>
              <a:spLocks noChangeShapeType="1"/>
            </p:cNvSpPr>
            <p:nvPr userDrawn="1"/>
          </p:nvSpPr>
          <p:spPr bwMode="auto">
            <a:xfrm>
              <a:off x="0" y="2750"/>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2" name="Line 38"/>
            <p:cNvSpPr>
              <a:spLocks noChangeShapeType="1"/>
            </p:cNvSpPr>
            <p:nvPr userDrawn="1"/>
          </p:nvSpPr>
          <p:spPr bwMode="auto">
            <a:xfrm>
              <a:off x="0" y="2678"/>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3" name="Line 39"/>
            <p:cNvSpPr>
              <a:spLocks noChangeShapeType="1"/>
            </p:cNvSpPr>
            <p:nvPr userDrawn="1"/>
          </p:nvSpPr>
          <p:spPr bwMode="auto">
            <a:xfrm>
              <a:off x="0" y="2876"/>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4" name="Line 40"/>
            <p:cNvSpPr>
              <a:spLocks noChangeShapeType="1"/>
            </p:cNvSpPr>
            <p:nvPr userDrawn="1"/>
          </p:nvSpPr>
          <p:spPr bwMode="auto">
            <a:xfrm>
              <a:off x="0" y="2855"/>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5" name="Line 41"/>
            <p:cNvSpPr>
              <a:spLocks noChangeShapeType="1"/>
            </p:cNvSpPr>
            <p:nvPr userDrawn="1"/>
          </p:nvSpPr>
          <p:spPr bwMode="auto">
            <a:xfrm>
              <a:off x="0" y="2554"/>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6" name="Line 42"/>
            <p:cNvSpPr>
              <a:spLocks noChangeShapeType="1"/>
            </p:cNvSpPr>
            <p:nvPr userDrawn="1"/>
          </p:nvSpPr>
          <p:spPr bwMode="auto">
            <a:xfrm>
              <a:off x="0" y="2590"/>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7" name="Line 43"/>
            <p:cNvSpPr>
              <a:spLocks noChangeShapeType="1"/>
            </p:cNvSpPr>
            <p:nvPr userDrawn="1"/>
          </p:nvSpPr>
          <p:spPr bwMode="auto">
            <a:xfrm>
              <a:off x="0" y="2623"/>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8" name="Line 44"/>
            <p:cNvSpPr>
              <a:spLocks noChangeShapeType="1"/>
            </p:cNvSpPr>
            <p:nvPr userDrawn="1"/>
          </p:nvSpPr>
          <p:spPr bwMode="auto">
            <a:xfrm>
              <a:off x="0" y="2464"/>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9" name="Line 45"/>
            <p:cNvSpPr>
              <a:spLocks noChangeShapeType="1"/>
            </p:cNvSpPr>
            <p:nvPr userDrawn="1"/>
          </p:nvSpPr>
          <p:spPr bwMode="auto">
            <a:xfrm>
              <a:off x="0" y="2416"/>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0" name="Line 46"/>
            <p:cNvSpPr>
              <a:spLocks noChangeShapeType="1"/>
            </p:cNvSpPr>
            <p:nvPr userDrawn="1"/>
          </p:nvSpPr>
          <p:spPr bwMode="auto">
            <a:xfrm>
              <a:off x="0" y="250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1" name="Line 47"/>
            <p:cNvSpPr>
              <a:spLocks noChangeShapeType="1"/>
            </p:cNvSpPr>
            <p:nvPr userDrawn="1"/>
          </p:nvSpPr>
          <p:spPr bwMode="auto">
            <a:xfrm>
              <a:off x="0" y="2371"/>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2" name="Line 48"/>
            <p:cNvSpPr>
              <a:spLocks noChangeShapeType="1"/>
            </p:cNvSpPr>
            <p:nvPr userDrawn="1"/>
          </p:nvSpPr>
          <p:spPr bwMode="auto">
            <a:xfrm>
              <a:off x="0" y="2245"/>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3" name="Line 49"/>
            <p:cNvSpPr>
              <a:spLocks noChangeShapeType="1"/>
            </p:cNvSpPr>
            <p:nvPr userDrawn="1"/>
          </p:nvSpPr>
          <p:spPr bwMode="auto">
            <a:xfrm>
              <a:off x="0" y="2350"/>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4" name="Line 50"/>
            <p:cNvSpPr>
              <a:spLocks noChangeShapeType="1"/>
            </p:cNvSpPr>
            <p:nvPr userDrawn="1"/>
          </p:nvSpPr>
          <p:spPr bwMode="auto">
            <a:xfrm>
              <a:off x="0" y="2290"/>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5" name="Line 51"/>
            <p:cNvSpPr>
              <a:spLocks noChangeShapeType="1"/>
            </p:cNvSpPr>
            <p:nvPr userDrawn="1"/>
          </p:nvSpPr>
          <p:spPr bwMode="auto">
            <a:xfrm>
              <a:off x="0" y="2269"/>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6" name="Line 52"/>
            <p:cNvSpPr>
              <a:spLocks noChangeShapeType="1"/>
            </p:cNvSpPr>
            <p:nvPr userDrawn="1"/>
          </p:nvSpPr>
          <p:spPr bwMode="auto">
            <a:xfrm>
              <a:off x="0" y="2130"/>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7" name="Line 53"/>
            <p:cNvSpPr>
              <a:spLocks noChangeShapeType="1"/>
            </p:cNvSpPr>
            <p:nvPr userDrawn="1"/>
          </p:nvSpPr>
          <p:spPr bwMode="auto">
            <a:xfrm>
              <a:off x="0" y="2166"/>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8" name="Line 54"/>
            <p:cNvSpPr>
              <a:spLocks noChangeShapeType="1"/>
            </p:cNvSpPr>
            <p:nvPr userDrawn="1"/>
          </p:nvSpPr>
          <p:spPr bwMode="auto">
            <a:xfrm>
              <a:off x="0" y="219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9" name="Line 55"/>
            <p:cNvSpPr>
              <a:spLocks noChangeShapeType="1"/>
            </p:cNvSpPr>
            <p:nvPr userDrawn="1"/>
          </p:nvSpPr>
          <p:spPr bwMode="auto">
            <a:xfrm>
              <a:off x="0" y="2040"/>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0" name="Line 56"/>
            <p:cNvSpPr>
              <a:spLocks noChangeShapeType="1"/>
            </p:cNvSpPr>
            <p:nvPr userDrawn="1"/>
          </p:nvSpPr>
          <p:spPr bwMode="auto">
            <a:xfrm>
              <a:off x="0" y="1992"/>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1" name="Line 57"/>
            <p:cNvSpPr>
              <a:spLocks noChangeShapeType="1"/>
            </p:cNvSpPr>
            <p:nvPr userDrawn="1"/>
          </p:nvSpPr>
          <p:spPr bwMode="auto">
            <a:xfrm>
              <a:off x="0" y="2085"/>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2" name="Line 58"/>
            <p:cNvSpPr>
              <a:spLocks noChangeShapeType="1"/>
            </p:cNvSpPr>
            <p:nvPr userDrawn="1"/>
          </p:nvSpPr>
          <p:spPr bwMode="auto">
            <a:xfrm>
              <a:off x="0" y="1593"/>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3" name="Line 59"/>
            <p:cNvSpPr>
              <a:spLocks noChangeShapeType="1"/>
            </p:cNvSpPr>
            <p:nvPr userDrawn="1"/>
          </p:nvSpPr>
          <p:spPr bwMode="auto">
            <a:xfrm>
              <a:off x="0" y="1566"/>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4" name="Line 60"/>
            <p:cNvSpPr>
              <a:spLocks noChangeShapeType="1"/>
            </p:cNvSpPr>
            <p:nvPr userDrawn="1"/>
          </p:nvSpPr>
          <p:spPr bwMode="auto">
            <a:xfrm>
              <a:off x="0" y="1947"/>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5" name="Line 61"/>
            <p:cNvSpPr>
              <a:spLocks noChangeShapeType="1"/>
            </p:cNvSpPr>
            <p:nvPr userDrawn="1"/>
          </p:nvSpPr>
          <p:spPr bwMode="auto">
            <a:xfrm>
              <a:off x="0" y="1821"/>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6" name="Line 62"/>
            <p:cNvSpPr>
              <a:spLocks noChangeShapeType="1"/>
            </p:cNvSpPr>
            <p:nvPr userDrawn="1"/>
          </p:nvSpPr>
          <p:spPr bwMode="auto">
            <a:xfrm>
              <a:off x="0" y="1740"/>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7" name="Line 63"/>
            <p:cNvSpPr>
              <a:spLocks noChangeShapeType="1"/>
            </p:cNvSpPr>
            <p:nvPr userDrawn="1"/>
          </p:nvSpPr>
          <p:spPr bwMode="auto">
            <a:xfrm>
              <a:off x="0" y="1926"/>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8" name="Line 64"/>
            <p:cNvSpPr>
              <a:spLocks noChangeShapeType="1"/>
            </p:cNvSpPr>
            <p:nvPr userDrawn="1"/>
          </p:nvSpPr>
          <p:spPr bwMode="auto">
            <a:xfrm>
              <a:off x="0" y="1614"/>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9" name="Line 65"/>
            <p:cNvSpPr>
              <a:spLocks noChangeShapeType="1"/>
            </p:cNvSpPr>
            <p:nvPr userDrawn="1"/>
          </p:nvSpPr>
          <p:spPr bwMode="auto">
            <a:xfrm>
              <a:off x="0" y="1668"/>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0" name="Line 66"/>
            <p:cNvSpPr>
              <a:spLocks noChangeShapeType="1"/>
            </p:cNvSpPr>
            <p:nvPr userDrawn="1"/>
          </p:nvSpPr>
          <p:spPr bwMode="auto">
            <a:xfrm>
              <a:off x="0" y="1866"/>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1" name="Line 67"/>
            <p:cNvSpPr>
              <a:spLocks noChangeShapeType="1"/>
            </p:cNvSpPr>
            <p:nvPr userDrawn="1"/>
          </p:nvSpPr>
          <p:spPr bwMode="auto">
            <a:xfrm>
              <a:off x="0" y="1845"/>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2" name="Line 68"/>
            <p:cNvSpPr>
              <a:spLocks noChangeShapeType="1"/>
            </p:cNvSpPr>
            <p:nvPr userDrawn="1"/>
          </p:nvSpPr>
          <p:spPr bwMode="auto">
            <a:xfrm>
              <a:off x="0" y="1437"/>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3" name="Line 69"/>
            <p:cNvSpPr>
              <a:spLocks noChangeShapeType="1"/>
            </p:cNvSpPr>
            <p:nvPr userDrawn="1"/>
          </p:nvSpPr>
          <p:spPr bwMode="auto">
            <a:xfrm>
              <a:off x="0" y="1473"/>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4" name="Line 70"/>
            <p:cNvSpPr>
              <a:spLocks noChangeShapeType="1"/>
            </p:cNvSpPr>
            <p:nvPr userDrawn="1"/>
          </p:nvSpPr>
          <p:spPr bwMode="auto">
            <a:xfrm>
              <a:off x="0" y="1506"/>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5" name="Line 71"/>
            <p:cNvSpPr>
              <a:spLocks noChangeShapeType="1"/>
            </p:cNvSpPr>
            <p:nvPr userDrawn="1"/>
          </p:nvSpPr>
          <p:spPr bwMode="auto">
            <a:xfrm>
              <a:off x="0" y="1347"/>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6" name="Line 72"/>
            <p:cNvSpPr>
              <a:spLocks noChangeShapeType="1"/>
            </p:cNvSpPr>
            <p:nvPr userDrawn="1"/>
          </p:nvSpPr>
          <p:spPr bwMode="auto">
            <a:xfrm>
              <a:off x="0" y="1392"/>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7" name="Line 73"/>
            <p:cNvSpPr>
              <a:spLocks noChangeShapeType="1"/>
            </p:cNvSpPr>
            <p:nvPr userDrawn="1"/>
          </p:nvSpPr>
          <p:spPr bwMode="auto">
            <a:xfrm>
              <a:off x="0" y="1016"/>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8" name="Line 74"/>
            <p:cNvSpPr>
              <a:spLocks noChangeShapeType="1"/>
            </p:cNvSpPr>
            <p:nvPr userDrawn="1"/>
          </p:nvSpPr>
          <p:spPr bwMode="auto">
            <a:xfrm>
              <a:off x="0" y="989"/>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9" name="Line 75"/>
            <p:cNvSpPr>
              <a:spLocks noChangeShapeType="1"/>
            </p:cNvSpPr>
            <p:nvPr userDrawn="1"/>
          </p:nvSpPr>
          <p:spPr bwMode="auto">
            <a:xfrm>
              <a:off x="0" y="1244"/>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0" name="Line 76"/>
            <p:cNvSpPr>
              <a:spLocks noChangeShapeType="1"/>
            </p:cNvSpPr>
            <p:nvPr userDrawn="1"/>
          </p:nvSpPr>
          <p:spPr bwMode="auto">
            <a:xfrm>
              <a:off x="0" y="1163"/>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1" name="Line 77"/>
            <p:cNvSpPr>
              <a:spLocks noChangeShapeType="1"/>
            </p:cNvSpPr>
            <p:nvPr userDrawn="1"/>
          </p:nvSpPr>
          <p:spPr bwMode="auto">
            <a:xfrm>
              <a:off x="0" y="1037"/>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2" name="Line 78"/>
            <p:cNvSpPr>
              <a:spLocks noChangeShapeType="1"/>
            </p:cNvSpPr>
            <p:nvPr userDrawn="1"/>
          </p:nvSpPr>
          <p:spPr bwMode="auto">
            <a:xfrm>
              <a:off x="0" y="1091"/>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3" name="Line 79"/>
            <p:cNvSpPr>
              <a:spLocks noChangeShapeType="1"/>
            </p:cNvSpPr>
            <p:nvPr userDrawn="1"/>
          </p:nvSpPr>
          <p:spPr bwMode="auto">
            <a:xfrm>
              <a:off x="0" y="128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4" name="Line 80"/>
            <p:cNvSpPr>
              <a:spLocks noChangeShapeType="1"/>
            </p:cNvSpPr>
            <p:nvPr userDrawn="1"/>
          </p:nvSpPr>
          <p:spPr bwMode="auto">
            <a:xfrm>
              <a:off x="0" y="1268"/>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5" name="Line 81"/>
            <p:cNvSpPr>
              <a:spLocks noChangeShapeType="1"/>
            </p:cNvSpPr>
            <p:nvPr userDrawn="1"/>
          </p:nvSpPr>
          <p:spPr bwMode="auto">
            <a:xfrm>
              <a:off x="0" y="860"/>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6" name="Line 82"/>
            <p:cNvSpPr>
              <a:spLocks noChangeShapeType="1"/>
            </p:cNvSpPr>
            <p:nvPr userDrawn="1"/>
          </p:nvSpPr>
          <p:spPr bwMode="auto">
            <a:xfrm>
              <a:off x="0" y="896"/>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7" name="Line 83"/>
            <p:cNvSpPr>
              <a:spLocks noChangeShapeType="1"/>
            </p:cNvSpPr>
            <p:nvPr userDrawn="1"/>
          </p:nvSpPr>
          <p:spPr bwMode="auto">
            <a:xfrm>
              <a:off x="0" y="92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8" name="Line 84"/>
            <p:cNvSpPr>
              <a:spLocks noChangeShapeType="1"/>
            </p:cNvSpPr>
            <p:nvPr userDrawn="1"/>
          </p:nvSpPr>
          <p:spPr bwMode="auto">
            <a:xfrm>
              <a:off x="0" y="770"/>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9" name="Line 85"/>
            <p:cNvSpPr>
              <a:spLocks noChangeShapeType="1"/>
            </p:cNvSpPr>
            <p:nvPr userDrawn="1"/>
          </p:nvSpPr>
          <p:spPr bwMode="auto">
            <a:xfrm>
              <a:off x="0" y="815"/>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0" name="Line 86"/>
            <p:cNvSpPr>
              <a:spLocks noChangeShapeType="1"/>
            </p:cNvSpPr>
            <p:nvPr userDrawn="1"/>
          </p:nvSpPr>
          <p:spPr bwMode="auto">
            <a:xfrm>
              <a:off x="0" y="718"/>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1" name="Line 87"/>
            <p:cNvSpPr>
              <a:spLocks noChangeShapeType="1"/>
            </p:cNvSpPr>
            <p:nvPr userDrawn="1"/>
          </p:nvSpPr>
          <p:spPr bwMode="auto">
            <a:xfrm>
              <a:off x="0" y="646"/>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2" name="Line 88"/>
            <p:cNvSpPr>
              <a:spLocks noChangeShapeType="1"/>
            </p:cNvSpPr>
            <p:nvPr userDrawn="1"/>
          </p:nvSpPr>
          <p:spPr bwMode="auto">
            <a:xfrm>
              <a:off x="0" y="522"/>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3" name="Line 89"/>
            <p:cNvSpPr>
              <a:spLocks noChangeShapeType="1"/>
            </p:cNvSpPr>
            <p:nvPr userDrawn="1"/>
          </p:nvSpPr>
          <p:spPr bwMode="auto">
            <a:xfrm>
              <a:off x="0" y="558"/>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4" name="Line 90"/>
            <p:cNvSpPr>
              <a:spLocks noChangeShapeType="1"/>
            </p:cNvSpPr>
            <p:nvPr userDrawn="1"/>
          </p:nvSpPr>
          <p:spPr bwMode="auto">
            <a:xfrm>
              <a:off x="0" y="591"/>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5" name="Line 91"/>
            <p:cNvSpPr>
              <a:spLocks noChangeShapeType="1"/>
            </p:cNvSpPr>
            <p:nvPr userDrawn="1"/>
          </p:nvSpPr>
          <p:spPr bwMode="auto">
            <a:xfrm>
              <a:off x="0" y="432"/>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6" name="Line 92"/>
            <p:cNvSpPr>
              <a:spLocks noChangeShapeType="1"/>
            </p:cNvSpPr>
            <p:nvPr userDrawn="1"/>
          </p:nvSpPr>
          <p:spPr bwMode="auto">
            <a:xfrm>
              <a:off x="0" y="384"/>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7" name="Line 93"/>
            <p:cNvSpPr>
              <a:spLocks noChangeShapeType="1"/>
            </p:cNvSpPr>
            <p:nvPr userDrawn="1"/>
          </p:nvSpPr>
          <p:spPr bwMode="auto">
            <a:xfrm>
              <a:off x="0" y="477"/>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8" name="Line 94"/>
            <p:cNvSpPr>
              <a:spLocks noChangeShapeType="1"/>
            </p:cNvSpPr>
            <p:nvPr userDrawn="1"/>
          </p:nvSpPr>
          <p:spPr bwMode="auto">
            <a:xfrm>
              <a:off x="0" y="33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9" name="Line 95"/>
            <p:cNvSpPr>
              <a:spLocks noChangeShapeType="1"/>
            </p:cNvSpPr>
            <p:nvPr userDrawn="1"/>
          </p:nvSpPr>
          <p:spPr bwMode="auto">
            <a:xfrm>
              <a:off x="0" y="318"/>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0" name="Line 96"/>
            <p:cNvSpPr>
              <a:spLocks noChangeShapeType="1"/>
            </p:cNvSpPr>
            <p:nvPr userDrawn="1"/>
          </p:nvSpPr>
          <p:spPr bwMode="auto">
            <a:xfrm>
              <a:off x="0" y="258"/>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1" name="Line 97"/>
            <p:cNvSpPr>
              <a:spLocks noChangeShapeType="1"/>
            </p:cNvSpPr>
            <p:nvPr userDrawn="1"/>
          </p:nvSpPr>
          <p:spPr bwMode="auto">
            <a:xfrm>
              <a:off x="0" y="70"/>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2" name="Line 98"/>
            <p:cNvSpPr>
              <a:spLocks noChangeShapeType="1"/>
            </p:cNvSpPr>
            <p:nvPr userDrawn="1"/>
          </p:nvSpPr>
          <p:spPr bwMode="auto">
            <a:xfrm>
              <a:off x="0" y="43"/>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3" name="Line 99"/>
            <p:cNvSpPr>
              <a:spLocks noChangeShapeType="1"/>
            </p:cNvSpPr>
            <p:nvPr userDrawn="1"/>
          </p:nvSpPr>
          <p:spPr bwMode="auto">
            <a:xfrm>
              <a:off x="0" y="91"/>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4" name="Line 100"/>
            <p:cNvSpPr>
              <a:spLocks noChangeShapeType="1"/>
            </p:cNvSpPr>
            <p:nvPr userDrawn="1"/>
          </p:nvSpPr>
          <p:spPr bwMode="auto">
            <a:xfrm>
              <a:off x="0" y="145"/>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5" name="Line 101"/>
            <p:cNvSpPr>
              <a:spLocks noChangeShapeType="1"/>
            </p:cNvSpPr>
            <p:nvPr userDrawn="1"/>
          </p:nvSpPr>
          <p:spPr bwMode="auto">
            <a:xfrm>
              <a:off x="0" y="202"/>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028" name="Rectangle 103"/>
          <p:cNvSpPr>
            <a:spLocks noChangeArrowheads="1"/>
          </p:cNvSpPr>
          <p:nvPr/>
        </p:nvSpPr>
        <p:spPr bwMode="auto">
          <a:xfrm>
            <a:off x="884238" y="263525"/>
            <a:ext cx="496887" cy="1450975"/>
          </a:xfrm>
          <a:prstGeom prst="rect">
            <a:avLst/>
          </a:prstGeom>
          <a:solidFill>
            <a:srgbClr val="00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3200">
                <a:solidFill>
                  <a:schemeClr val="tx1"/>
                </a:solidFill>
                <a:latin typeface="Comic Sans MS" pitchFamily="66" charset="0"/>
                <a:ea typeface="宋体" pitchFamily="2" charset="-122"/>
              </a:defRPr>
            </a:lvl1pPr>
            <a:lvl2pPr marL="742950" indent="-285750" eaLnBrk="0" hangingPunct="0">
              <a:defRPr kumimoji="1" sz="3200">
                <a:solidFill>
                  <a:schemeClr val="tx1"/>
                </a:solidFill>
                <a:latin typeface="Comic Sans MS" pitchFamily="66" charset="0"/>
                <a:ea typeface="宋体" pitchFamily="2" charset="-122"/>
              </a:defRPr>
            </a:lvl2pPr>
            <a:lvl3pPr marL="1143000" indent="-228600" eaLnBrk="0" hangingPunct="0">
              <a:defRPr kumimoji="1" sz="3200">
                <a:solidFill>
                  <a:schemeClr val="tx1"/>
                </a:solidFill>
                <a:latin typeface="Comic Sans MS" pitchFamily="66" charset="0"/>
                <a:ea typeface="宋体" pitchFamily="2" charset="-122"/>
              </a:defRPr>
            </a:lvl3pPr>
            <a:lvl4pPr marL="1600200" indent="-228600" eaLnBrk="0" hangingPunct="0">
              <a:defRPr kumimoji="1" sz="3200">
                <a:solidFill>
                  <a:schemeClr val="tx1"/>
                </a:solidFill>
                <a:latin typeface="Comic Sans MS" pitchFamily="66" charset="0"/>
                <a:ea typeface="宋体" pitchFamily="2" charset="-122"/>
              </a:defRPr>
            </a:lvl4pPr>
            <a:lvl5pPr marL="2057400" indent="-228600" eaLnBrk="0" hangingPunct="0">
              <a:defRPr kumimoji="1" sz="3200">
                <a:solidFill>
                  <a:schemeClr val="tx1"/>
                </a:solidFill>
                <a:latin typeface="Comic Sans MS" pitchFamily="66" charset="0"/>
                <a:ea typeface="宋体" pitchFamily="2" charset="-122"/>
              </a:defRPr>
            </a:lvl5pPr>
            <a:lvl6pPr marL="2514600" indent="-228600" eaLnBrk="0" fontAlgn="base" hangingPunct="0">
              <a:spcBef>
                <a:spcPct val="20000"/>
              </a:spcBef>
              <a:spcAft>
                <a:spcPct val="0"/>
              </a:spcAft>
              <a:buClr>
                <a:schemeClr val="tx1"/>
              </a:buClr>
              <a:buFont typeface="Wingdings" pitchFamily="2" charset="2"/>
              <a:defRPr kumimoji="1" sz="3200">
                <a:solidFill>
                  <a:schemeClr val="tx1"/>
                </a:solidFill>
                <a:latin typeface="Comic Sans MS" pitchFamily="66" charset="0"/>
                <a:ea typeface="宋体" pitchFamily="2" charset="-122"/>
              </a:defRPr>
            </a:lvl6pPr>
            <a:lvl7pPr marL="2971800" indent="-228600" eaLnBrk="0" fontAlgn="base" hangingPunct="0">
              <a:spcBef>
                <a:spcPct val="20000"/>
              </a:spcBef>
              <a:spcAft>
                <a:spcPct val="0"/>
              </a:spcAft>
              <a:buClr>
                <a:schemeClr val="tx1"/>
              </a:buClr>
              <a:buFont typeface="Wingdings" pitchFamily="2" charset="2"/>
              <a:defRPr kumimoji="1" sz="3200">
                <a:solidFill>
                  <a:schemeClr val="tx1"/>
                </a:solidFill>
                <a:latin typeface="Comic Sans MS" pitchFamily="66" charset="0"/>
                <a:ea typeface="宋体" pitchFamily="2" charset="-122"/>
              </a:defRPr>
            </a:lvl7pPr>
            <a:lvl8pPr marL="3429000" indent="-228600" eaLnBrk="0" fontAlgn="base" hangingPunct="0">
              <a:spcBef>
                <a:spcPct val="20000"/>
              </a:spcBef>
              <a:spcAft>
                <a:spcPct val="0"/>
              </a:spcAft>
              <a:buClr>
                <a:schemeClr val="tx1"/>
              </a:buClr>
              <a:buFont typeface="Wingdings" pitchFamily="2" charset="2"/>
              <a:defRPr kumimoji="1" sz="3200">
                <a:solidFill>
                  <a:schemeClr val="tx1"/>
                </a:solidFill>
                <a:latin typeface="Comic Sans MS" pitchFamily="66" charset="0"/>
                <a:ea typeface="宋体" pitchFamily="2" charset="-122"/>
              </a:defRPr>
            </a:lvl8pPr>
            <a:lvl9pPr marL="3886200" indent="-228600" eaLnBrk="0" fontAlgn="base" hangingPunct="0">
              <a:spcBef>
                <a:spcPct val="20000"/>
              </a:spcBef>
              <a:spcAft>
                <a:spcPct val="0"/>
              </a:spcAft>
              <a:buClr>
                <a:schemeClr val="tx1"/>
              </a:buClr>
              <a:buFont typeface="Wingdings" pitchFamily="2" charset="2"/>
              <a:defRPr kumimoji="1" sz="3200">
                <a:solidFill>
                  <a:schemeClr val="tx1"/>
                </a:solidFill>
                <a:latin typeface="Comic Sans MS" pitchFamily="66" charset="0"/>
                <a:ea typeface="宋体" pitchFamily="2" charset="-122"/>
              </a:defRPr>
            </a:lvl9pPr>
          </a:lstStyle>
          <a:p>
            <a:pPr algn="ctr" eaLnBrk="1" hangingPunct="1">
              <a:defRPr/>
            </a:pPr>
            <a:endParaRPr lang="zh-CN" altLang="en-US" smtClean="0">
              <a:solidFill>
                <a:srgbClr val="009900"/>
              </a:solidFill>
            </a:endParaRPr>
          </a:p>
        </p:txBody>
      </p:sp>
      <p:sp>
        <p:nvSpPr>
          <p:cNvPr id="1029" name="Rectangle 104"/>
          <p:cNvSpPr>
            <a:spLocks noChangeArrowheads="1"/>
          </p:cNvSpPr>
          <p:nvPr/>
        </p:nvSpPr>
        <p:spPr bwMode="auto">
          <a:xfrm>
            <a:off x="635000" y="395288"/>
            <a:ext cx="5662613" cy="77787"/>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3200">
                <a:solidFill>
                  <a:schemeClr val="tx1"/>
                </a:solidFill>
                <a:latin typeface="Comic Sans MS" pitchFamily="66" charset="0"/>
                <a:ea typeface="宋体" pitchFamily="2" charset="-122"/>
              </a:defRPr>
            </a:lvl1pPr>
            <a:lvl2pPr marL="742950" indent="-285750" eaLnBrk="0" hangingPunct="0">
              <a:defRPr kumimoji="1" sz="3200">
                <a:solidFill>
                  <a:schemeClr val="tx1"/>
                </a:solidFill>
                <a:latin typeface="Comic Sans MS" pitchFamily="66" charset="0"/>
                <a:ea typeface="宋体" pitchFamily="2" charset="-122"/>
              </a:defRPr>
            </a:lvl2pPr>
            <a:lvl3pPr marL="1143000" indent="-228600" eaLnBrk="0" hangingPunct="0">
              <a:defRPr kumimoji="1" sz="3200">
                <a:solidFill>
                  <a:schemeClr val="tx1"/>
                </a:solidFill>
                <a:latin typeface="Comic Sans MS" pitchFamily="66" charset="0"/>
                <a:ea typeface="宋体" pitchFamily="2" charset="-122"/>
              </a:defRPr>
            </a:lvl3pPr>
            <a:lvl4pPr marL="1600200" indent="-228600" eaLnBrk="0" hangingPunct="0">
              <a:defRPr kumimoji="1" sz="3200">
                <a:solidFill>
                  <a:schemeClr val="tx1"/>
                </a:solidFill>
                <a:latin typeface="Comic Sans MS" pitchFamily="66" charset="0"/>
                <a:ea typeface="宋体" pitchFamily="2" charset="-122"/>
              </a:defRPr>
            </a:lvl4pPr>
            <a:lvl5pPr marL="2057400" indent="-228600" eaLnBrk="0" hangingPunct="0">
              <a:defRPr kumimoji="1" sz="3200">
                <a:solidFill>
                  <a:schemeClr val="tx1"/>
                </a:solidFill>
                <a:latin typeface="Comic Sans MS" pitchFamily="66" charset="0"/>
                <a:ea typeface="宋体" pitchFamily="2" charset="-122"/>
              </a:defRPr>
            </a:lvl5pPr>
            <a:lvl6pPr marL="2514600" indent="-228600" eaLnBrk="0" fontAlgn="base" hangingPunct="0">
              <a:spcBef>
                <a:spcPct val="20000"/>
              </a:spcBef>
              <a:spcAft>
                <a:spcPct val="0"/>
              </a:spcAft>
              <a:buClr>
                <a:schemeClr val="tx1"/>
              </a:buClr>
              <a:buFont typeface="Wingdings" pitchFamily="2" charset="2"/>
              <a:defRPr kumimoji="1" sz="3200">
                <a:solidFill>
                  <a:schemeClr val="tx1"/>
                </a:solidFill>
                <a:latin typeface="Comic Sans MS" pitchFamily="66" charset="0"/>
                <a:ea typeface="宋体" pitchFamily="2" charset="-122"/>
              </a:defRPr>
            </a:lvl6pPr>
            <a:lvl7pPr marL="2971800" indent="-228600" eaLnBrk="0" fontAlgn="base" hangingPunct="0">
              <a:spcBef>
                <a:spcPct val="20000"/>
              </a:spcBef>
              <a:spcAft>
                <a:spcPct val="0"/>
              </a:spcAft>
              <a:buClr>
                <a:schemeClr val="tx1"/>
              </a:buClr>
              <a:buFont typeface="Wingdings" pitchFamily="2" charset="2"/>
              <a:defRPr kumimoji="1" sz="3200">
                <a:solidFill>
                  <a:schemeClr val="tx1"/>
                </a:solidFill>
                <a:latin typeface="Comic Sans MS" pitchFamily="66" charset="0"/>
                <a:ea typeface="宋体" pitchFamily="2" charset="-122"/>
              </a:defRPr>
            </a:lvl7pPr>
            <a:lvl8pPr marL="3429000" indent="-228600" eaLnBrk="0" fontAlgn="base" hangingPunct="0">
              <a:spcBef>
                <a:spcPct val="20000"/>
              </a:spcBef>
              <a:spcAft>
                <a:spcPct val="0"/>
              </a:spcAft>
              <a:buClr>
                <a:schemeClr val="tx1"/>
              </a:buClr>
              <a:buFont typeface="Wingdings" pitchFamily="2" charset="2"/>
              <a:defRPr kumimoji="1" sz="3200">
                <a:solidFill>
                  <a:schemeClr val="tx1"/>
                </a:solidFill>
                <a:latin typeface="Comic Sans MS" pitchFamily="66" charset="0"/>
                <a:ea typeface="宋体" pitchFamily="2" charset="-122"/>
              </a:defRPr>
            </a:lvl8pPr>
            <a:lvl9pPr marL="3886200" indent="-228600" eaLnBrk="0" fontAlgn="base" hangingPunct="0">
              <a:spcBef>
                <a:spcPct val="20000"/>
              </a:spcBef>
              <a:spcAft>
                <a:spcPct val="0"/>
              </a:spcAft>
              <a:buClr>
                <a:schemeClr val="tx1"/>
              </a:buClr>
              <a:buFont typeface="Wingdings" pitchFamily="2" charset="2"/>
              <a:defRPr kumimoji="1" sz="3200">
                <a:solidFill>
                  <a:schemeClr val="tx1"/>
                </a:solidFill>
                <a:latin typeface="Comic Sans MS" pitchFamily="66" charset="0"/>
                <a:ea typeface="宋体" pitchFamily="2" charset="-122"/>
              </a:defRPr>
            </a:lvl9pPr>
          </a:lstStyle>
          <a:p>
            <a:pPr eaLnBrk="1" hangingPunct="1">
              <a:defRPr/>
            </a:pPr>
            <a:endParaRPr lang="zh-CN" altLang="en-US" smtClean="0"/>
          </a:p>
        </p:txBody>
      </p:sp>
      <p:sp>
        <p:nvSpPr>
          <p:cNvPr id="1030" name="Rectangle 105"/>
          <p:cNvSpPr>
            <a:spLocks noChangeArrowheads="1"/>
          </p:cNvSpPr>
          <p:nvPr/>
        </p:nvSpPr>
        <p:spPr bwMode="auto">
          <a:xfrm>
            <a:off x="7300913" y="1525588"/>
            <a:ext cx="1474787" cy="338137"/>
          </a:xfrm>
          <a:prstGeom prst="rect">
            <a:avLst/>
          </a:prstGeom>
          <a:solidFill>
            <a:srgbClr val="00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3200">
                <a:solidFill>
                  <a:schemeClr val="tx1"/>
                </a:solidFill>
                <a:latin typeface="Comic Sans MS" pitchFamily="66" charset="0"/>
                <a:ea typeface="宋体" pitchFamily="2" charset="-122"/>
              </a:defRPr>
            </a:lvl1pPr>
            <a:lvl2pPr marL="742950" indent="-285750" eaLnBrk="0" hangingPunct="0">
              <a:defRPr kumimoji="1" sz="3200">
                <a:solidFill>
                  <a:schemeClr val="tx1"/>
                </a:solidFill>
                <a:latin typeface="Comic Sans MS" pitchFamily="66" charset="0"/>
                <a:ea typeface="宋体" pitchFamily="2" charset="-122"/>
              </a:defRPr>
            </a:lvl2pPr>
            <a:lvl3pPr marL="1143000" indent="-228600" eaLnBrk="0" hangingPunct="0">
              <a:defRPr kumimoji="1" sz="3200">
                <a:solidFill>
                  <a:schemeClr val="tx1"/>
                </a:solidFill>
                <a:latin typeface="Comic Sans MS" pitchFamily="66" charset="0"/>
                <a:ea typeface="宋体" pitchFamily="2" charset="-122"/>
              </a:defRPr>
            </a:lvl3pPr>
            <a:lvl4pPr marL="1600200" indent="-228600" eaLnBrk="0" hangingPunct="0">
              <a:defRPr kumimoji="1" sz="3200">
                <a:solidFill>
                  <a:schemeClr val="tx1"/>
                </a:solidFill>
                <a:latin typeface="Comic Sans MS" pitchFamily="66" charset="0"/>
                <a:ea typeface="宋体" pitchFamily="2" charset="-122"/>
              </a:defRPr>
            </a:lvl4pPr>
            <a:lvl5pPr marL="2057400" indent="-228600" eaLnBrk="0" hangingPunct="0">
              <a:defRPr kumimoji="1" sz="3200">
                <a:solidFill>
                  <a:schemeClr val="tx1"/>
                </a:solidFill>
                <a:latin typeface="Comic Sans MS" pitchFamily="66" charset="0"/>
                <a:ea typeface="宋体" pitchFamily="2" charset="-122"/>
              </a:defRPr>
            </a:lvl5pPr>
            <a:lvl6pPr marL="2514600" indent="-228600" eaLnBrk="0" fontAlgn="base" hangingPunct="0">
              <a:spcBef>
                <a:spcPct val="20000"/>
              </a:spcBef>
              <a:spcAft>
                <a:spcPct val="0"/>
              </a:spcAft>
              <a:buClr>
                <a:schemeClr val="tx1"/>
              </a:buClr>
              <a:buFont typeface="Wingdings" pitchFamily="2" charset="2"/>
              <a:defRPr kumimoji="1" sz="3200">
                <a:solidFill>
                  <a:schemeClr val="tx1"/>
                </a:solidFill>
                <a:latin typeface="Comic Sans MS" pitchFamily="66" charset="0"/>
                <a:ea typeface="宋体" pitchFamily="2" charset="-122"/>
              </a:defRPr>
            </a:lvl6pPr>
            <a:lvl7pPr marL="2971800" indent="-228600" eaLnBrk="0" fontAlgn="base" hangingPunct="0">
              <a:spcBef>
                <a:spcPct val="20000"/>
              </a:spcBef>
              <a:spcAft>
                <a:spcPct val="0"/>
              </a:spcAft>
              <a:buClr>
                <a:schemeClr val="tx1"/>
              </a:buClr>
              <a:buFont typeface="Wingdings" pitchFamily="2" charset="2"/>
              <a:defRPr kumimoji="1" sz="3200">
                <a:solidFill>
                  <a:schemeClr val="tx1"/>
                </a:solidFill>
                <a:latin typeface="Comic Sans MS" pitchFamily="66" charset="0"/>
                <a:ea typeface="宋体" pitchFamily="2" charset="-122"/>
              </a:defRPr>
            </a:lvl7pPr>
            <a:lvl8pPr marL="3429000" indent="-228600" eaLnBrk="0" fontAlgn="base" hangingPunct="0">
              <a:spcBef>
                <a:spcPct val="20000"/>
              </a:spcBef>
              <a:spcAft>
                <a:spcPct val="0"/>
              </a:spcAft>
              <a:buClr>
                <a:schemeClr val="tx1"/>
              </a:buClr>
              <a:buFont typeface="Wingdings" pitchFamily="2" charset="2"/>
              <a:defRPr kumimoji="1" sz="3200">
                <a:solidFill>
                  <a:schemeClr val="tx1"/>
                </a:solidFill>
                <a:latin typeface="Comic Sans MS" pitchFamily="66" charset="0"/>
                <a:ea typeface="宋体" pitchFamily="2" charset="-122"/>
              </a:defRPr>
            </a:lvl8pPr>
            <a:lvl9pPr marL="3886200" indent="-228600" eaLnBrk="0" fontAlgn="base" hangingPunct="0">
              <a:spcBef>
                <a:spcPct val="20000"/>
              </a:spcBef>
              <a:spcAft>
                <a:spcPct val="0"/>
              </a:spcAft>
              <a:buClr>
                <a:schemeClr val="tx1"/>
              </a:buClr>
              <a:buFont typeface="Wingdings" pitchFamily="2" charset="2"/>
              <a:defRPr kumimoji="1" sz="3200">
                <a:solidFill>
                  <a:schemeClr val="tx1"/>
                </a:solidFill>
                <a:latin typeface="Comic Sans MS" pitchFamily="66" charset="0"/>
                <a:ea typeface="宋体" pitchFamily="2" charset="-122"/>
              </a:defRPr>
            </a:lvl9pPr>
          </a:lstStyle>
          <a:p>
            <a:pPr eaLnBrk="1" hangingPunct="1">
              <a:defRPr/>
            </a:pPr>
            <a:endParaRPr lang="zh-CN" altLang="en-US" smtClean="0"/>
          </a:p>
        </p:txBody>
      </p:sp>
      <p:sp>
        <p:nvSpPr>
          <p:cNvPr id="1031" name="Rectangle 106"/>
          <p:cNvSpPr>
            <a:spLocks noChangeArrowheads="1"/>
          </p:cNvSpPr>
          <p:nvPr/>
        </p:nvSpPr>
        <p:spPr bwMode="auto">
          <a:xfrm>
            <a:off x="3252788" y="1646238"/>
            <a:ext cx="5662612" cy="77787"/>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3200">
                <a:solidFill>
                  <a:schemeClr val="tx1"/>
                </a:solidFill>
                <a:latin typeface="Comic Sans MS" pitchFamily="66" charset="0"/>
                <a:ea typeface="宋体" pitchFamily="2" charset="-122"/>
              </a:defRPr>
            </a:lvl1pPr>
            <a:lvl2pPr marL="742950" indent="-285750" eaLnBrk="0" hangingPunct="0">
              <a:defRPr kumimoji="1" sz="3200">
                <a:solidFill>
                  <a:schemeClr val="tx1"/>
                </a:solidFill>
                <a:latin typeface="Comic Sans MS" pitchFamily="66" charset="0"/>
                <a:ea typeface="宋体" pitchFamily="2" charset="-122"/>
              </a:defRPr>
            </a:lvl2pPr>
            <a:lvl3pPr marL="1143000" indent="-228600" eaLnBrk="0" hangingPunct="0">
              <a:defRPr kumimoji="1" sz="3200">
                <a:solidFill>
                  <a:schemeClr val="tx1"/>
                </a:solidFill>
                <a:latin typeface="Comic Sans MS" pitchFamily="66" charset="0"/>
                <a:ea typeface="宋体" pitchFamily="2" charset="-122"/>
              </a:defRPr>
            </a:lvl3pPr>
            <a:lvl4pPr marL="1600200" indent="-228600" eaLnBrk="0" hangingPunct="0">
              <a:defRPr kumimoji="1" sz="3200">
                <a:solidFill>
                  <a:schemeClr val="tx1"/>
                </a:solidFill>
                <a:latin typeface="Comic Sans MS" pitchFamily="66" charset="0"/>
                <a:ea typeface="宋体" pitchFamily="2" charset="-122"/>
              </a:defRPr>
            </a:lvl4pPr>
            <a:lvl5pPr marL="2057400" indent="-228600" eaLnBrk="0" hangingPunct="0">
              <a:defRPr kumimoji="1" sz="3200">
                <a:solidFill>
                  <a:schemeClr val="tx1"/>
                </a:solidFill>
                <a:latin typeface="Comic Sans MS" pitchFamily="66" charset="0"/>
                <a:ea typeface="宋体" pitchFamily="2" charset="-122"/>
              </a:defRPr>
            </a:lvl5pPr>
            <a:lvl6pPr marL="2514600" indent="-228600" eaLnBrk="0" fontAlgn="base" hangingPunct="0">
              <a:spcBef>
                <a:spcPct val="20000"/>
              </a:spcBef>
              <a:spcAft>
                <a:spcPct val="0"/>
              </a:spcAft>
              <a:buClr>
                <a:schemeClr val="tx1"/>
              </a:buClr>
              <a:buFont typeface="Wingdings" pitchFamily="2" charset="2"/>
              <a:defRPr kumimoji="1" sz="3200">
                <a:solidFill>
                  <a:schemeClr val="tx1"/>
                </a:solidFill>
                <a:latin typeface="Comic Sans MS" pitchFamily="66" charset="0"/>
                <a:ea typeface="宋体" pitchFamily="2" charset="-122"/>
              </a:defRPr>
            </a:lvl6pPr>
            <a:lvl7pPr marL="2971800" indent="-228600" eaLnBrk="0" fontAlgn="base" hangingPunct="0">
              <a:spcBef>
                <a:spcPct val="20000"/>
              </a:spcBef>
              <a:spcAft>
                <a:spcPct val="0"/>
              </a:spcAft>
              <a:buClr>
                <a:schemeClr val="tx1"/>
              </a:buClr>
              <a:buFont typeface="Wingdings" pitchFamily="2" charset="2"/>
              <a:defRPr kumimoji="1" sz="3200">
                <a:solidFill>
                  <a:schemeClr val="tx1"/>
                </a:solidFill>
                <a:latin typeface="Comic Sans MS" pitchFamily="66" charset="0"/>
                <a:ea typeface="宋体" pitchFamily="2" charset="-122"/>
              </a:defRPr>
            </a:lvl7pPr>
            <a:lvl8pPr marL="3429000" indent="-228600" eaLnBrk="0" fontAlgn="base" hangingPunct="0">
              <a:spcBef>
                <a:spcPct val="20000"/>
              </a:spcBef>
              <a:spcAft>
                <a:spcPct val="0"/>
              </a:spcAft>
              <a:buClr>
                <a:schemeClr val="tx1"/>
              </a:buClr>
              <a:buFont typeface="Wingdings" pitchFamily="2" charset="2"/>
              <a:defRPr kumimoji="1" sz="3200">
                <a:solidFill>
                  <a:schemeClr val="tx1"/>
                </a:solidFill>
                <a:latin typeface="Comic Sans MS" pitchFamily="66" charset="0"/>
                <a:ea typeface="宋体" pitchFamily="2" charset="-122"/>
              </a:defRPr>
            </a:lvl8pPr>
            <a:lvl9pPr marL="3886200" indent="-228600" eaLnBrk="0" fontAlgn="base" hangingPunct="0">
              <a:spcBef>
                <a:spcPct val="20000"/>
              </a:spcBef>
              <a:spcAft>
                <a:spcPct val="0"/>
              </a:spcAft>
              <a:buClr>
                <a:schemeClr val="tx1"/>
              </a:buClr>
              <a:buFont typeface="Wingdings" pitchFamily="2" charset="2"/>
              <a:defRPr kumimoji="1" sz="3200">
                <a:solidFill>
                  <a:schemeClr val="tx1"/>
                </a:solidFill>
                <a:latin typeface="Comic Sans MS" pitchFamily="66" charset="0"/>
                <a:ea typeface="宋体" pitchFamily="2" charset="-122"/>
              </a:defRPr>
            </a:lvl9pPr>
          </a:lstStyle>
          <a:p>
            <a:pPr eaLnBrk="1" hangingPunct="1">
              <a:defRPr/>
            </a:pPr>
            <a:endParaRPr lang="zh-CN" altLang="en-US" smtClean="0"/>
          </a:p>
        </p:txBody>
      </p:sp>
      <p:sp>
        <p:nvSpPr>
          <p:cNvPr id="1032" name="Rectangle 107"/>
          <p:cNvSpPr>
            <a:spLocks noGrp="1" noChangeArrowheads="1"/>
          </p:cNvSpPr>
          <p:nvPr>
            <p:ph type="body" idx="1"/>
          </p:nvPr>
        </p:nvSpPr>
        <p:spPr bwMode="auto">
          <a:xfrm>
            <a:off x="809625" y="1974850"/>
            <a:ext cx="7958138" cy="4425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7279" name="Rectangle 111"/>
          <p:cNvSpPr>
            <a:spLocks noGrp="1" noChangeArrowheads="1"/>
          </p:cNvSpPr>
          <p:nvPr>
            <p:ph type="title"/>
          </p:nvPr>
        </p:nvSpPr>
        <p:spPr bwMode="auto">
          <a:xfrm>
            <a:off x="1371600" y="469900"/>
            <a:ext cx="5867400" cy="1143000"/>
          </a:xfrm>
          <a:prstGeom prst="rect">
            <a:avLst/>
          </a:prstGeom>
          <a:noFill/>
          <a:ln>
            <a:noFill/>
          </a:ln>
          <a:effectLst/>
          <a:extLst>
            <a:ext uri="{909E8E84-426E-40DD-AFC4-6F175D3DCCD1}">
              <a14:hiddenFill xmlns:a14="http://schemas.microsoft.com/office/drawing/2010/main">
                <a:solidFill>
                  <a:srgbClr val="0033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dirty="0" smtClean="0"/>
              <a:t>单击此处编辑母版标题样式</a:t>
            </a:r>
          </a:p>
        </p:txBody>
      </p:sp>
      <p:sp>
        <p:nvSpPr>
          <p:cNvPr id="7287" name="Rectangle 119"/>
          <p:cNvSpPr>
            <a:spLocks noChangeArrowheads="1"/>
          </p:cNvSpPr>
          <p:nvPr/>
        </p:nvSpPr>
        <p:spPr bwMode="auto">
          <a:xfrm>
            <a:off x="3352800" y="6477000"/>
            <a:ext cx="1676400" cy="381000"/>
          </a:xfrm>
          <a:prstGeom prst="rect">
            <a:avLst/>
          </a:prstGeom>
          <a:noFill/>
          <a:ln>
            <a:noFill/>
          </a:ln>
          <a:effectLst/>
          <a:extLst>
            <a:ext uri="{909E8E84-426E-40DD-AFC4-6F175D3DCCD1}">
              <a14:hiddenFill xmlns:a14="http://schemas.microsoft.com/office/drawing/2010/main">
                <a:solidFill>
                  <a:srgbClr val="0033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marL="457200" fontAlgn="base">
              <a:spcBef>
                <a:spcPct val="0"/>
              </a:spcBef>
              <a:spcAft>
                <a:spcPct val="0"/>
              </a:spcAft>
              <a:defRPr kumimoji="1" sz="2400">
                <a:solidFill>
                  <a:schemeClr val="tx1"/>
                </a:solidFill>
                <a:latin typeface="Times New Roman" pitchFamily="18" charset="0"/>
                <a:ea typeface="宋体" pitchFamily="2" charset="-122"/>
              </a:defRPr>
            </a:lvl6pPr>
            <a:lvl7pPr marL="914400" fontAlgn="base">
              <a:spcBef>
                <a:spcPct val="0"/>
              </a:spcBef>
              <a:spcAft>
                <a:spcPct val="0"/>
              </a:spcAft>
              <a:defRPr kumimoji="1" sz="2400">
                <a:solidFill>
                  <a:schemeClr val="tx1"/>
                </a:solidFill>
                <a:latin typeface="Times New Roman" pitchFamily="18" charset="0"/>
                <a:ea typeface="宋体" pitchFamily="2" charset="-122"/>
              </a:defRPr>
            </a:lvl7pPr>
            <a:lvl8pPr marL="1371600" fontAlgn="base">
              <a:spcBef>
                <a:spcPct val="0"/>
              </a:spcBef>
              <a:spcAft>
                <a:spcPct val="0"/>
              </a:spcAft>
              <a:defRPr kumimoji="1" sz="2400">
                <a:solidFill>
                  <a:schemeClr val="tx1"/>
                </a:solidFill>
                <a:latin typeface="Times New Roman" pitchFamily="18" charset="0"/>
                <a:ea typeface="宋体" pitchFamily="2" charset="-122"/>
              </a:defRPr>
            </a:lvl8pPr>
            <a:lvl9pPr marL="1828800" fontAlgn="base">
              <a:spcBef>
                <a:spcPct val="0"/>
              </a:spcBef>
              <a:spcAft>
                <a:spcPct val="0"/>
              </a:spcAft>
              <a:defRPr kumimoji="1" sz="2400">
                <a:solidFill>
                  <a:schemeClr val="tx1"/>
                </a:solidFill>
                <a:latin typeface="Times New Roman" pitchFamily="18" charset="0"/>
                <a:ea typeface="宋体" pitchFamily="2" charset="-122"/>
              </a:defRPr>
            </a:lvl9pPr>
          </a:lstStyle>
          <a:p>
            <a:pPr algn="ctr">
              <a:lnSpc>
                <a:spcPct val="85000"/>
              </a:lnSpc>
              <a:buClrTx/>
              <a:buFontTx/>
              <a:buNone/>
              <a:defRPr/>
            </a:pPr>
            <a:r>
              <a:rPr lang="zh-CN" altLang="en-US" sz="1200" dirty="0" smtClean="0">
                <a:solidFill>
                  <a:schemeClr val="tx2"/>
                </a:solidFill>
              </a:rPr>
              <a:t>幻灯片  </a:t>
            </a:r>
            <a:fld id="{AEB46C50-B7AE-4D0C-B30F-B8C7BDF38EE2}" type="slidenum">
              <a:rPr lang="zh-CN" altLang="en-US" sz="1200" smtClean="0">
                <a:solidFill>
                  <a:schemeClr val="tx2"/>
                </a:solidFill>
              </a:rPr>
              <a:pPr algn="ctr">
                <a:lnSpc>
                  <a:spcPct val="85000"/>
                </a:lnSpc>
                <a:buClrTx/>
                <a:buFontTx/>
                <a:buNone/>
                <a:defRPr/>
              </a:pPr>
              <a:t>‹#›</a:t>
            </a:fld>
            <a:r>
              <a:rPr lang="en-US" altLang="zh-CN" sz="1200" dirty="0" smtClean="0">
                <a:solidFill>
                  <a:schemeClr val="tx2"/>
                </a:solidFill>
              </a:rPr>
              <a:t>/119</a:t>
            </a:r>
          </a:p>
        </p:txBody>
      </p:sp>
      <p:sp>
        <p:nvSpPr>
          <p:cNvPr id="7289" name="Rectangle 121"/>
          <p:cNvSpPr>
            <a:spLocks noChangeArrowheads="1"/>
          </p:cNvSpPr>
          <p:nvPr/>
        </p:nvSpPr>
        <p:spPr bwMode="auto">
          <a:xfrm>
            <a:off x="685800" y="6400800"/>
            <a:ext cx="2286000" cy="447675"/>
          </a:xfrm>
          <a:prstGeom prst="rect">
            <a:avLst/>
          </a:prstGeom>
          <a:noFill/>
          <a:ln>
            <a:noFill/>
          </a:ln>
          <a:effectLst/>
          <a:extLst>
            <a:ext uri="{909E8E84-426E-40DD-AFC4-6F175D3DCCD1}">
              <a14:hiddenFill xmlns:a14="http://schemas.microsoft.com/office/drawing/2010/main">
                <a:solidFill>
                  <a:srgbClr val="0033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marL="457200" fontAlgn="base">
              <a:spcBef>
                <a:spcPct val="0"/>
              </a:spcBef>
              <a:spcAft>
                <a:spcPct val="0"/>
              </a:spcAft>
              <a:defRPr kumimoji="1" sz="2400">
                <a:solidFill>
                  <a:schemeClr val="tx1"/>
                </a:solidFill>
                <a:latin typeface="Times New Roman" pitchFamily="18" charset="0"/>
                <a:ea typeface="宋体" pitchFamily="2" charset="-122"/>
              </a:defRPr>
            </a:lvl6pPr>
            <a:lvl7pPr marL="914400" fontAlgn="base">
              <a:spcBef>
                <a:spcPct val="0"/>
              </a:spcBef>
              <a:spcAft>
                <a:spcPct val="0"/>
              </a:spcAft>
              <a:defRPr kumimoji="1" sz="2400">
                <a:solidFill>
                  <a:schemeClr val="tx1"/>
                </a:solidFill>
                <a:latin typeface="Times New Roman" pitchFamily="18" charset="0"/>
                <a:ea typeface="宋体" pitchFamily="2" charset="-122"/>
              </a:defRPr>
            </a:lvl7pPr>
            <a:lvl8pPr marL="1371600" fontAlgn="base">
              <a:spcBef>
                <a:spcPct val="0"/>
              </a:spcBef>
              <a:spcAft>
                <a:spcPct val="0"/>
              </a:spcAft>
              <a:defRPr kumimoji="1" sz="2400">
                <a:solidFill>
                  <a:schemeClr val="tx1"/>
                </a:solidFill>
                <a:latin typeface="Times New Roman" pitchFamily="18" charset="0"/>
                <a:ea typeface="宋体" pitchFamily="2" charset="-122"/>
              </a:defRPr>
            </a:lvl8pPr>
            <a:lvl9pPr marL="1828800" fontAlgn="base">
              <a:spcBef>
                <a:spcPct val="0"/>
              </a:spcBef>
              <a:spcAft>
                <a:spcPct val="0"/>
              </a:spcAft>
              <a:defRPr kumimoji="1" sz="2400">
                <a:solidFill>
                  <a:schemeClr val="tx1"/>
                </a:solidFill>
                <a:latin typeface="Times New Roman" pitchFamily="18" charset="0"/>
                <a:ea typeface="宋体" pitchFamily="2" charset="-122"/>
              </a:defRPr>
            </a:lvl9pPr>
          </a:lstStyle>
          <a:p>
            <a:pPr>
              <a:lnSpc>
                <a:spcPct val="85000"/>
              </a:lnSpc>
              <a:buClrTx/>
              <a:buFontTx/>
              <a:buNone/>
              <a:defRPr/>
            </a:pPr>
            <a:r>
              <a:rPr lang="zh-CN" altLang="en-US" sz="1200" dirty="0" smtClean="0">
                <a:solidFill>
                  <a:schemeClr val="tx2"/>
                </a:solidFill>
                <a:latin typeface="Arial" charset="0"/>
              </a:rPr>
              <a:t>《</a:t>
            </a:r>
            <a:r>
              <a:rPr lang="en-US" altLang="zh-CN" sz="1200" dirty="0" smtClean="0">
                <a:solidFill>
                  <a:schemeClr val="tx2"/>
                </a:solidFill>
                <a:latin typeface="Arial" charset="0"/>
              </a:rPr>
              <a:t>Computer Architecture》V5</a:t>
            </a:r>
          </a:p>
        </p:txBody>
      </p:sp>
      <p:sp>
        <p:nvSpPr>
          <p:cNvPr id="7290" name="Rectangle 122"/>
          <p:cNvSpPr>
            <a:spLocks noChangeArrowheads="1"/>
          </p:cNvSpPr>
          <p:nvPr/>
        </p:nvSpPr>
        <p:spPr bwMode="auto">
          <a:xfrm>
            <a:off x="6372200" y="6400800"/>
            <a:ext cx="2771800" cy="447675"/>
          </a:xfrm>
          <a:prstGeom prst="rect">
            <a:avLst/>
          </a:prstGeom>
          <a:noFill/>
          <a:ln>
            <a:noFill/>
          </a:ln>
          <a:effectLst/>
          <a:extLst>
            <a:ext uri="{909E8E84-426E-40DD-AFC4-6F175D3DCCD1}">
              <a14:hiddenFill xmlns:a14="http://schemas.microsoft.com/office/drawing/2010/main">
                <a:solidFill>
                  <a:srgbClr val="0033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marL="457200" fontAlgn="base">
              <a:spcBef>
                <a:spcPct val="0"/>
              </a:spcBef>
              <a:spcAft>
                <a:spcPct val="0"/>
              </a:spcAft>
              <a:defRPr kumimoji="1" sz="2400">
                <a:solidFill>
                  <a:schemeClr val="tx1"/>
                </a:solidFill>
                <a:latin typeface="Times New Roman" pitchFamily="18" charset="0"/>
                <a:ea typeface="宋体" pitchFamily="2" charset="-122"/>
              </a:defRPr>
            </a:lvl6pPr>
            <a:lvl7pPr marL="914400" fontAlgn="base">
              <a:spcBef>
                <a:spcPct val="0"/>
              </a:spcBef>
              <a:spcAft>
                <a:spcPct val="0"/>
              </a:spcAft>
              <a:defRPr kumimoji="1" sz="2400">
                <a:solidFill>
                  <a:schemeClr val="tx1"/>
                </a:solidFill>
                <a:latin typeface="Times New Roman" pitchFamily="18" charset="0"/>
                <a:ea typeface="宋体" pitchFamily="2" charset="-122"/>
              </a:defRPr>
            </a:lvl7pPr>
            <a:lvl8pPr marL="1371600" fontAlgn="base">
              <a:spcBef>
                <a:spcPct val="0"/>
              </a:spcBef>
              <a:spcAft>
                <a:spcPct val="0"/>
              </a:spcAft>
              <a:defRPr kumimoji="1" sz="2400">
                <a:solidFill>
                  <a:schemeClr val="tx1"/>
                </a:solidFill>
                <a:latin typeface="Times New Roman" pitchFamily="18" charset="0"/>
                <a:ea typeface="宋体" pitchFamily="2" charset="-122"/>
              </a:defRPr>
            </a:lvl8pPr>
            <a:lvl9pPr marL="1828800" fontAlgn="base">
              <a:spcBef>
                <a:spcPct val="0"/>
              </a:spcBef>
              <a:spcAft>
                <a:spcPct val="0"/>
              </a:spcAft>
              <a:defRPr kumimoji="1" sz="2400">
                <a:solidFill>
                  <a:schemeClr val="tx1"/>
                </a:solidFill>
                <a:latin typeface="Times New Roman" pitchFamily="18" charset="0"/>
                <a:ea typeface="宋体" pitchFamily="2" charset="-122"/>
              </a:defRPr>
            </a:lvl9pPr>
          </a:lstStyle>
          <a:p>
            <a:pPr marL="0" marR="0" indent="0" algn="l" defTabSz="914400" rtl="0" eaLnBrk="1" fontAlgn="base" latinLnBrk="0" hangingPunct="1">
              <a:lnSpc>
                <a:spcPct val="85000"/>
              </a:lnSpc>
              <a:spcBef>
                <a:spcPct val="0"/>
              </a:spcBef>
              <a:spcAft>
                <a:spcPct val="0"/>
              </a:spcAft>
              <a:buClrTx/>
              <a:buSzTx/>
              <a:buFontTx/>
              <a:buNone/>
              <a:tabLst/>
              <a:defRPr/>
            </a:pPr>
            <a:r>
              <a:rPr lang="zh-CN" altLang="en-US" sz="1200" dirty="0" smtClean="0">
                <a:solidFill>
                  <a:schemeClr val="tx2"/>
                </a:solidFill>
              </a:rPr>
              <a:t>同济大学</a:t>
            </a:r>
            <a:r>
              <a:rPr lang="zh-CN" altLang="en-US" sz="1200" dirty="0" smtClean="0">
                <a:solidFill>
                  <a:schemeClr val="tx2"/>
                </a:solidFill>
              </a:rPr>
              <a:t>.计算机科学与技术系学院</a:t>
            </a:r>
            <a:endParaRPr lang="zh-CN" altLang="en-US" sz="1200" dirty="0" smtClean="0">
              <a:solidFill>
                <a:schemeClr val="tx2"/>
              </a:solidFill>
            </a:endParaRPr>
          </a:p>
        </p:txBody>
      </p:sp>
      <p:pic>
        <p:nvPicPr>
          <p:cNvPr id="1037" name="Picture 124" descr="tongji"/>
          <p:cNvPicPr>
            <a:picLocks noChangeAspect="1" noChangeArrowheads="1"/>
          </p:cNvPicPr>
          <p:nvPr/>
        </p:nvPicPr>
        <p:blipFill>
          <a:blip r:embed="rId15">
            <a:clrChange>
              <a:clrFrom>
                <a:srgbClr val="7187C3"/>
              </a:clrFrom>
              <a:clrTo>
                <a:srgbClr val="7187C3">
                  <a:alpha val="0"/>
                </a:srgbClr>
              </a:clrTo>
            </a:clrChange>
            <a:extLst>
              <a:ext uri="{28A0092B-C50C-407E-A947-70E740481C1C}">
                <a14:useLocalDpi xmlns:a14="http://schemas.microsoft.com/office/drawing/2010/main" val="0"/>
              </a:ext>
            </a:extLst>
          </a:blip>
          <a:srcRect/>
          <a:stretch>
            <a:fillRect/>
          </a:stretch>
        </p:blipFill>
        <p:spPr bwMode="auto">
          <a:xfrm>
            <a:off x="7451725" y="260350"/>
            <a:ext cx="1223963"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770" r:id="rId1"/>
    <p:sldLayoutId id="2147483760" r:id="rId2"/>
    <p:sldLayoutId id="2147483761" r:id="rId3"/>
    <p:sldLayoutId id="2147483762" r:id="rId4"/>
    <p:sldLayoutId id="2147483763" r:id="rId5"/>
    <p:sldLayoutId id="2147483764" r:id="rId6"/>
    <p:sldLayoutId id="2147483765" r:id="rId7"/>
    <p:sldLayoutId id="2147483766" r:id="rId8"/>
    <p:sldLayoutId id="2147483767" r:id="rId9"/>
    <p:sldLayoutId id="2147483768" r:id="rId10"/>
    <p:sldLayoutId id="2147483769" r:id="rId11"/>
  </p:sldLayoutIdLst>
  <p:transition spd="slow">
    <p:random/>
    <p:sndAc>
      <p:stSnd>
        <p:snd r:embed="rId13" name="projctor.wav"/>
      </p:stSnd>
    </p:sndAc>
  </p:transition>
  <p:timing>
    <p:tnLst>
      <p:par>
        <p:cTn id="1" dur="indefinite" restart="never" nodeType="tmRoot"/>
      </p:par>
    </p:tnLst>
  </p:timing>
  <p:txStyles>
    <p:titleStyle>
      <a:lvl1pPr algn="ctr" rtl="0" eaLnBrk="0" fontAlgn="base" hangingPunct="0">
        <a:lnSpc>
          <a:spcPct val="85000"/>
        </a:lnSpc>
        <a:spcBef>
          <a:spcPct val="0"/>
        </a:spcBef>
        <a:spcAft>
          <a:spcPct val="0"/>
        </a:spcAft>
        <a:defRPr kumimoji="1" sz="4800">
          <a:solidFill>
            <a:schemeClr val="tx2"/>
          </a:solidFill>
          <a:effectLst>
            <a:outerShdw blurRad="38100" dist="38100" dir="2700000" algn="tl">
              <a:srgbClr val="C0C0C0"/>
            </a:outerShdw>
          </a:effectLst>
          <a:latin typeface="+mn-lt"/>
          <a:ea typeface="+mj-ea"/>
          <a:cs typeface="+mj-cs"/>
        </a:defRPr>
      </a:lvl1pPr>
      <a:lvl2pPr algn="ctr" rtl="0" eaLnBrk="0" fontAlgn="base" hangingPunct="0">
        <a:lnSpc>
          <a:spcPct val="85000"/>
        </a:lnSpc>
        <a:spcBef>
          <a:spcPct val="0"/>
        </a:spcBef>
        <a:spcAft>
          <a:spcPct val="0"/>
        </a:spcAft>
        <a:defRPr kumimoji="1" sz="4800">
          <a:solidFill>
            <a:schemeClr val="tx2"/>
          </a:solidFill>
          <a:effectLst>
            <a:outerShdw blurRad="38100" dist="38100" dir="2700000" algn="tl">
              <a:srgbClr val="C0C0C0"/>
            </a:outerShdw>
          </a:effectLst>
          <a:latin typeface="Arial" charset="0"/>
          <a:ea typeface="隶书" pitchFamily="49" charset="-122"/>
        </a:defRPr>
      </a:lvl2pPr>
      <a:lvl3pPr algn="ctr" rtl="0" eaLnBrk="0" fontAlgn="base" hangingPunct="0">
        <a:lnSpc>
          <a:spcPct val="85000"/>
        </a:lnSpc>
        <a:spcBef>
          <a:spcPct val="0"/>
        </a:spcBef>
        <a:spcAft>
          <a:spcPct val="0"/>
        </a:spcAft>
        <a:defRPr kumimoji="1" sz="4800">
          <a:solidFill>
            <a:schemeClr val="tx2"/>
          </a:solidFill>
          <a:effectLst>
            <a:outerShdw blurRad="38100" dist="38100" dir="2700000" algn="tl">
              <a:srgbClr val="C0C0C0"/>
            </a:outerShdw>
          </a:effectLst>
          <a:latin typeface="Arial" charset="0"/>
          <a:ea typeface="隶书" pitchFamily="49" charset="-122"/>
        </a:defRPr>
      </a:lvl3pPr>
      <a:lvl4pPr algn="ctr" rtl="0" eaLnBrk="0" fontAlgn="base" hangingPunct="0">
        <a:lnSpc>
          <a:spcPct val="85000"/>
        </a:lnSpc>
        <a:spcBef>
          <a:spcPct val="0"/>
        </a:spcBef>
        <a:spcAft>
          <a:spcPct val="0"/>
        </a:spcAft>
        <a:defRPr kumimoji="1" sz="4800">
          <a:solidFill>
            <a:schemeClr val="tx2"/>
          </a:solidFill>
          <a:effectLst>
            <a:outerShdw blurRad="38100" dist="38100" dir="2700000" algn="tl">
              <a:srgbClr val="C0C0C0"/>
            </a:outerShdw>
          </a:effectLst>
          <a:latin typeface="Arial" charset="0"/>
          <a:ea typeface="隶书" pitchFamily="49" charset="-122"/>
        </a:defRPr>
      </a:lvl4pPr>
      <a:lvl5pPr algn="ctr" rtl="0" eaLnBrk="0" fontAlgn="base" hangingPunct="0">
        <a:lnSpc>
          <a:spcPct val="85000"/>
        </a:lnSpc>
        <a:spcBef>
          <a:spcPct val="0"/>
        </a:spcBef>
        <a:spcAft>
          <a:spcPct val="0"/>
        </a:spcAft>
        <a:defRPr kumimoji="1" sz="4800">
          <a:solidFill>
            <a:schemeClr val="tx2"/>
          </a:solidFill>
          <a:effectLst>
            <a:outerShdw blurRad="38100" dist="38100" dir="2700000" algn="tl">
              <a:srgbClr val="C0C0C0"/>
            </a:outerShdw>
          </a:effectLst>
          <a:latin typeface="Arial" charset="0"/>
          <a:ea typeface="隶书" pitchFamily="49" charset="-122"/>
        </a:defRPr>
      </a:lvl5pPr>
      <a:lvl6pPr marL="457200" algn="ctr" rtl="0" fontAlgn="base">
        <a:lnSpc>
          <a:spcPct val="85000"/>
        </a:lnSpc>
        <a:spcBef>
          <a:spcPct val="0"/>
        </a:spcBef>
        <a:spcAft>
          <a:spcPct val="0"/>
        </a:spcAft>
        <a:defRPr kumimoji="1" sz="4800">
          <a:solidFill>
            <a:schemeClr val="tx2"/>
          </a:solidFill>
          <a:effectLst>
            <a:outerShdw blurRad="38100" dist="38100" dir="2700000" algn="tl">
              <a:srgbClr val="C0C0C0"/>
            </a:outerShdw>
          </a:effectLst>
          <a:latin typeface="Arial" charset="0"/>
          <a:ea typeface="隶书" pitchFamily="49" charset="-122"/>
        </a:defRPr>
      </a:lvl6pPr>
      <a:lvl7pPr marL="914400" algn="ctr" rtl="0" fontAlgn="base">
        <a:lnSpc>
          <a:spcPct val="85000"/>
        </a:lnSpc>
        <a:spcBef>
          <a:spcPct val="0"/>
        </a:spcBef>
        <a:spcAft>
          <a:spcPct val="0"/>
        </a:spcAft>
        <a:defRPr kumimoji="1" sz="4800">
          <a:solidFill>
            <a:schemeClr val="tx2"/>
          </a:solidFill>
          <a:effectLst>
            <a:outerShdw blurRad="38100" dist="38100" dir="2700000" algn="tl">
              <a:srgbClr val="C0C0C0"/>
            </a:outerShdw>
          </a:effectLst>
          <a:latin typeface="Arial" charset="0"/>
          <a:ea typeface="隶书" pitchFamily="49" charset="-122"/>
        </a:defRPr>
      </a:lvl7pPr>
      <a:lvl8pPr marL="1371600" algn="ctr" rtl="0" fontAlgn="base">
        <a:lnSpc>
          <a:spcPct val="85000"/>
        </a:lnSpc>
        <a:spcBef>
          <a:spcPct val="0"/>
        </a:spcBef>
        <a:spcAft>
          <a:spcPct val="0"/>
        </a:spcAft>
        <a:defRPr kumimoji="1" sz="4800">
          <a:solidFill>
            <a:schemeClr val="tx2"/>
          </a:solidFill>
          <a:effectLst>
            <a:outerShdw blurRad="38100" dist="38100" dir="2700000" algn="tl">
              <a:srgbClr val="C0C0C0"/>
            </a:outerShdw>
          </a:effectLst>
          <a:latin typeface="Arial" charset="0"/>
          <a:ea typeface="隶书" pitchFamily="49" charset="-122"/>
        </a:defRPr>
      </a:lvl8pPr>
      <a:lvl9pPr marL="1828800" algn="ctr" rtl="0" fontAlgn="base">
        <a:lnSpc>
          <a:spcPct val="85000"/>
        </a:lnSpc>
        <a:spcBef>
          <a:spcPct val="0"/>
        </a:spcBef>
        <a:spcAft>
          <a:spcPct val="0"/>
        </a:spcAft>
        <a:defRPr kumimoji="1" sz="4800">
          <a:solidFill>
            <a:schemeClr val="tx2"/>
          </a:solidFill>
          <a:effectLst>
            <a:outerShdw blurRad="38100" dist="38100" dir="2700000" algn="tl">
              <a:srgbClr val="C0C0C0"/>
            </a:outerShdw>
          </a:effectLst>
          <a:latin typeface="Arial" charset="0"/>
          <a:ea typeface="隶书" pitchFamily="49" charset="-122"/>
        </a:defRPr>
      </a:lvl9pPr>
    </p:titleStyle>
    <p:bodyStyle>
      <a:lvl1pPr marL="342900" indent="-342900" algn="l" rtl="0" eaLnBrk="0" fontAlgn="base" hangingPunct="0">
        <a:spcBef>
          <a:spcPct val="20000"/>
        </a:spcBef>
        <a:spcAft>
          <a:spcPct val="0"/>
        </a:spcAft>
        <a:buClr>
          <a:schemeClr val="tx1"/>
        </a:buClr>
        <a:buFont typeface="Wingdings" pitchFamily="2" charset="2"/>
        <a:buChar char="w"/>
        <a:defRPr kumimoji="1" sz="3200" b="1">
          <a:solidFill>
            <a:schemeClr val="tx1"/>
          </a:solidFill>
          <a:latin typeface="+mn-lt"/>
          <a:ea typeface="宋体" panose="02010600030101010101" pitchFamily="2" charset="-122"/>
          <a:cs typeface="+mn-cs"/>
        </a:defRPr>
      </a:lvl1pPr>
      <a:lvl2pPr marL="742950" indent="-285750" algn="l" rtl="0" eaLnBrk="0" fontAlgn="base" hangingPunct="0">
        <a:spcBef>
          <a:spcPct val="20000"/>
        </a:spcBef>
        <a:spcAft>
          <a:spcPct val="0"/>
        </a:spcAft>
        <a:buClr>
          <a:schemeClr val="accent2"/>
        </a:buClr>
        <a:buSzPct val="55000"/>
        <a:buFont typeface="Wingdings" pitchFamily="2" charset="2"/>
        <a:buChar char="Ø"/>
        <a:defRPr kumimoji="1" sz="2800" b="1">
          <a:solidFill>
            <a:schemeClr val="tx1"/>
          </a:solidFill>
          <a:latin typeface="+mn-lt"/>
          <a:ea typeface="宋体" panose="02010600030101010101" pitchFamily="2" charset="-122"/>
        </a:defRPr>
      </a:lvl2pPr>
      <a:lvl3pPr marL="1085850" indent="-228600" algn="l" rtl="0" eaLnBrk="0" fontAlgn="base" hangingPunct="0">
        <a:spcBef>
          <a:spcPct val="20000"/>
        </a:spcBef>
        <a:spcAft>
          <a:spcPct val="0"/>
        </a:spcAft>
        <a:buClr>
          <a:schemeClr val="accent2"/>
        </a:buClr>
        <a:buSzPct val="65000"/>
        <a:buFont typeface="Wingdings" pitchFamily="2" charset="2"/>
        <a:buChar char="l"/>
        <a:defRPr kumimoji="1" sz="2400" b="1">
          <a:solidFill>
            <a:schemeClr val="tx1"/>
          </a:solidFill>
          <a:latin typeface="+mn-lt"/>
          <a:ea typeface="宋体" panose="02010600030101010101" pitchFamily="2" charset="-122"/>
        </a:defRPr>
      </a:lvl3pPr>
      <a:lvl4pPr marL="1428750" indent="-228600" algn="l" rtl="0" eaLnBrk="0" fontAlgn="base" hangingPunct="0">
        <a:spcBef>
          <a:spcPct val="20000"/>
        </a:spcBef>
        <a:spcAft>
          <a:spcPct val="0"/>
        </a:spcAft>
        <a:buClr>
          <a:schemeClr val="accent2"/>
        </a:buClr>
        <a:buSzPct val="85000"/>
        <a:buFont typeface="Wingdings" pitchFamily="2" charset="2"/>
        <a:buChar char="w"/>
        <a:defRPr kumimoji="1" sz="2000" b="1">
          <a:solidFill>
            <a:schemeClr val="tx1"/>
          </a:solidFill>
          <a:latin typeface="+mn-lt"/>
          <a:ea typeface="宋体" panose="02010600030101010101" pitchFamily="2" charset="-122"/>
        </a:defRPr>
      </a:lvl4pPr>
      <a:lvl5pPr marL="1771650" indent="-228600" algn="l" rtl="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mn-lt"/>
          <a:ea typeface="宋体" panose="02010600030101010101" pitchFamily="2" charset="-122"/>
        </a:defRPr>
      </a:lvl5pPr>
      <a:lvl6pPr marL="2228850" indent="-228600" algn="l" rtl="0" fontAlgn="base">
        <a:spcBef>
          <a:spcPct val="20000"/>
        </a:spcBef>
        <a:spcAft>
          <a:spcPct val="0"/>
        </a:spcAft>
        <a:buClr>
          <a:schemeClr val="accent2"/>
        </a:buClr>
        <a:buSzPct val="80000"/>
        <a:buFont typeface="Wingdings" pitchFamily="2" charset="2"/>
        <a:buChar char="§"/>
        <a:defRPr kumimoji="1" b="1">
          <a:solidFill>
            <a:schemeClr val="tx1"/>
          </a:solidFill>
          <a:latin typeface="+mn-lt"/>
          <a:ea typeface="+mn-ea"/>
        </a:defRPr>
      </a:lvl6pPr>
      <a:lvl7pPr marL="2686050" indent="-228600" algn="l" rtl="0" fontAlgn="base">
        <a:spcBef>
          <a:spcPct val="20000"/>
        </a:spcBef>
        <a:spcAft>
          <a:spcPct val="0"/>
        </a:spcAft>
        <a:buClr>
          <a:schemeClr val="accent2"/>
        </a:buClr>
        <a:buSzPct val="80000"/>
        <a:buFont typeface="Wingdings" pitchFamily="2" charset="2"/>
        <a:buChar char="§"/>
        <a:defRPr kumimoji="1" b="1">
          <a:solidFill>
            <a:schemeClr val="tx1"/>
          </a:solidFill>
          <a:latin typeface="+mn-lt"/>
          <a:ea typeface="+mn-ea"/>
        </a:defRPr>
      </a:lvl7pPr>
      <a:lvl8pPr marL="3143250" indent="-228600" algn="l" rtl="0" fontAlgn="base">
        <a:spcBef>
          <a:spcPct val="20000"/>
        </a:spcBef>
        <a:spcAft>
          <a:spcPct val="0"/>
        </a:spcAft>
        <a:buClr>
          <a:schemeClr val="accent2"/>
        </a:buClr>
        <a:buSzPct val="80000"/>
        <a:buFont typeface="Wingdings" pitchFamily="2" charset="2"/>
        <a:buChar char="§"/>
        <a:defRPr kumimoji="1" b="1">
          <a:solidFill>
            <a:schemeClr val="tx1"/>
          </a:solidFill>
          <a:latin typeface="+mn-lt"/>
          <a:ea typeface="+mn-ea"/>
        </a:defRPr>
      </a:lvl8pPr>
      <a:lvl9pPr marL="3600450" indent="-228600" algn="l" rtl="0" fontAlgn="base">
        <a:spcBef>
          <a:spcPct val="20000"/>
        </a:spcBef>
        <a:spcAft>
          <a:spcPct val="0"/>
        </a:spcAft>
        <a:buClr>
          <a:schemeClr val="accent2"/>
        </a:buClr>
        <a:buSzPct val="80000"/>
        <a:buFont typeface="Wingdings" pitchFamily="2" charset="2"/>
        <a:buChar char="§"/>
        <a:defRPr kumimoji="1"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88.xml"/><Relationship Id="rId4" Type="http://schemas.openxmlformats.org/officeDocument/2006/relationships/slide" Target="slide32.xml"/></Relationships>
</file>

<file path=ppt/slides/_rels/slide2.xml.rels><?xml version="1.0" encoding="UTF-8" standalone="yes"?>
<Relationships xmlns="http://schemas.openxmlformats.org/package/2006/relationships"><Relationship Id="rId8" Type="http://schemas.openxmlformats.org/officeDocument/2006/relationships/slide" Target="slide29.xml"/><Relationship Id="rId3" Type="http://schemas.openxmlformats.org/officeDocument/2006/relationships/slide" Target="slide1.xml"/><Relationship Id="rId7" Type="http://schemas.openxmlformats.org/officeDocument/2006/relationships/slide" Target="slide27.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7.xml"/><Relationship Id="rId5" Type="http://schemas.openxmlformats.org/officeDocument/2006/relationships/slide" Target="slide6.xml"/><Relationship Id="rId4" Type="http://schemas.openxmlformats.org/officeDocument/2006/relationships/slide" Target="slide3.xml"/></Relationships>
</file>

<file path=ppt/slides/_rels/slide3.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2.xml"/></Relationships>
</file>

<file path=ppt/slides/_rels/slide4.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2.xml"/></Relationships>
</file>

<file path=ppt/slides/_rels/slide5.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image" Target="../media/image4.jpeg"/><Relationship Id="rId4" Type="http://schemas.openxmlformats.org/officeDocument/2006/relationships/slide" Target="slide2.xml"/></Relationships>
</file>

<file path=ppt/slides/_rels/slide6.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2.xml"/></Relationships>
</file>

<file path=ppt/slides/_rels/slide7.xml.rels><?xml version="1.0" encoding="UTF-8" standalone="yes"?>
<Relationships xmlns="http://schemas.openxmlformats.org/package/2006/relationships"><Relationship Id="rId8" Type="http://schemas.openxmlformats.org/officeDocument/2006/relationships/slide" Target="slide20.xml"/><Relationship Id="rId3" Type="http://schemas.openxmlformats.org/officeDocument/2006/relationships/slide" Target="slide8.xml"/><Relationship Id="rId7" Type="http://schemas.openxmlformats.org/officeDocument/2006/relationships/slide" Target="slide17.xml"/><Relationship Id="rId12"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4.xml"/><Relationship Id="rId6" Type="http://schemas.openxmlformats.org/officeDocument/2006/relationships/slide" Target="slide13.xml"/><Relationship Id="rId11" Type="http://schemas.openxmlformats.org/officeDocument/2006/relationships/slide" Target="slide1.xml"/><Relationship Id="rId5" Type="http://schemas.openxmlformats.org/officeDocument/2006/relationships/slide" Target="slide10.xml"/><Relationship Id="rId10" Type="http://schemas.openxmlformats.org/officeDocument/2006/relationships/slide" Target="slide24.xml"/><Relationship Id="rId4" Type="http://schemas.openxmlformats.org/officeDocument/2006/relationships/slide" Target="slide9.xml"/><Relationship Id="rId9" Type="http://schemas.openxmlformats.org/officeDocument/2006/relationships/slide" Target="slide22.xml"/></Relationships>
</file>

<file path=ppt/slides/_rels/slide8.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7.xml"/><Relationship Id="rId4" Type="http://schemas.openxmlformats.org/officeDocument/2006/relationships/slide" Target="slide2.xml"/></Relationships>
</file>

<file path=ppt/slides/_rels/slide9.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7.xml"/><Relationship Id="rId4" Type="http://schemas.openxmlformats.org/officeDocument/2006/relationships/slide" Target="slide2.xml"/></Relationships>
</file>

<file path=ppt/slides/_rels/slide10.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7.xml"/><Relationship Id="rId4" Type="http://schemas.openxmlformats.org/officeDocument/2006/relationships/slide" Target="slide2.xml"/></Relationships>
</file>

<file path=ppt/slides/_rels/slide11.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7.xml"/><Relationship Id="rId4" Type="http://schemas.openxmlformats.org/officeDocument/2006/relationships/slide" Target="slide2.xml"/></Relationships>
</file>

<file path=ppt/slides/_rels/slide12.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7.xml"/><Relationship Id="rId4" Type="http://schemas.openxmlformats.org/officeDocument/2006/relationships/slide" Target="slide2.xml"/></Relationships>
</file>

<file path=ppt/slides/_rels/slide13.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7.xml"/><Relationship Id="rId4" Type="http://schemas.openxmlformats.org/officeDocument/2006/relationships/slide" Target="slide2.xml"/></Relationships>
</file>

<file path=ppt/slides/_rels/slide14.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7.xml"/><Relationship Id="rId4" Type="http://schemas.openxmlformats.org/officeDocument/2006/relationships/slide" Target="slide2.xml"/></Relationships>
</file>

<file path=ppt/slides/_rels/slide15.xml.rels><?xml version="1.0" encoding="UTF-8" standalone="yes"?>
<Relationships xmlns="http://schemas.openxmlformats.org/package/2006/relationships"><Relationship Id="rId8" Type="http://schemas.openxmlformats.org/officeDocument/2006/relationships/image" Target="../media/image5.wmf"/><Relationship Id="rId3" Type="http://schemas.openxmlformats.org/officeDocument/2006/relationships/audio" Target="../media/audio1.wav"/><Relationship Id="rId7"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slide" Target="slide7.xml"/><Relationship Id="rId5" Type="http://schemas.openxmlformats.org/officeDocument/2006/relationships/slide" Target="slide2.xml"/><Relationship Id="rId4" Type="http://schemas.openxmlformats.org/officeDocument/2006/relationships/slide" Target="slide1.xml"/></Relationships>
</file>

<file path=ppt/slides/_rels/slide16.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7.xml"/><Relationship Id="rId4" Type="http://schemas.openxmlformats.org/officeDocument/2006/relationships/slide" Target="slide2.xml"/></Relationships>
</file>

<file path=ppt/slides/_rels/slide17.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7.xml"/><Relationship Id="rId4" Type="http://schemas.openxmlformats.org/officeDocument/2006/relationships/slide" Target="slide2.xml"/></Relationships>
</file>

<file path=ppt/slides/_rels/slide18.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7.xml"/><Relationship Id="rId4" Type="http://schemas.openxmlformats.org/officeDocument/2006/relationships/slide" Target="slide2.xml"/></Relationships>
</file>

<file path=ppt/slides/_rels/slide19.xml.rels><?xml version="1.0" encoding="UTF-8" standalone="yes"?>
<Relationships xmlns="http://schemas.openxmlformats.org/package/2006/relationships"><Relationship Id="rId8" Type="http://schemas.openxmlformats.org/officeDocument/2006/relationships/image" Target="../media/image6.wmf"/><Relationship Id="rId3" Type="http://schemas.openxmlformats.org/officeDocument/2006/relationships/audio" Target="../media/audio1.wav"/><Relationship Id="rId7"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slide" Target="slide7.xml"/><Relationship Id="rId5" Type="http://schemas.openxmlformats.org/officeDocument/2006/relationships/slide" Target="slide2.xml"/><Relationship Id="rId4" Type="http://schemas.openxmlformats.org/officeDocument/2006/relationships/slide" Target="slide1.xml"/></Relationships>
</file>

<file path=ppt/slides/_rels/slide20.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7.xml"/><Relationship Id="rId4" Type="http://schemas.openxmlformats.org/officeDocument/2006/relationships/slide" Target="slide2.xml"/></Relationships>
</file>

<file path=ppt/slides/_rels/slide21.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7.xml"/><Relationship Id="rId4" Type="http://schemas.openxmlformats.org/officeDocument/2006/relationships/slide" Target="slide2.xml"/></Relationships>
</file>

<file path=ppt/slides/_rels/slide22.xml.rels><?xml version="1.0" encoding="UTF-8" standalone="yes"?>
<Relationships xmlns="http://schemas.openxmlformats.org/package/2006/relationships"><Relationship Id="rId8" Type="http://schemas.openxmlformats.org/officeDocument/2006/relationships/image" Target="../media/image7.wmf"/><Relationship Id="rId3" Type="http://schemas.openxmlformats.org/officeDocument/2006/relationships/audio" Target="../media/audio1.wav"/><Relationship Id="rId7"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slide" Target="slide7.xml"/><Relationship Id="rId5" Type="http://schemas.openxmlformats.org/officeDocument/2006/relationships/slide" Target="slide2.xml"/><Relationship Id="rId10" Type="http://schemas.openxmlformats.org/officeDocument/2006/relationships/image" Target="../media/image8.wmf"/><Relationship Id="rId4" Type="http://schemas.openxmlformats.org/officeDocument/2006/relationships/slide" Target="slide1.xml"/><Relationship Id="rId9" Type="http://schemas.openxmlformats.org/officeDocument/2006/relationships/oleObject" Target="../embeddings/oleObject4.bin"/></Relationships>
</file>

<file path=ppt/slides/_rels/slide23.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7.xml"/><Relationship Id="rId4" Type="http://schemas.openxmlformats.org/officeDocument/2006/relationships/slide" Target="slide2.xml"/></Relationships>
</file>

<file path=ppt/slides/_rels/slide24.xml.rels><?xml version="1.0" encoding="UTF-8" standalone="yes"?>
<Relationships xmlns="http://schemas.openxmlformats.org/package/2006/relationships"><Relationship Id="rId8" Type="http://schemas.openxmlformats.org/officeDocument/2006/relationships/image" Target="../media/image9.wmf"/><Relationship Id="rId3" Type="http://schemas.openxmlformats.org/officeDocument/2006/relationships/audio" Target="../media/audio1.wav"/><Relationship Id="rId7"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slide" Target="slide7.xml"/><Relationship Id="rId5" Type="http://schemas.openxmlformats.org/officeDocument/2006/relationships/slide" Target="slide2.xml"/><Relationship Id="rId4" Type="http://schemas.openxmlformats.org/officeDocument/2006/relationships/slide" Target="slide1.xml"/></Relationships>
</file>

<file path=ppt/slides/_rels/slide25.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7.xml"/><Relationship Id="rId4" Type="http://schemas.openxmlformats.org/officeDocument/2006/relationships/slide" Target="slide2.xml"/></Relationships>
</file>

<file path=ppt/slides/_rels/slide26.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7.xml"/><Relationship Id="rId4" Type="http://schemas.openxmlformats.org/officeDocument/2006/relationships/slide" Target="slide2.xml"/></Relationships>
</file>

<file path=ppt/slides/_rels/slide27.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2.xml"/></Relationships>
</file>

<file path=ppt/slides/_rels/slide28.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2.xml"/></Relationships>
</file>

<file path=ppt/slides/_rels/slide29.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2.xml"/></Relationships>
</file>

<file path=ppt/slides/_rels/slide30.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2.xml"/></Relationships>
</file>

<file path=ppt/slides/_rels/slide31.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2.xml"/></Relationships>
</file>

<file path=ppt/slides/_rels/slide32.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53.xml"/><Relationship Id="rId4" Type="http://schemas.openxmlformats.org/officeDocument/2006/relationships/slide" Target="slide33.xml"/></Relationships>
</file>

<file path=ppt/slides/_rels/slide33.xml.rels><?xml version="1.0" encoding="UTF-8" standalone="yes"?>
<Relationships xmlns="http://schemas.openxmlformats.org/package/2006/relationships"><Relationship Id="rId8" Type="http://schemas.openxmlformats.org/officeDocument/2006/relationships/slide" Target="slide40.xml"/><Relationship Id="rId3" Type="http://schemas.openxmlformats.org/officeDocument/2006/relationships/slide" Target="slide1.xml"/><Relationship Id="rId7" Type="http://schemas.openxmlformats.org/officeDocument/2006/relationships/slide" Target="slide38.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35.xml"/><Relationship Id="rId5" Type="http://schemas.openxmlformats.org/officeDocument/2006/relationships/slide" Target="slide34.xml"/><Relationship Id="rId4" Type="http://schemas.openxmlformats.org/officeDocument/2006/relationships/slide" Target="slide32.xml"/><Relationship Id="rId9" Type="http://schemas.openxmlformats.org/officeDocument/2006/relationships/slide" Target="slide45.xml"/></Relationships>
</file>

<file path=ppt/slides/_rels/slide34.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33.xml"/><Relationship Id="rId4" Type="http://schemas.openxmlformats.org/officeDocument/2006/relationships/slide" Target="slide32.xml"/></Relationships>
</file>

<file path=ppt/slides/_rels/slide35.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33.xml"/><Relationship Id="rId4" Type="http://schemas.openxmlformats.org/officeDocument/2006/relationships/slide" Target="slide32.xml"/></Relationships>
</file>

<file path=ppt/slides/_rels/slide36.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33.xml"/><Relationship Id="rId4" Type="http://schemas.openxmlformats.org/officeDocument/2006/relationships/slide" Target="slide32.xml"/></Relationships>
</file>

<file path=ppt/slides/_rels/slide37.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33.xml"/><Relationship Id="rId4" Type="http://schemas.openxmlformats.org/officeDocument/2006/relationships/slide" Target="slide32.xml"/></Relationships>
</file>

<file path=ppt/slides/_rels/slide38.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33.xml"/><Relationship Id="rId4" Type="http://schemas.openxmlformats.org/officeDocument/2006/relationships/slide" Target="slide32.xml"/></Relationships>
</file>

<file path=ppt/slides/_rels/slide39.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33.xml"/><Relationship Id="rId4" Type="http://schemas.openxmlformats.org/officeDocument/2006/relationships/slide" Target="slide32.xml"/></Relationships>
</file>

<file path=ppt/slides/_rels/slide40.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33.xml"/><Relationship Id="rId4" Type="http://schemas.openxmlformats.org/officeDocument/2006/relationships/slide" Target="slide32.xml"/></Relationships>
</file>

<file path=ppt/slides/_rels/slide41.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33.xml"/><Relationship Id="rId4" Type="http://schemas.openxmlformats.org/officeDocument/2006/relationships/slide" Target="slide32.xml"/></Relationships>
</file>

<file path=ppt/slides/_rels/slide42.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33.xml"/><Relationship Id="rId4" Type="http://schemas.openxmlformats.org/officeDocument/2006/relationships/slide" Target="slide32.xml"/></Relationships>
</file>

<file path=ppt/slides/_rels/slide43.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33.xml"/><Relationship Id="rId4" Type="http://schemas.openxmlformats.org/officeDocument/2006/relationships/slide" Target="slide32.xml"/></Relationships>
</file>

<file path=ppt/slides/_rels/slide44.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33.xml"/><Relationship Id="rId4" Type="http://schemas.openxmlformats.org/officeDocument/2006/relationships/slide" Target="slide32.xml"/></Relationships>
</file>

<file path=ppt/slides/_rels/slide45.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33.xml"/><Relationship Id="rId4" Type="http://schemas.openxmlformats.org/officeDocument/2006/relationships/slide" Target="slide32.xml"/></Relationships>
</file>

<file path=ppt/slides/_rels/slide46.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33.xml"/><Relationship Id="rId4" Type="http://schemas.openxmlformats.org/officeDocument/2006/relationships/slide" Target="slide32.xml"/></Relationships>
</file>

<file path=ppt/slides/_rels/slide47.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33.xml"/><Relationship Id="rId4" Type="http://schemas.openxmlformats.org/officeDocument/2006/relationships/slide" Target="slide32.xml"/></Relationships>
</file>

<file path=ppt/slides/_rels/slide48.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33.xml"/><Relationship Id="rId4" Type="http://schemas.openxmlformats.org/officeDocument/2006/relationships/slide" Target="slide32.xml"/></Relationships>
</file>

<file path=ppt/slides/_rels/slide49.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image" Target="../media/image10.jpeg"/><Relationship Id="rId5" Type="http://schemas.openxmlformats.org/officeDocument/2006/relationships/slide" Target="slide33.xml"/><Relationship Id="rId4" Type="http://schemas.openxmlformats.org/officeDocument/2006/relationships/slide" Target="slide32.xml"/></Relationships>
</file>

<file path=ppt/slides/_rels/slide50.xml.rels><?xml version="1.0" encoding="UTF-8" standalone="yes"?>
<Relationships xmlns="http://schemas.openxmlformats.org/package/2006/relationships"><Relationship Id="rId8" Type="http://schemas.openxmlformats.org/officeDocument/2006/relationships/image" Target="../media/image11.wmf"/><Relationship Id="rId3" Type="http://schemas.openxmlformats.org/officeDocument/2006/relationships/audio" Target="../media/audio1.wav"/><Relationship Id="rId7"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slide" Target="slide33.xml"/><Relationship Id="rId5" Type="http://schemas.openxmlformats.org/officeDocument/2006/relationships/slide" Target="slide32.xml"/><Relationship Id="rId4" Type="http://schemas.openxmlformats.org/officeDocument/2006/relationships/slide" Target="slide1.xml"/></Relationships>
</file>

<file path=ppt/slides/_rels/slide51.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image" Target="../media/image12.jpeg"/><Relationship Id="rId5" Type="http://schemas.openxmlformats.org/officeDocument/2006/relationships/slide" Target="slide33.xml"/><Relationship Id="rId4" Type="http://schemas.openxmlformats.org/officeDocument/2006/relationships/slide" Target="slide32.xml"/></Relationships>
</file>

<file path=ppt/slides/_rels/slide52.xml.rels><?xml version="1.0" encoding="UTF-8" standalone="yes"?>
<Relationships xmlns="http://schemas.openxmlformats.org/package/2006/relationships"><Relationship Id="rId8" Type="http://schemas.openxmlformats.org/officeDocument/2006/relationships/image" Target="../media/image13.wmf"/><Relationship Id="rId3" Type="http://schemas.openxmlformats.org/officeDocument/2006/relationships/audio" Target="../media/audio1.wav"/><Relationship Id="rId7"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vmlDrawing" Target="../drawings/vmlDrawing6.vml"/><Relationship Id="rId6" Type="http://schemas.openxmlformats.org/officeDocument/2006/relationships/slide" Target="slide33.xml"/><Relationship Id="rId5" Type="http://schemas.openxmlformats.org/officeDocument/2006/relationships/slide" Target="slide32.xml"/><Relationship Id="rId10" Type="http://schemas.openxmlformats.org/officeDocument/2006/relationships/oleObject" Target="../embeddings/oleObject9.bin"/><Relationship Id="rId4" Type="http://schemas.openxmlformats.org/officeDocument/2006/relationships/slide" Target="slide1.xml"/><Relationship Id="rId9" Type="http://schemas.openxmlformats.org/officeDocument/2006/relationships/oleObject" Target="../embeddings/oleObject8.bin"/></Relationships>
</file>

<file path=ppt/slides/_rels/slide53.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32.xml"/></Relationships>
</file>

<file path=ppt/slides/_rels/slide54.xml.rels><?xml version="1.0" encoding="UTF-8" standalone="yes"?>
<Relationships xmlns="http://schemas.openxmlformats.org/package/2006/relationships"><Relationship Id="rId8" Type="http://schemas.openxmlformats.org/officeDocument/2006/relationships/slide" Target="slide55.xml"/><Relationship Id="rId3" Type="http://schemas.openxmlformats.org/officeDocument/2006/relationships/slide" Target="slide1.xml"/><Relationship Id="rId7" Type="http://schemas.openxmlformats.org/officeDocument/2006/relationships/slide" Target="slide83.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64.xml"/><Relationship Id="rId5" Type="http://schemas.openxmlformats.org/officeDocument/2006/relationships/slide" Target="slide58.xml"/><Relationship Id="rId4" Type="http://schemas.openxmlformats.org/officeDocument/2006/relationships/slide" Target="slide32.xml"/></Relationships>
</file>

<file path=ppt/slides/_rels/slide55.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slide" Target="slide54.xml"/><Relationship Id="rId4" Type="http://schemas.openxmlformats.org/officeDocument/2006/relationships/slide" Target="slide32.xml"/></Relationships>
</file>

<file path=ppt/slides/_rels/slide56.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54.xml"/><Relationship Id="rId4" Type="http://schemas.openxmlformats.org/officeDocument/2006/relationships/slide" Target="slide32.xml"/></Relationships>
</file>

<file path=ppt/slides/_rels/slide57.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54.xml"/><Relationship Id="rId4" Type="http://schemas.openxmlformats.org/officeDocument/2006/relationships/slide" Target="slide32.xml"/></Relationships>
</file>

<file path=ppt/slides/_rels/slide58.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54.xml"/><Relationship Id="rId4" Type="http://schemas.openxmlformats.org/officeDocument/2006/relationships/slide" Target="slide32.xml"/></Relationships>
</file>

<file path=ppt/slides/_rels/slide59.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54.xml"/><Relationship Id="rId4" Type="http://schemas.openxmlformats.org/officeDocument/2006/relationships/slide" Target="slide32.xml"/></Relationships>
</file>

<file path=ppt/slides/_rels/slide60.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54.xml"/><Relationship Id="rId4" Type="http://schemas.openxmlformats.org/officeDocument/2006/relationships/slide" Target="slide32.xml"/></Relationships>
</file>

<file path=ppt/slides/_rels/slide61.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54.xml"/><Relationship Id="rId4" Type="http://schemas.openxmlformats.org/officeDocument/2006/relationships/slide" Target="slide32.xml"/></Relationships>
</file>

<file path=ppt/slides/_rels/slide62.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54.xml"/><Relationship Id="rId4" Type="http://schemas.openxmlformats.org/officeDocument/2006/relationships/slide" Target="slide32.xml"/></Relationships>
</file>

<file path=ppt/slides/_rels/slide63.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54.xml"/><Relationship Id="rId4" Type="http://schemas.openxmlformats.org/officeDocument/2006/relationships/slide" Target="slide32.xml"/></Relationships>
</file>

<file path=ppt/slides/_rels/slide64.xml.rels><?xml version="1.0" encoding="UTF-8" standalone="yes"?>
<Relationships xmlns="http://schemas.openxmlformats.org/package/2006/relationships"><Relationship Id="rId8" Type="http://schemas.openxmlformats.org/officeDocument/2006/relationships/slide" Target="slide76.xml"/><Relationship Id="rId13" Type="http://schemas.openxmlformats.org/officeDocument/2006/relationships/slide" Target="slide54.xml"/><Relationship Id="rId3" Type="http://schemas.openxmlformats.org/officeDocument/2006/relationships/slide" Target="slide65.xml"/><Relationship Id="rId7" Type="http://schemas.openxmlformats.org/officeDocument/2006/relationships/slide" Target="slide72.xml"/><Relationship Id="rId12" Type="http://schemas.openxmlformats.org/officeDocument/2006/relationships/slide" Target="slide32.xml"/><Relationship Id="rId2" Type="http://schemas.openxmlformats.org/officeDocument/2006/relationships/audio" Target="../media/audio1.wav"/><Relationship Id="rId1" Type="http://schemas.openxmlformats.org/officeDocument/2006/relationships/slideLayout" Target="../slideLayouts/slideLayout4.xml"/><Relationship Id="rId6" Type="http://schemas.openxmlformats.org/officeDocument/2006/relationships/slide" Target="slide71.xml"/><Relationship Id="rId11" Type="http://schemas.openxmlformats.org/officeDocument/2006/relationships/slide" Target="slide1.xml"/><Relationship Id="rId5" Type="http://schemas.openxmlformats.org/officeDocument/2006/relationships/slide" Target="slide70.xml"/><Relationship Id="rId10" Type="http://schemas.openxmlformats.org/officeDocument/2006/relationships/slide" Target="slide82.xml"/><Relationship Id="rId4" Type="http://schemas.openxmlformats.org/officeDocument/2006/relationships/slide" Target="slide67.xml"/><Relationship Id="rId9" Type="http://schemas.openxmlformats.org/officeDocument/2006/relationships/slide" Target="slide79.xml"/></Relationships>
</file>

<file path=ppt/slides/_rels/slide65.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64.xml"/><Relationship Id="rId5" Type="http://schemas.openxmlformats.org/officeDocument/2006/relationships/slide" Target="slide54.xml"/><Relationship Id="rId4" Type="http://schemas.openxmlformats.org/officeDocument/2006/relationships/slide" Target="slide32.xml"/></Relationships>
</file>

<file path=ppt/slides/_rels/slide66.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64.xml"/><Relationship Id="rId5" Type="http://schemas.openxmlformats.org/officeDocument/2006/relationships/slide" Target="slide54.xml"/><Relationship Id="rId4" Type="http://schemas.openxmlformats.org/officeDocument/2006/relationships/slide" Target="slide32.xml"/></Relationships>
</file>

<file path=ppt/slides/_rels/slide67.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64.xml"/><Relationship Id="rId5" Type="http://schemas.openxmlformats.org/officeDocument/2006/relationships/slide" Target="slide54.xml"/><Relationship Id="rId4" Type="http://schemas.openxmlformats.org/officeDocument/2006/relationships/slide" Target="slide32.xml"/></Relationships>
</file>

<file path=ppt/slides/_rels/slide68.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64.xml"/><Relationship Id="rId5" Type="http://schemas.openxmlformats.org/officeDocument/2006/relationships/slide" Target="slide54.xml"/><Relationship Id="rId4" Type="http://schemas.openxmlformats.org/officeDocument/2006/relationships/slide" Target="slide32.xml"/></Relationships>
</file>

<file path=ppt/slides/_rels/slide69.xml.rels><?xml version="1.0" encoding="UTF-8" standalone="yes"?>
<Relationships xmlns="http://schemas.openxmlformats.org/package/2006/relationships"><Relationship Id="rId8" Type="http://schemas.openxmlformats.org/officeDocument/2006/relationships/slide" Target="slide54.xml"/><Relationship Id="rId3" Type="http://schemas.openxmlformats.org/officeDocument/2006/relationships/audio" Target="../media/audio1.wav"/><Relationship Id="rId7" Type="http://schemas.openxmlformats.org/officeDocument/2006/relationships/slide" Target="slide32.xml"/><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slide" Target="slide1.xml"/><Relationship Id="rId5" Type="http://schemas.openxmlformats.org/officeDocument/2006/relationships/image" Target="../media/image15.png"/><Relationship Id="rId4" Type="http://schemas.openxmlformats.org/officeDocument/2006/relationships/oleObject" Target="../embeddings/oleObject10.bin"/><Relationship Id="rId9" Type="http://schemas.openxmlformats.org/officeDocument/2006/relationships/slide" Target="slide64.xml"/></Relationships>
</file>

<file path=ppt/slides/_rels/slide70.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64.xml"/><Relationship Id="rId5" Type="http://schemas.openxmlformats.org/officeDocument/2006/relationships/slide" Target="slide54.xml"/><Relationship Id="rId4" Type="http://schemas.openxmlformats.org/officeDocument/2006/relationships/slide" Target="slide32.xml"/></Relationships>
</file>

<file path=ppt/slides/_rels/slide71.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64.xml"/><Relationship Id="rId5" Type="http://schemas.openxmlformats.org/officeDocument/2006/relationships/slide" Target="slide54.xml"/><Relationship Id="rId4" Type="http://schemas.openxmlformats.org/officeDocument/2006/relationships/slide" Target="slide32.xml"/></Relationships>
</file>

<file path=ppt/slides/_rels/slide72.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64.xml"/><Relationship Id="rId5" Type="http://schemas.openxmlformats.org/officeDocument/2006/relationships/slide" Target="slide54.xml"/><Relationship Id="rId4" Type="http://schemas.openxmlformats.org/officeDocument/2006/relationships/slide" Target="slide32.xml"/></Relationships>
</file>

<file path=ppt/slides/_rels/slide73.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64.xml"/><Relationship Id="rId5" Type="http://schemas.openxmlformats.org/officeDocument/2006/relationships/slide" Target="slide54.xml"/><Relationship Id="rId4" Type="http://schemas.openxmlformats.org/officeDocument/2006/relationships/slide" Target="slide32.xml"/></Relationships>
</file>

<file path=ppt/slides/_rels/slide74.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64.xml"/><Relationship Id="rId5" Type="http://schemas.openxmlformats.org/officeDocument/2006/relationships/slide" Target="slide54.xml"/><Relationship Id="rId4" Type="http://schemas.openxmlformats.org/officeDocument/2006/relationships/slide" Target="slide32.xml"/></Relationships>
</file>

<file path=ppt/slides/_rels/slide77.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64.xml"/><Relationship Id="rId5" Type="http://schemas.openxmlformats.org/officeDocument/2006/relationships/slide" Target="slide54.xml"/><Relationship Id="rId4" Type="http://schemas.openxmlformats.org/officeDocument/2006/relationships/slide" Target="slide32.xml"/></Relationships>
</file>

<file path=ppt/slides/_rels/slide78.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64.xml"/><Relationship Id="rId5" Type="http://schemas.openxmlformats.org/officeDocument/2006/relationships/slide" Target="slide54.xml"/><Relationship Id="rId4" Type="http://schemas.openxmlformats.org/officeDocument/2006/relationships/slide" Target="slide32.xml"/></Relationships>
</file>

<file path=ppt/slides/_rels/slide79.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64.xml"/><Relationship Id="rId5" Type="http://schemas.openxmlformats.org/officeDocument/2006/relationships/slide" Target="slide54.xml"/><Relationship Id="rId4" Type="http://schemas.openxmlformats.org/officeDocument/2006/relationships/slide" Target="slide32.xml"/></Relationships>
</file>

<file path=ppt/slides/_rels/slide80.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64.xml"/><Relationship Id="rId5" Type="http://schemas.openxmlformats.org/officeDocument/2006/relationships/slide" Target="slide54.xml"/><Relationship Id="rId4" Type="http://schemas.openxmlformats.org/officeDocument/2006/relationships/slide" Target="slide32.xml"/></Relationships>
</file>

<file path=ppt/slides/_rels/slide81.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54.xml"/><Relationship Id="rId4" Type="http://schemas.openxmlformats.org/officeDocument/2006/relationships/slide" Target="slide32.xml"/></Relationships>
</file>

<file path=ppt/slides/_rels/slide82.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64.xml"/><Relationship Id="rId5" Type="http://schemas.openxmlformats.org/officeDocument/2006/relationships/slide" Target="slide54.xml"/><Relationship Id="rId4" Type="http://schemas.openxmlformats.org/officeDocument/2006/relationships/slide" Target="slide32.xml"/></Relationships>
</file>

<file path=ppt/slides/_rels/slide83.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54.xml"/><Relationship Id="rId4" Type="http://schemas.openxmlformats.org/officeDocument/2006/relationships/slide" Target="slide32.xml"/></Relationships>
</file>

<file path=ppt/slides/_rels/slide84.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54.xml"/><Relationship Id="rId4" Type="http://schemas.openxmlformats.org/officeDocument/2006/relationships/slide" Target="slide32.xml"/></Relationships>
</file>

<file path=ppt/slides/_rels/slide85.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54.xml"/><Relationship Id="rId4" Type="http://schemas.openxmlformats.org/officeDocument/2006/relationships/slide" Target="slide32.xml"/></Relationships>
</file>

<file path=ppt/slides/_rels/slide86.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54.xml"/><Relationship Id="rId4" Type="http://schemas.openxmlformats.org/officeDocument/2006/relationships/slide" Target="slide32.xml"/></Relationships>
</file>

<file path=ppt/slides/_rels/slide87.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54.xml"/><Relationship Id="rId4" Type="http://schemas.openxmlformats.org/officeDocument/2006/relationships/slide" Target="slide32.xml"/></Relationships>
</file>

<file path=ppt/slides/_rels/slide88.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06.xml"/><Relationship Id="rId5" Type="http://schemas.openxmlformats.org/officeDocument/2006/relationships/slide" Target="slide101.xml"/><Relationship Id="rId4" Type="http://schemas.openxmlformats.org/officeDocument/2006/relationships/slide" Target="slide89.xml"/></Relationships>
</file>

<file path=ppt/slides/_rels/slide89.xml.rels><?xml version="1.0" encoding="UTF-8" standalone="yes"?>
<Relationships xmlns="http://schemas.openxmlformats.org/package/2006/relationships"><Relationship Id="rId8" Type="http://schemas.openxmlformats.org/officeDocument/2006/relationships/slide" Target="slide95.xml"/><Relationship Id="rId3" Type="http://schemas.openxmlformats.org/officeDocument/2006/relationships/slide" Target="slide1.xml"/><Relationship Id="rId7" Type="http://schemas.openxmlformats.org/officeDocument/2006/relationships/slide" Target="slide93.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91.xml"/><Relationship Id="rId5" Type="http://schemas.openxmlformats.org/officeDocument/2006/relationships/slide" Target="slide90.xml"/><Relationship Id="rId4" Type="http://schemas.openxmlformats.org/officeDocument/2006/relationships/slide" Target="slide88.xml"/><Relationship Id="rId9" Type="http://schemas.openxmlformats.org/officeDocument/2006/relationships/slide" Target="slide97.xml"/></Relationships>
</file>

<file path=ppt/slides/_rels/slide90.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89.xml"/><Relationship Id="rId4" Type="http://schemas.openxmlformats.org/officeDocument/2006/relationships/slide" Target="slide88.xml"/></Relationships>
</file>

<file path=ppt/slides/_rels/slide91.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89.xml"/><Relationship Id="rId4" Type="http://schemas.openxmlformats.org/officeDocument/2006/relationships/slide" Target="slide88.xml"/></Relationships>
</file>

<file path=ppt/slides/_rels/slide92.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89.xml"/><Relationship Id="rId4" Type="http://schemas.openxmlformats.org/officeDocument/2006/relationships/slide" Target="slide88.xml"/></Relationships>
</file>

<file path=ppt/slides/_rels/slide93.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89.xml"/><Relationship Id="rId4" Type="http://schemas.openxmlformats.org/officeDocument/2006/relationships/slide" Target="slide88.xml"/></Relationships>
</file>

<file path=ppt/slides/_rels/slide94.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89.xml"/><Relationship Id="rId4" Type="http://schemas.openxmlformats.org/officeDocument/2006/relationships/slide" Target="slide88.xml"/></Relationships>
</file>

<file path=ppt/slides/_rels/slide95.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89.xml"/><Relationship Id="rId4" Type="http://schemas.openxmlformats.org/officeDocument/2006/relationships/slide" Target="slide88.xml"/></Relationships>
</file>

<file path=ppt/slides/_rels/slide96.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89.xml"/><Relationship Id="rId4" Type="http://schemas.openxmlformats.org/officeDocument/2006/relationships/slide" Target="slide88.xml"/></Relationships>
</file>

<file path=ppt/slides/_rels/slide97.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89.xml"/><Relationship Id="rId4" Type="http://schemas.openxmlformats.org/officeDocument/2006/relationships/slide" Target="slide88.xml"/></Relationships>
</file>

<file path=ppt/slides/_rels/slide98.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89.xml"/><Relationship Id="rId4" Type="http://schemas.openxmlformats.org/officeDocument/2006/relationships/slide" Target="slide88.xml"/></Relationships>
</file>

<file path=ppt/slides/_rels/slide99.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89.xml"/><Relationship Id="rId4" Type="http://schemas.openxmlformats.org/officeDocument/2006/relationships/slide" Target="slide88.xml"/></Relationships>
</file>

<file path=ppt/slides/_rels/slide100.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89.xml"/><Relationship Id="rId4" Type="http://schemas.openxmlformats.org/officeDocument/2006/relationships/slide" Target="slide88.xml"/></Relationships>
</file>

<file path=ppt/slides/_rels/slide101.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88.xml"/></Relationships>
</file>

<file path=ppt/slides/_rels/slide102.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04.xml"/><Relationship Id="rId5" Type="http://schemas.openxmlformats.org/officeDocument/2006/relationships/slide" Target="slide103.xml"/><Relationship Id="rId4" Type="http://schemas.openxmlformats.org/officeDocument/2006/relationships/slide" Target="slide88.xml"/></Relationships>
</file>

<file path=ppt/slides/_rels/slide103.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slide" Target="slide102.xml"/><Relationship Id="rId4" Type="http://schemas.openxmlformats.org/officeDocument/2006/relationships/slide" Target="slide88.xml"/></Relationships>
</file>

<file path=ppt/slides/_rels/slide104.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slide" Target="slide102.xml"/><Relationship Id="rId4" Type="http://schemas.openxmlformats.org/officeDocument/2006/relationships/slide" Target="slide88.xml"/></Relationships>
</file>

<file path=ppt/slides/_rels/slide105.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88.xml"/></Relationships>
</file>

<file path=ppt/slides/_rels/slide106.xml.rels><?xml version="1.0" encoding="UTF-8" standalone="yes"?>
<Relationships xmlns="http://schemas.openxmlformats.org/package/2006/relationships"><Relationship Id="rId3" Type="http://schemas.openxmlformats.org/officeDocument/2006/relationships/slide" Target="slide1.xml"/><Relationship Id="rId7" Type="http://schemas.openxmlformats.org/officeDocument/2006/relationships/slide" Target="slide116.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08.xml"/><Relationship Id="rId5" Type="http://schemas.openxmlformats.org/officeDocument/2006/relationships/slide" Target="slide107.xml"/><Relationship Id="rId4" Type="http://schemas.openxmlformats.org/officeDocument/2006/relationships/slide" Target="slide88.xml"/></Relationships>
</file>

<file path=ppt/slides/_rels/slide107.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106.xml"/><Relationship Id="rId4" Type="http://schemas.openxmlformats.org/officeDocument/2006/relationships/slide" Target="slide88.xml"/></Relationships>
</file>

<file path=ppt/slides/_rels/slide108.xml.rels><?xml version="1.0" encoding="UTF-8" standalone="yes"?>
<Relationships xmlns="http://schemas.openxmlformats.org/package/2006/relationships"><Relationship Id="rId3" Type="http://schemas.openxmlformats.org/officeDocument/2006/relationships/slide" Target="slide1.xml"/><Relationship Id="rId7" Type="http://schemas.openxmlformats.org/officeDocument/2006/relationships/slide" Target="slide114.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09.xml"/><Relationship Id="rId5" Type="http://schemas.openxmlformats.org/officeDocument/2006/relationships/slide" Target="slide106.xml"/><Relationship Id="rId4" Type="http://schemas.openxmlformats.org/officeDocument/2006/relationships/slide" Target="slide88.xml"/></Relationships>
</file>

<file path=ppt/slides/_rels/slide109.xml.rels><?xml version="1.0" encoding="UTF-8" standalone="yes"?>
<Relationships xmlns="http://schemas.openxmlformats.org/package/2006/relationships"><Relationship Id="rId8" Type="http://schemas.openxmlformats.org/officeDocument/2006/relationships/slide" Target="slide112.xml"/><Relationship Id="rId3" Type="http://schemas.openxmlformats.org/officeDocument/2006/relationships/slide" Target="slide1.xml"/><Relationship Id="rId7" Type="http://schemas.openxmlformats.org/officeDocument/2006/relationships/slide" Target="slide110.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08.xml"/><Relationship Id="rId5" Type="http://schemas.openxmlformats.org/officeDocument/2006/relationships/slide" Target="slide106.xml"/><Relationship Id="rId4" Type="http://schemas.openxmlformats.org/officeDocument/2006/relationships/slide" Target="slide88.xml"/></Relationships>
</file>

<file path=ppt/slides/_rels/slide110.xml.rels><?xml version="1.0" encoding="UTF-8" standalone="yes"?>
<Relationships xmlns="http://schemas.openxmlformats.org/package/2006/relationships"><Relationship Id="rId3" Type="http://schemas.openxmlformats.org/officeDocument/2006/relationships/slide" Target="slide1.xml"/><Relationship Id="rId7" Type="http://schemas.openxmlformats.org/officeDocument/2006/relationships/slide" Target="slide109.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08.xml"/><Relationship Id="rId5" Type="http://schemas.openxmlformats.org/officeDocument/2006/relationships/slide" Target="slide106.xml"/><Relationship Id="rId4" Type="http://schemas.openxmlformats.org/officeDocument/2006/relationships/slide" Target="slide88.xml"/></Relationships>
</file>

<file path=ppt/slides/_rels/slide111.xml.rels><?xml version="1.0" encoding="UTF-8" standalone="yes"?>
<Relationships xmlns="http://schemas.openxmlformats.org/package/2006/relationships"><Relationship Id="rId3" Type="http://schemas.openxmlformats.org/officeDocument/2006/relationships/slide" Target="slide1.xml"/><Relationship Id="rId7" Type="http://schemas.openxmlformats.org/officeDocument/2006/relationships/slide" Target="slide109.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08.xml"/><Relationship Id="rId5" Type="http://schemas.openxmlformats.org/officeDocument/2006/relationships/slide" Target="slide106.xml"/><Relationship Id="rId4" Type="http://schemas.openxmlformats.org/officeDocument/2006/relationships/slide" Target="slide88.xml"/></Relationships>
</file>

<file path=ppt/slides/_rels/slide112.xml.rels><?xml version="1.0" encoding="UTF-8" standalone="yes"?>
<Relationships xmlns="http://schemas.openxmlformats.org/package/2006/relationships"><Relationship Id="rId3" Type="http://schemas.openxmlformats.org/officeDocument/2006/relationships/slide" Target="slide1.xml"/><Relationship Id="rId7" Type="http://schemas.openxmlformats.org/officeDocument/2006/relationships/slide" Target="slide109.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08.xml"/><Relationship Id="rId5" Type="http://schemas.openxmlformats.org/officeDocument/2006/relationships/slide" Target="slide106.xml"/><Relationship Id="rId4" Type="http://schemas.openxmlformats.org/officeDocument/2006/relationships/slide" Target="slide88.xml"/></Relationships>
</file>

<file path=ppt/slides/_rels/slide113.xml.rels><?xml version="1.0" encoding="UTF-8" standalone="yes"?>
<Relationships xmlns="http://schemas.openxmlformats.org/package/2006/relationships"><Relationship Id="rId3" Type="http://schemas.openxmlformats.org/officeDocument/2006/relationships/slide" Target="slide1.xml"/><Relationship Id="rId7" Type="http://schemas.openxmlformats.org/officeDocument/2006/relationships/slide" Target="slide109.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08.xml"/><Relationship Id="rId5" Type="http://schemas.openxmlformats.org/officeDocument/2006/relationships/slide" Target="slide106.xml"/><Relationship Id="rId4" Type="http://schemas.openxmlformats.org/officeDocument/2006/relationships/slide" Target="slide88.xml"/></Relationships>
</file>

<file path=ppt/slides/_rels/slide114.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115.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116.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106.xml"/><Relationship Id="rId4" Type="http://schemas.openxmlformats.org/officeDocument/2006/relationships/slide" Target="slide88.xml"/></Relationships>
</file>

<file path=ppt/slides/_rels/slide117.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106.xml"/><Relationship Id="rId4" Type="http://schemas.openxmlformats.org/officeDocument/2006/relationships/slide" Target="slide88.xml"/></Relationships>
</file>

<file path=ppt/slides/_rels/slide118.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119.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pPr eaLnBrk="1" hangingPunct="1">
              <a:defRPr/>
            </a:pPr>
            <a:r>
              <a:rPr lang="zh-CN" altLang="en-US" smtClean="0">
                <a:latin typeface="宋体" pitchFamily="2" charset="-122"/>
              </a:rPr>
              <a:t>互连网络</a:t>
            </a:r>
            <a:endParaRPr lang="zh-CN" altLang="en-US" smtClean="0"/>
          </a:p>
        </p:txBody>
      </p:sp>
      <p:sp>
        <p:nvSpPr>
          <p:cNvPr id="3075" name="Rectangle 13"/>
          <p:cNvSpPr>
            <a:spLocks noGrp="1" noChangeArrowheads="1"/>
          </p:cNvSpPr>
          <p:nvPr>
            <p:ph type="body" idx="1"/>
          </p:nvPr>
        </p:nvSpPr>
        <p:spPr>
          <a:xfrm>
            <a:off x="2843213" y="2420938"/>
            <a:ext cx="3381375" cy="3313112"/>
          </a:xfrm>
        </p:spPr>
        <p:txBody>
          <a:bodyPr/>
          <a:lstStyle/>
          <a:p>
            <a:pPr eaLnBrk="1" hangingPunct="1">
              <a:lnSpc>
                <a:spcPct val="190000"/>
              </a:lnSpc>
            </a:pPr>
            <a:r>
              <a:rPr lang="zh-CN" altLang="en-US" dirty="0" smtClean="0">
                <a:hlinkClick r:id="rId3" action="ppaction://hlinksldjump"/>
              </a:rPr>
              <a:t>基本概念</a:t>
            </a:r>
            <a:endParaRPr lang="zh-CN" altLang="en-US" dirty="0" smtClean="0"/>
          </a:p>
          <a:p>
            <a:pPr eaLnBrk="1" hangingPunct="1">
              <a:lnSpc>
                <a:spcPct val="190000"/>
              </a:lnSpc>
            </a:pPr>
            <a:r>
              <a:rPr lang="zh-CN" altLang="en-US" dirty="0" smtClean="0">
                <a:hlinkClick r:id="rId4" action="ppaction://hlinksldjump"/>
              </a:rPr>
              <a:t>互连网络种类</a:t>
            </a:r>
            <a:endParaRPr lang="zh-CN" altLang="en-US" dirty="0" smtClean="0"/>
          </a:p>
          <a:p>
            <a:pPr eaLnBrk="1" hangingPunct="1">
              <a:lnSpc>
                <a:spcPct val="190000"/>
              </a:lnSpc>
            </a:pPr>
            <a:r>
              <a:rPr lang="zh-CN" altLang="en-US" dirty="0" smtClean="0">
                <a:hlinkClick r:id="rId5" action="ppaction://hlinksldjump"/>
              </a:rPr>
              <a:t>消息传递机制</a:t>
            </a:r>
            <a:endParaRPr lang="zh-CN" altLang="en-US" dirty="0" smtClean="0"/>
          </a:p>
        </p:txBody>
      </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0290" name="Rectangle 2"/>
          <p:cNvSpPr>
            <a:spLocks noGrp="1" noChangeArrowheads="1"/>
          </p:cNvSpPr>
          <p:nvPr>
            <p:ph type="title"/>
          </p:nvPr>
        </p:nvSpPr>
        <p:spPr/>
        <p:txBody>
          <a:bodyPr/>
          <a:lstStyle/>
          <a:p>
            <a:pPr eaLnBrk="1" hangingPunct="1">
              <a:defRPr/>
            </a:pPr>
            <a:r>
              <a:rPr lang="zh-CN" altLang="en-US" smtClean="0"/>
              <a:t>基本概念</a:t>
            </a:r>
          </a:p>
        </p:txBody>
      </p:sp>
      <p:sp>
        <p:nvSpPr>
          <p:cNvPr id="4099"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endParaRPr lang="zh-CN" altLang="en-US" sz="1200" b="0">
              <a:latin typeface="Times New Roman" pitchFamily="18" charset="0"/>
              <a:ea typeface="幼圆" pitchFamily="49" charset="-122"/>
            </a:endParaRPr>
          </a:p>
        </p:txBody>
      </p:sp>
      <p:sp>
        <p:nvSpPr>
          <p:cNvPr id="4100" name="Rectangle 6"/>
          <p:cNvSpPr>
            <a:spLocks noGrp="1" noChangeArrowheads="1"/>
          </p:cNvSpPr>
          <p:nvPr>
            <p:ph type="body" idx="1"/>
          </p:nvPr>
        </p:nvSpPr>
        <p:spPr>
          <a:xfrm>
            <a:off x="2667000" y="2130425"/>
            <a:ext cx="4497288" cy="4110038"/>
          </a:xfrm>
        </p:spPr>
        <p:txBody>
          <a:bodyPr/>
          <a:lstStyle/>
          <a:p>
            <a:pPr eaLnBrk="1" hangingPunct="1">
              <a:lnSpc>
                <a:spcPct val="130000"/>
              </a:lnSpc>
            </a:pPr>
            <a:r>
              <a:rPr lang="zh-CN" altLang="en-US" dirty="0" smtClean="0">
                <a:hlinkClick r:id="rId4" action="ppaction://hlinksldjump"/>
              </a:rPr>
              <a:t>互连网络的作用</a:t>
            </a:r>
            <a:endParaRPr lang="zh-CN" altLang="en-US" dirty="0" smtClean="0"/>
          </a:p>
          <a:p>
            <a:pPr eaLnBrk="1" hangingPunct="1">
              <a:lnSpc>
                <a:spcPct val="130000"/>
              </a:lnSpc>
            </a:pPr>
            <a:r>
              <a:rPr lang="zh-CN" altLang="en-US" dirty="0" smtClean="0">
                <a:hlinkClick r:id="rId5" action="ppaction://hlinksldjump"/>
              </a:rPr>
              <a:t>互连网络的表示</a:t>
            </a:r>
            <a:endParaRPr lang="zh-CN" altLang="en-US" dirty="0" smtClean="0"/>
          </a:p>
          <a:p>
            <a:pPr eaLnBrk="1" hangingPunct="1">
              <a:lnSpc>
                <a:spcPct val="130000"/>
              </a:lnSpc>
            </a:pPr>
            <a:r>
              <a:rPr lang="zh-CN" altLang="en-US" dirty="0" smtClean="0">
                <a:hlinkClick r:id="rId6" action="ppaction://hlinksldjump"/>
              </a:rPr>
              <a:t>常用互连函数</a:t>
            </a:r>
            <a:endParaRPr lang="zh-CN" altLang="en-US" dirty="0" smtClean="0"/>
          </a:p>
          <a:p>
            <a:pPr eaLnBrk="1" hangingPunct="1">
              <a:lnSpc>
                <a:spcPct val="130000"/>
              </a:lnSpc>
            </a:pPr>
            <a:r>
              <a:rPr lang="zh-CN" altLang="en-US" dirty="0" smtClean="0">
                <a:hlinkClick r:id="rId7" action="ppaction://hlinksldjump"/>
              </a:rPr>
              <a:t>互连网络的结构参数</a:t>
            </a:r>
            <a:endParaRPr lang="zh-CN" altLang="en-US" dirty="0" smtClean="0"/>
          </a:p>
          <a:p>
            <a:pPr eaLnBrk="1" hangingPunct="1">
              <a:lnSpc>
                <a:spcPct val="140000"/>
              </a:lnSpc>
            </a:pPr>
            <a:r>
              <a:rPr lang="zh-CN" altLang="en-US" dirty="0">
                <a:hlinkClick r:id="rId8" action="ppaction://hlinksldjump"/>
              </a:rPr>
              <a:t>互连网络</a:t>
            </a:r>
            <a:r>
              <a:rPr lang="zh-CN" altLang="en-US" dirty="0" smtClean="0">
                <a:hlinkClick r:id="rId8" action="ppaction://hlinksldjump"/>
              </a:rPr>
              <a:t>的性能参数</a:t>
            </a:r>
            <a:endParaRPr lang="zh-CN" altLang="en-US" dirty="0" smtClean="0"/>
          </a:p>
        </p:txBody>
      </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8354" name="Rectangle 2"/>
          <p:cNvSpPr>
            <a:spLocks noGrp="1" noChangeArrowheads="1"/>
          </p:cNvSpPr>
          <p:nvPr>
            <p:ph type="title"/>
          </p:nvPr>
        </p:nvSpPr>
        <p:spPr/>
        <p:txBody>
          <a:bodyPr/>
          <a:lstStyle/>
          <a:p>
            <a:pPr eaLnBrk="1" hangingPunct="1">
              <a:defRPr/>
            </a:pPr>
            <a:r>
              <a:rPr lang="zh-CN" altLang="en-US" smtClean="0"/>
              <a:t>互连网络的作用</a:t>
            </a:r>
          </a:p>
        </p:txBody>
      </p:sp>
      <p:sp>
        <p:nvSpPr>
          <p:cNvPr id="512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基本概念</a:t>
            </a:r>
            <a:endParaRPr lang="zh-CN" altLang="en-US" sz="1200" b="0">
              <a:latin typeface="Times New Roman" pitchFamily="18" charset="0"/>
              <a:ea typeface="幼圆" pitchFamily="49" charset="-122"/>
            </a:endParaRPr>
          </a:p>
        </p:txBody>
      </p:sp>
      <p:sp>
        <p:nvSpPr>
          <p:cNvPr id="868357" name="Rectangle 5"/>
          <p:cNvSpPr>
            <a:spLocks noGrp="1" noChangeArrowheads="1"/>
          </p:cNvSpPr>
          <p:nvPr>
            <p:ph type="body" idx="1"/>
          </p:nvPr>
        </p:nvSpPr>
        <p:spPr>
          <a:xfrm>
            <a:off x="838200" y="1989138"/>
            <a:ext cx="7958138" cy="4411662"/>
          </a:xfrm>
        </p:spPr>
        <p:txBody>
          <a:bodyPr/>
          <a:lstStyle/>
          <a:p>
            <a:pPr marL="0" indent="0" eaLnBrk="1" hangingPunct="1">
              <a:lnSpc>
                <a:spcPct val="140000"/>
              </a:lnSpc>
              <a:buFont typeface="Wingdings" pitchFamily="2" charset="2"/>
              <a:buNone/>
              <a:defRPr/>
            </a:pPr>
            <a:r>
              <a:rPr lang="zh-CN" altLang="en-US" dirty="0" smtClean="0"/>
              <a:t>       互连网络是一种由</a:t>
            </a:r>
            <a:r>
              <a:rPr lang="zh-CN" altLang="en-US" dirty="0" smtClean="0">
                <a:solidFill>
                  <a:srgbClr val="FF0000"/>
                </a:solidFill>
                <a:effectLst>
                  <a:outerShdw blurRad="38100" dist="38100" dir="2700000" algn="tl">
                    <a:srgbClr val="C0C0C0"/>
                  </a:outerShdw>
                </a:effectLst>
              </a:rPr>
              <a:t>开关元件</a:t>
            </a:r>
            <a:r>
              <a:rPr lang="zh-CN" altLang="en-US" dirty="0" smtClean="0"/>
              <a:t>按照一定的</a:t>
            </a:r>
            <a:r>
              <a:rPr lang="zh-CN" altLang="en-US" dirty="0" smtClean="0">
                <a:solidFill>
                  <a:srgbClr val="FF0000"/>
                </a:solidFill>
                <a:effectLst>
                  <a:outerShdw blurRad="38100" dist="38100" dir="2700000" algn="tl">
                    <a:srgbClr val="C0C0C0"/>
                  </a:outerShdw>
                </a:effectLst>
              </a:rPr>
              <a:t>拓扑结构</a:t>
            </a:r>
            <a:r>
              <a:rPr lang="zh-CN" altLang="en-US" dirty="0" smtClean="0"/>
              <a:t>和</a:t>
            </a:r>
            <a:r>
              <a:rPr lang="zh-CN" altLang="en-US" dirty="0" smtClean="0">
                <a:solidFill>
                  <a:srgbClr val="FF0000"/>
                </a:solidFill>
                <a:effectLst>
                  <a:outerShdw blurRad="38100" dist="38100" dir="2700000" algn="tl">
                    <a:srgbClr val="C0C0C0"/>
                  </a:outerShdw>
                </a:effectLst>
              </a:rPr>
              <a:t>控制方式</a:t>
            </a:r>
            <a:r>
              <a:rPr lang="zh-CN" altLang="en-US" dirty="0" smtClean="0"/>
              <a:t>构成的网络，</a:t>
            </a:r>
            <a:r>
              <a:rPr lang="zh-CN" altLang="en-US" dirty="0" smtClean="0">
                <a:solidFill>
                  <a:srgbClr val="FF0000"/>
                </a:solidFill>
                <a:effectLst>
                  <a:outerShdw blurRad="38100" dist="38100" dir="2700000" algn="tl">
                    <a:srgbClr val="C0C0C0"/>
                  </a:outerShdw>
                </a:effectLst>
              </a:rPr>
              <a:t>用于实现计算机系统内部多个处理机或多个功能部件之间的相互连接</a:t>
            </a:r>
            <a:r>
              <a:rPr lang="zh-CN" altLang="en-US" dirty="0" smtClean="0"/>
              <a:t>。互连网络已成为并行处理系统的核心组成部分。</a:t>
            </a:r>
            <a:r>
              <a:rPr lang="zh-CN" altLang="en-US" dirty="0" smtClean="0">
                <a:solidFill>
                  <a:srgbClr val="FF0000"/>
                </a:solidFill>
                <a:effectLst>
                  <a:outerShdw blurRad="38100" dist="38100" dir="2700000" algn="tl">
                    <a:srgbClr val="C0C0C0"/>
                  </a:outerShdw>
                </a:effectLst>
              </a:rPr>
              <a:t>互连网络对整个计算机系统的性能价格比有着决定性的影响</a:t>
            </a:r>
            <a:r>
              <a:rPr lang="zh-CN" altLang="en-US" dirty="0" smtClean="0"/>
              <a:t>。</a:t>
            </a:r>
          </a:p>
        </p:txBody>
      </p:sp>
      <p:sp>
        <p:nvSpPr>
          <p:cNvPr id="5125"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3 之 1</a:t>
            </a:r>
          </a:p>
        </p:txBody>
      </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2450" name="Rectangle 2"/>
          <p:cNvSpPr>
            <a:spLocks noGrp="1" noChangeArrowheads="1"/>
          </p:cNvSpPr>
          <p:nvPr>
            <p:ph type="title"/>
          </p:nvPr>
        </p:nvSpPr>
        <p:spPr/>
        <p:txBody>
          <a:bodyPr/>
          <a:lstStyle/>
          <a:p>
            <a:pPr eaLnBrk="1" hangingPunct="1">
              <a:defRPr/>
            </a:pPr>
            <a:r>
              <a:rPr lang="zh-CN" altLang="en-US" smtClean="0"/>
              <a:t>举例说明</a:t>
            </a:r>
            <a:br>
              <a:rPr lang="zh-CN" altLang="en-US" smtClean="0"/>
            </a:br>
            <a:r>
              <a:rPr lang="en-US" altLang="zh-CN" sz="3200" smtClean="0"/>
              <a:t>(</a:t>
            </a:r>
            <a:r>
              <a:rPr lang="zh-CN" altLang="en-US" sz="3200" smtClean="0"/>
              <a:t>多处理机</a:t>
            </a:r>
            <a:r>
              <a:rPr lang="en-US" altLang="zh-CN" sz="3200" smtClean="0"/>
              <a:t>)</a:t>
            </a:r>
          </a:p>
        </p:txBody>
      </p:sp>
      <p:sp>
        <p:nvSpPr>
          <p:cNvPr id="614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基本概念</a:t>
            </a:r>
            <a:endParaRPr lang="zh-CN" altLang="en-US" sz="1200" b="0">
              <a:latin typeface="Times New Roman" pitchFamily="18" charset="0"/>
              <a:ea typeface="幼圆" pitchFamily="49" charset="-122"/>
            </a:endParaRPr>
          </a:p>
        </p:txBody>
      </p:sp>
      <p:sp>
        <p:nvSpPr>
          <p:cNvPr id="6148"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3 之 2</a:t>
            </a:r>
          </a:p>
        </p:txBody>
      </p:sp>
      <p:grpSp>
        <p:nvGrpSpPr>
          <p:cNvPr id="6149" name="Group 55"/>
          <p:cNvGrpSpPr>
            <a:grpSpLocks/>
          </p:cNvGrpSpPr>
          <p:nvPr/>
        </p:nvGrpSpPr>
        <p:grpSpPr bwMode="auto">
          <a:xfrm>
            <a:off x="3330575" y="2041525"/>
            <a:ext cx="5181600" cy="4343400"/>
            <a:chOff x="2208" y="1344"/>
            <a:chExt cx="3264" cy="2736"/>
          </a:xfrm>
        </p:grpSpPr>
        <p:sp>
          <p:nvSpPr>
            <p:cNvPr id="6151" name="Rectangle 8"/>
            <p:cNvSpPr>
              <a:spLocks noChangeArrowheads="1"/>
            </p:cNvSpPr>
            <p:nvPr/>
          </p:nvSpPr>
          <p:spPr bwMode="auto">
            <a:xfrm>
              <a:off x="4878" y="2269"/>
              <a:ext cx="396" cy="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rPr>
                <a:t>磁盘</a:t>
              </a:r>
              <a:endParaRPr lang="zh-CN" altLang="en-US" sz="2400">
                <a:solidFill>
                  <a:schemeClr val="tx2"/>
                </a:solidFill>
              </a:endParaRPr>
            </a:p>
          </p:txBody>
        </p:sp>
        <p:sp>
          <p:nvSpPr>
            <p:cNvPr id="6152" name="Rectangle 9"/>
            <p:cNvSpPr>
              <a:spLocks noChangeArrowheads="1"/>
            </p:cNvSpPr>
            <p:nvPr/>
          </p:nvSpPr>
          <p:spPr bwMode="auto">
            <a:xfrm>
              <a:off x="2208" y="1383"/>
              <a:ext cx="395" cy="269"/>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en-US" altLang="zh-CN" sz="2400">
                  <a:solidFill>
                    <a:schemeClr val="tx2"/>
                  </a:solidFill>
                </a:rPr>
                <a:t>SM</a:t>
              </a:r>
              <a:r>
                <a:rPr lang="en-US" altLang="zh-CN" sz="2400" baseline="-25000">
                  <a:solidFill>
                    <a:schemeClr val="tx2"/>
                  </a:solidFill>
                </a:rPr>
                <a:t>1</a:t>
              </a:r>
              <a:endParaRPr lang="zh-CN" altLang="zh-CN" sz="2400">
                <a:solidFill>
                  <a:schemeClr val="tx2"/>
                </a:solidFill>
              </a:endParaRPr>
            </a:p>
          </p:txBody>
        </p:sp>
        <p:sp>
          <p:nvSpPr>
            <p:cNvPr id="6153" name="Line 10"/>
            <p:cNvSpPr>
              <a:spLocks noChangeShapeType="1"/>
            </p:cNvSpPr>
            <p:nvPr/>
          </p:nvSpPr>
          <p:spPr bwMode="auto">
            <a:xfrm flipV="1">
              <a:off x="2406" y="1652"/>
              <a:ext cx="0" cy="154"/>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54" name="Rectangle 11"/>
            <p:cNvSpPr>
              <a:spLocks noChangeArrowheads="1"/>
            </p:cNvSpPr>
            <p:nvPr/>
          </p:nvSpPr>
          <p:spPr bwMode="auto">
            <a:xfrm>
              <a:off x="2802" y="1383"/>
              <a:ext cx="395" cy="269"/>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en-US" altLang="zh-CN" sz="2400">
                  <a:solidFill>
                    <a:schemeClr val="tx2"/>
                  </a:solidFill>
                </a:rPr>
                <a:t>SM</a:t>
              </a:r>
              <a:r>
                <a:rPr lang="en-US" altLang="zh-CN" sz="2400" baseline="-25000">
                  <a:solidFill>
                    <a:schemeClr val="tx2"/>
                  </a:solidFill>
                </a:rPr>
                <a:t>2</a:t>
              </a:r>
              <a:endParaRPr lang="zh-CN" altLang="zh-CN" sz="2400">
                <a:solidFill>
                  <a:schemeClr val="tx2"/>
                </a:solidFill>
              </a:endParaRPr>
            </a:p>
          </p:txBody>
        </p:sp>
        <p:sp>
          <p:nvSpPr>
            <p:cNvPr id="6155" name="Rectangle 12"/>
            <p:cNvSpPr>
              <a:spLocks noChangeArrowheads="1"/>
            </p:cNvSpPr>
            <p:nvPr/>
          </p:nvSpPr>
          <p:spPr bwMode="auto">
            <a:xfrm>
              <a:off x="3758" y="1383"/>
              <a:ext cx="395" cy="269"/>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en-US" altLang="zh-CN" sz="2400">
                  <a:solidFill>
                    <a:schemeClr val="tx2"/>
                  </a:solidFill>
                </a:rPr>
                <a:t>SM</a:t>
              </a:r>
              <a:r>
                <a:rPr lang="en-US" altLang="zh-CN" sz="2400" baseline="-25000">
                  <a:solidFill>
                    <a:schemeClr val="tx2"/>
                  </a:solidFill>
                </a:rPr>
                <a:t>m</a:t>
              </a:r>
              <a:endParaRPr lang="zh-CN" altLang="zh-CN" sz="2400">
                <a:solidFill>
                  <a:schemeClr val="tx2"/>
                </a:solidFill>
              </a:endParaRPr>
            </a:p>
          </p:txBody>
        </p:sp>
        <p:sp>
          <p:nvSpPr>
            <p:cNvPr id="872461" name="Rectangle 13"/>
            <p:cNvSpPr>
              <a:spLocks noChangeArrowheads="1"/>
            </p:cNvSpPr>
            <p:nvPr/>
          </p:nvSpPr>
          <p:spPr bwMode="auto">
            <a:xfrm>
              <a:off x="2208" y="1806"/>
              <a:ext cx="1945" cy="270"/>
            </a:xfrm>
            <a:prstGeom prst="rect">
              <a:avLst/>
            </a:prstGeom>
            <a:solidFill>
              <a:srgbClr val="99FF66"/>
            </a:solidFill>
            <a:ln w="2857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p>
              <a:pPr algn="ctr">
                <a:lnSpc>
                  <a:spcPct val="80000"/>
                </a:lnSpc>
                <a:spcBef>
                  <a:spcPct val="0"/>
                </a:spcBef>
                <a:buClrTx/>
                <a:buFontTx/>
                <a:buNone/>
                <a:defRPr/>
              </a:pPr>
              <a:r>
                <a:rPr lang="en-US" altLang="zh-CN" sz="2400" b="1">
                  <a:solidFill>
                    <a:srgbClr val="FF0000"/>
                  </a:solidFill>
                  <a:effectLst>
                    <a:outerShdw blurRad="38100" dist="38100" dir="2700000" algn="tl">
                      <a:srgbClr val="000000"/>
                    </a:outerShdw>
                  </a:effectLst>
                  <a:latin typeface="Arial" charset="0"/>
                  <a:ea typeface="楷体_GB2312" pitchFamily="49" charset="-122"/>
                </a:rPr>
                <a:t>IPMN</a:t>
              </a:r>
              <a:endParaRPr lang="zh-CN" altLang="zh-CN" sz="2400" b="1">
                <a:solidFill>
                  <a:srgbClr val="FF0000"/>
                </a:solidFill>
                <a:effectLst>
                  <a:outerShdw blurRad="38100" dist="38100" dir="2700000" algn="tl">
                    <a:srgbClr val="000000"/>
                  </a:outerShdw>
                </a:effectLst>
                <a:latin typeface="Arial" charset="0"/>
                <a:ea typeface="楷体_GB2312" pitchFamily="49" charset="-122"/>
              </a:endParaRPr>
            </a:p>
          </p:txBody>
        </p:sp>
        <p:sp>
          <p:nvSpPr>
            <p:cNvPr id="6157" name="Rectangle 14"/>
            <p:cNvSpPr>
              <a:spLocks noChangeArrowheads="1"/>
            </p:cNvSpPr>
            <p:nvPr/>
          </p:nvSpPr>
          <p:spPr bwMode="auto">
            <a:xfrm>
              <a:off x="3296" y="1344"/>
              <a:ext cx="395" cy="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rPr>
                <a:t>……</a:t>
              </a:r>
            </a:p>
          </p:txBody>
        </p:sp>
        <p:sp>
          <p:nvSpPr>
            <p:cNvPr id="6158" name="Rectangle 15"/>
            <p:cNvSpPr>
              <a:spLocks noChangeArrowheads="1"/>
            </p:cNvSpPr>
            <p:nvPr/>
          </p:nvSpPr>
          <p:spPr bwMode="auto">
            <a:xfrm>
              <a:off x="3823" y="2192"/>
              <a:ext cx="330" cy="270"/>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en-US" altLang="zh-CN" sz="2400">
                  <a:solidFill>
                    <a:schemeClr val="tx2"/>
                  </a:solidFill>
                </a:rPr>
                <a:t>C</a:t>
              </a:r>
              <a:r>
                <a:rPr lang="en-US" altLang="zh-CN" sz="2400" baseline="-25000">
                  <a:solidFill>
                    <a:schemeClr val="tx2"/>
                  </a:solidFill>
                </a:rPr>
                <a:t>n</a:t>
              </a:r>
              <a:endParaRPr lang="zh-CN" altLang="zh-CN" sz="2400">
                <a:solidFill>
                  <a:schemeClr val="tx2"/>
                </a:solidFill>
              </a:endParaRPr>
            </a:p>
          </p:txBody>
        </p:sp>
        <p:sp>
          <p:nvSpPr>
            <p:cNvPr id="6159" name="Rectangle 16"/>
            <p:cNvSpPr>
              <a:spLocks noChangeArrowheads="1"/>
            </p:cNvSpPr>
            <p:nvPr/>
          </p:nvSpPr>
          <p:spPr bwMode="auto">
            <a:xfrm>
              <a:off x="3823" y="2577"/>
              <a:ext cx="330" cy="270"/>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en-US" altLang="zh-CN" sz="2400">
                  <a:solidFill>
                    <a:schemeClr val="tx2"/>
                  </a:solidFill>
                </a:rPr>
                <a:t>P</a:t>
              </a:r>
              <a:r>
                <a:rPr lang="en-US" altLang="zh-CN" sz="2400" baseline="-25000">
                  <a:solidFill>
                    <a:schemeClr val="tx2"/>
                  </a:solidFill>
                </a:rPr>
                <a:t>n</a:t>
              </a:r>
              <a:endParaRPr lang="zh-CN" altLang="zh-CN" sz="2400">
                <a:solidFill>
                  <a:schemeClr val="tx2"/>
                </a:solidFill>
              </a:endParaRPr>
            </a:p>
          </p:txBody>
        </p:sp>
        <p:sp>
          <p:nvSpPr>
            <p:cNvPr id="6160" name="Rectangle 17"/>
            <p:cNvSpPr>
              <a:spLocks noChangeArrowheads="1"/>
            </p:cNvSpPr>
            <p:nvPr/>
          </p:nvSpPr>
          <p:spPr bwMode="auto">
            <a:xfrm>
              <a:off x="3395" y="2577"/>
              <a:ext cx="330" cy="270"/>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en-US" altLang="zh-CN" sz="2400">
                  <a:solidFill>
                    <a:schemeClr val="tx2"/>
                  </a:solidFill>
                </a:rPr>
                <a:t>LM</a:t>
              </a:r>
              <a:endParaRPr lang="zh-CN" altLang="zh-CN" sz="2400">
                <a:solidFill>
                  <a:schemeClr val="tx2"/>
                </a:solidFill>
              </a:endParaRPr>
            </a:p>
          </p:txBody>
        </p:sp>
        <p:sp>
          <p:nvSpPr>
            <p:cNvPr id="6161" name="Rectangle 18"/>
            <p:cNvSpPr>
              <a:spLocks noChangeArrowheads="1"/>
            </p:cNvSpPr>
            <p:nvPr/>
          </p:nvSpPr>
          <p:spPr bwMode="auto">
            <a:xfrm>
              <a:off x="2637" y="3040"/>
              <a:ext cx="329" cy="269"/>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en-US" altLang="zh-CN" sz="2400">
                  <a:solidFill>
                    <a:schemeClr val="tx2"/>
                  </a:solidFill>
                </a:rPr>
                <a:t>C</a:t>
              </a:r>
              <a:r>
                <a:rPr lang="en-US" altLang="zh-CN" sz="2400" baseline="-25000">
                  <a:solidFill>
                    <a:schemeClr val="tx2"/>
                  </a:solidFill>
                </a:rPr>
                <a:t>1</a:t>
              </a:r>
              <a:endParaRPr lang="zh-CN" altLang="zh-CN" sz="2400">
                <a:solidFill>
                  <a:schemeClr val="tx2"/>
                </a:solidFill>
              </a:endParaRPr>
            </a:p>
          </p:txBody>
        </p:sp>
        <p:sp>
          <p:nvSpPr>
            <p:cNvPr id="6162" name="Rectangle 19"/>
            <p:cNvSpPr>
              <a:spLocks noChangeArrowheads="1"/>
            </p:cNvSpPr>
            <p:nvPr/>
          </p:nvSpPr>
          <p:spPr bwMode="auto">
            <a:xfrm>
              <a:off x="2637" y="3425"/>
              <a:ext cx="329" cy="270"/>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en-US" altLang="zh-CN" sz="2400">
                  <a:solidFill>
                    <a:schemeClr val="tx2"/>
                  </a:solidFill>
                </a:rPr>
                <a:t>P</a:t>
              </a:r>
              <a:r>
                <a:rPr lang="en-US" altLang="zh-CN" sz="2400" baseline="-25000">
                  <a:solidFill>
                    <a:schemeClr val="tx2"/>
                  </a:solidFill>
                </a:rPr>
                <a:t>1</a:t>
              </a:r>
              <a:endParaRPr lang="zh-CN" altLang="zh-CN" sz="2400">
                <a:solidFill>
                  <a:schemeClr val="tx2"/>
                </a:solidFill>
              </a:endParaRPr>
            </a:p>
          </p:txBody>
        </p:sp>
        <p:sp>
          <p:nvSpPr>
            <p:cNvPr id="6163" name="Rectangle 20"/>
            <p:cNvSpPr>
              <a:spLocks noChangeArrowheads="1"/>
            </p:cNvSpPr>
            <p:nvPr/>
          </p:nvSpPr>
          <p:spPr bwMode="auto">
            <a:xfrm>
              <a:off x="2208" y="3425"/>
              <a:ext cx="330" cy="270"/>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en-US" altLang="zh-CN" sz="2400">
                  <a:solidFill>
                    <a:schemeClr val="tx2"/>
                  </a:solidFill>
                </a:rPr>
                <a:t>LM</a:t>
              </a:r>
              <a:endParaRPr lang="zh-CN" altLang="zh-CN" sz="2400">
                <a:solidFill>
                  <a:schemeClr val="tx2"/>
                </a:solidFill>
              </a:endParaRPr>
            </a:p>
          </p:txBody>
        </p:sp>
        <p:sp>
          <p:nvSpPr>
            <p:cNvPr id="872469" name="Rectangle 21"/>
            <p:cNvSpPr>
              <a:spLocks noChangeArrowheads="1"/>
            </p:cNvSpPr>
            <p:nvPr/>
          </p:nvSpPr>
          <p:spPr bwMode="auto">
            <a:xfrm>
              <a:off x="2208" y="3810"/>
              <a:ext cx="1945" cy="270"/>
            </a:xfrm>
            <a:prstGeom prst="rect">
              <a:avLst/>
            </a:prstGeom>
            <a:solidFill>
              <a:srgbClr val="99FF66"/>
            </a:solidFill>
            <a:ln w="2857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p>
              <a:pPr algn="ctr">
                <a:lnSpc>
                  <a:spcPct val="80000"/>
                </a:lnSpc>
                <a:spcBef>
                  <a:spcPct val="0"/>
                </a:spcBef>
                <a:buClrTx/>
                <a:buFontTx/>
                <a:buNone/>
                <a:defRPr/>
              </a:pPr>
              <a:r>
                <a:rPr lang="en-US" altLang="zh-CN" sz="2400" b="1">
                  <a:solidFill>
                    <a:srgbClr val="FF0000"/>
                  </a:solidFill>
                  <a:effectLst>
                    <a:outerShdw blurRad="38100" dist="38100" dir="2700000" algn="tl">
                      <a:srgbClr val="000000"/>
                    </a:outerShdw>
                  </a:effectLst>
                  <a:latin typeface="Arial" charset="0"/>
                  <a:ea typeface="楷体_GB2312" pitchFamily="49" charset="-122"/>
                </a:rPr>
                <a:t>IPCN</a:t>
              </a:r>
              <a:endParaRPr lang="zh-CN" altLang="zh-CN" sz="2400" b="1">
                <a:solidFill>
                  <a:srgbClr val="FF0000"/>
                </a:solidFill>
                <a:effectLst>
                  <a:outerShdw blurRad="38100" dist="38100" dir="2700000" algn="tl">
                    <a:srgbClr val="000000"/>
                  </a:outerShdw>
                </a:effectLst>
                <a:latin typeface="Arial" charset="0"/>
                <a:ea typeface="楷体_GB2312" pitchFamily="49" charset="-122"/>
              </a:endParaRPr>
            </a:p>
          </p:txBody>
        </p:sp>
        <p:sp>
          <p:nvSpPr>
            <p:cNvPr id="6165" name="Line 22"/>
            <p:cNvSpPr>
              <a:spLocks noChangeShapeType="1"/>
            </p:cNvSpPr>
            <p:nvPr/>
          </p:nvSpPr>
          <p:spPr bwMode="auto">
            <a:xfrm>
              <a:off x="2538" y="3541"/>
              <a:ext cx="99" cy="0"/>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66" name="Line 23"/>
            <p:cNvSpPr>
              <a:spLocks noChangeShapeType="1"/>
            </p:cNvSpPr>
            <p:nvPr/>
          </p:nvSpPr>
          <p:spPr bwMode="auto">
            <a:xfrm flipV="1">
              <a:off x="3000" y="1652"/>
              <a:ext cx="0" cy="154"/>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67" name="Line 24"/>
            <p:cNvSpPr>
              <a:spLocks noChangeShapeType="1"/>
            </p:cNvSpPr>
            <p:nvPr/>
          </p:nvSpPr>
          <p:spPr bwMode="auto">
            <a:xfrm flipV="1">
              <a:off x="3955" y="1652"/>
              <a:ext cx="0" cy="154"/>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68" name="Line 25"/>
            <p:cNvSpPr>
              <a:spLocks noChangeShapeType="1"/>
            </p:cNvSpPr>
            <p:nvPr/>
          </p:nvSpPr>
          <p:spPr bwMode="auto">
            <a:xfrm flipV="1">
              <a:off x="2802" y="3309"/>
              <a:ext cx="0" cy="116"/>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69" name="Line 26"/>
            <p:cNvSpPr>
              <a:spLocks noChangeShapeType="1"/>
            </p:cNvSpPr>
            <p:nvPr/>
          </p:nvSpPr>
          <p:spPr bwMode="auto">
            <a:xfrm flipV="1">
              <a:off x="2802" y="3695"/>
              <a:ext cx="0" cy="115"/>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70" name="Line 27"/>
            <p:cNvSpPr>
              <a:spLocks noChangeShapeType="1"/>
            </p:cNvSpPr>
            <p:nvPr/>
          </p:nvSpPr>
          <p:spPr bwMode="auto">
            <a:xfrm flipV="1">
              <a:off x="2802" y="2076"/>
              <a:ext cx="0" cy="964"/>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71" name="Line 28"/>
            <p:cNvSpPr>
              <a:spLocks noChangeShapeType="1"/>
            </p:cNvSpPr>
            <p:nvPr/>
          </p:nvSpPr>
          <p:spPr bwMode="auto">
            <a:xfrm flipV="1">
              <a:off x="3989" y="2462"/>
              <a:ext cx="0" cy="115"/>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72" name="Line 29"/>
            <p:cNvSpPr>
              <a:spLocks noChangeShapeType="1"/>
            </p:cNvSpPr>
            <p:nvPr/>
          </p:nvSpPr>
          <p:spPr bwMode="auto">
            <a:xfrm>
              <a:off x="3725" y="2731"/>
              <a:ext cx="98" cy="0"/>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73" name="Line 30"/>
            <p:cNvSpPr>
              <a:spLocks noChangeShapeType="1"/>
            </p:cNvSpPr>
            <p:nvPr/>
          </p:nvSpPr>
          <p:spPr bwMode="auto">
            <a:xfrm flipV="1">
              <a:off x="3989" y="2076"/>
              <a:ext cx="0" cy="116"/>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74" name="Line 31"/>
            <p:cNvSpPr>
              <a:spLocks noChangeShapeType="1"/>
            </p:cNvSpPr>
            <p:nvPr/>
          </p:nvSpPr>
          <p:spPr bwMode="auto">
            <a:xfrm flipV="1">
              <a:off x="3989" y="2847"/>
              <a:ext cx="0" cy="963"/>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75" name="Line 32"/>
            <p:cNvSpPr>
              <a:spLocks noChangeShapeType="1"/>
            </p:cNvSpPr>
            <p:nvPr/>
          </p:nvSpPr>
          <p:spPr bwMode="auto">
            <a:xfrm>
              <a:off x="2966" y="3541"/>
              <a:ext cx="924" cy="0"/>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76" name="Freeform 33"/>
            <p:cNvSpPr>
              <a:spLocks/>
            </p:cNvSpPr>
            <p:nvPr/>
          </p:nvSpPr>
          <p:spPr bwMode="auto">
            <a:xfrm>
              <a:off x="3884" y="3411"/>
              <a:ext cx="198" cy="136"/>
            </a:xfrm>
            <a:custGeom>
              <a:avLst/>
              <a:gdLst>
                <a:gd name="T0" fmla="*/ 0 w 1037"/>
                <a:gd name="T1" fmla="*/ 0 h 608"/>
                <a:gd name="T2" fmla="*/ 0 w 1037"/>
                <a:gd name="T3" fmla="*/ 0 h 608"/>
                <a:gd name="T4" fmla="*/ 0 w 1037"/>
                <a:gd name="T5" fmla="*/ 0 h 608"/>
                <a:gd name="T6" fmla="*/ 0 60000 65536"/>
                <a:gd name="T7" fmla="*/ 0 60000 65536"/>
                <a:gd name="T8" fmla="*/ 0 60000 65536"/>
              </a:gdLst>
              <a:ahLst/>
              <a:cxnLst>
                <a:cxn ang="T6">
                  <a:pos x="T0" y="T1"/>
                </a:cxn>
                <a:cxn ang="T7">
                  <a:pos x="T2" y="T3"/>
                </a:cxn>
                <a:cxn ang="T8">
                  <a:pos x="T4" y="T5"/>
                </a:cxn>
              </a:cxnLst>
              <a:rect l="0" t="0" r="r" b="b"/>
              <a:pathLst>
                <a:path w="1037" h="608">
                  <a:moveTo>
                    <a:pt x="24" y="608"/>
                  </a:moveTo>
                  <a:cubicBezTo>
                    <a:pt x="0" y="382"/>
                    <a:pt x="266" y="16"/>
                    <a:pt x="523" y="8"/>
                  </a:cubicBezTo>
                  <a:cubicBezTo>
                    <a:pt x="780" y="0"/>
                    <a:pt x="1021" y="382"/>
                    <a:pt x="1037" y="608"/>
                  </a:cubicBezTo>
                </a:path>
              </a:pathLst>
            </a:custGeom>
            <a:noFill/>
            <a:ln w="28575" cap="flat" cmpd="sng">
              <a:solidFill>
                <a:schemeClr val="tx2"/>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77" name="Line 34"/>
            <p:cNvSpPr>
              <a:spLocks noChangeShapeType="1"/>
            </p:cNvSpPr>
            <p:nvPr/>
          </p:nvSpPr>
          <p:spPr bwMode="auto">
            <a:xfrm>
              <a:off x="4088" y="3541"/>
              <a:ext cx="329" cy="0"/>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78" name="Rectangle 35"/>
            <p:cNvSpPr>
              <a:spLocks noChangeArrowheads="1"/>
            </p:cNvSpPr>
            <p:nvPr/>
          </p:nvSpPr>
          <p:spPr bwMode="auto">
            <a:xfrm rot="-2041329">
              <a:off x="3000" y="2885"/>
              <a:ext cx="395" cy="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rPr>
                <a:t>……</a:t>
              </a:r>
            </a:p>
          </p:txBody>
        </p:sp>
        <p:sp>
          <p:nvSpPr>
            <p:cNvPr id="6179" name="Rectangle 36"/>
            <p:cNvSpPr>
              <a:spLocks noChangeArrowheads="1"/>
            </p:cNvSpPr>
            <p:nvPr/>
          </p:nvSpPr>
          <p:spPr bwMode="auto">
            <a:xfrm>
              <a:off x="3197" y="1961"/>
              <a:ext cx="395"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rPr>
                <a:t>……</a:t>
              </a:r>
            </a:p>
          </p:txBody>
        </p:sp>
        <p:sp>
          <p:nvSpPr>
            <p:cNvPr id="6180" name="Rectangle 37"/>
            <p:cNvSpPr>
              <a:spLocks noChangeArrowheads="1"/>
            </p:cNvSpPr>
            <p:nvPr/>
          </p:nvSpPr>
          <p:spPr bwMode="auto">
            <a:xfrm>
              <a:off x="3197" y="3541"/>
              <a:ext cx="395"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rPr>
                <a:t>……</a:t>
              </a:r>
            </a:p>
          </p:txBody>
        </p:sp>
        <p:sp>
          <p:nvSpPr>
            <p:cNvPr id="6181" name="Rectangle 38"/>
            <p:cNvSpPr>
              <a:spLocks noChangeArrowheads="1"/>
            </p:cNvSpPr>
            <p:nvPr/>
          </p:nvSpPr>
          <p:spPr bwMode="auto">
            <a:xfrm rot="5400000">
              <a:off x="4153" y="2867"/>
              <a:ext cx="462"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rPr>
                <a:t>……</a:t>
              </a:r>
            </a:p>
          </p:txBody>
        </p:sp>
        <p:sp>
          <p:nvSpPr>
            <p:cNvPr id="872487" name="Rectangle 39"/>
            <p:cNvSpPr>
              <a:spLocks noChangeArrowheads="1"/>
            </p:cNvSpPr>
            <p:nvPr/>
          </p:nvSpPr>
          <p:spPr bwMode="auto">
            <a:xfrm>
              <a:off x="4417" y="2307"/>
              <a:ext cx="263" cy="1503"/>
            </a:xfrm>
            <a:prstGeom prst="rect">
              <a:avLst/>
            </a:prstGeom>
            <a:solidFill>
              <a:srgbClr val="99FF66"/>
            </a:solidFill>
            <a:ln w="2857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lIns="36000" tIns="0" rIns="36000" bIns="0" anchor="ctr"/>
            <a:lstStyle/>
            <a:p>
              <a:pPr algn="ctr">
                <a:lnSpc>
                  <a:spcPct val="80000"/>
                </a:lnSpc>
                <a:spcBef>
                  <a:spcPct val="0"/>
                </a:spcBef>
                <a:buClrTx/>
                <a:buFontTx/>
                <a:buNone/>
                <a:defRPr/>
              </a:pPr>
              <a:r>
                <a:rPr lang="en-US" altLang="zh-CN" sz="2400" b="1">
                  <a:solidFill>
                    <a:srgbClr val="FF0000"/>
                  </a:solidFill>
                  <a:effectLst>
                    <a:outerShdw blurRad="38100" dist="38100" dir="2700000" algn="tl">
                      <a:srgbClr val="000000"/>
                    </a:outerShdw>
                  </a:effectLst>
                  <a:latin typeface="Arial" charset="0"/>
                  <a:ea typeface="楷体_GB2312" pitchFamily="49" charset="-122"/>
                </a:rPr>
                <a:t>PION</a:t>
              </a:r>
              <a:endParaRPr lang="zh-CN" altLang="zh-CN" sz="2400" b="1">
                <a:solidFill>
                  <a:srgbClr val="FF0000"/>
                </a:solidFill>
                <a:effectLst>
                  <a:outerShdw blurRad="38100" dist="38100" dir="2700000" algn="tl">
                    <a:srgbClr val="000000"/>
                  </a:outerShdw>
                </a:effectLst>
                <a:latin typeface="Arial" charset="0"/>
                <a:ea typeface="楷体_GB2312" pitchFamily="49" charset="-122"/>
              </a:endParaRPr>
            </a:p>
          </p:txBody>
        </p:sp>
        <p:sp>
          <p:nvSpPr>
            <p:cNvPr id="6183" name="Line 40"/>
            <p:cNvSpPr>
              <a:spLocks noChangeShapeType="1"/>
            </p:cNvSpPr>
            <p:nvPr/>
          </p:nvSpPr>
          <p:spPr bwMode="auto">
            <a:xfrm>
              <a:off x="4153" y="2731"/>
              <a:ext cx="264" cy="0"/>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84" name="Line 41"/>
            <p:cNvSpPr>
              <a:spLocks noChangeShapeType="1"/>
            </p:cNvSpPr>
            <p:nvPr/>
          </p:nvSpPr>
          <p:spPr bwMode="auto">
            <a:xfrm>
              <a:off x="4680" y="2384"/>
              <a:ext cx="166" cy="0"/>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85" name="Rectangle 42"/>
            <p:cNvSpPr>
              <a:spLocks noChangeArrowheads="1"/>
            </p:cNvSpPr>
            <p:nvPr/>
          </p:nvSpPr>
          <p:spPr bwMode="auto">
            <a:xfrm>
              <a:off x="4878" y="2539"/>
              <a:ext cx="396"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rPr>
                <a:t>磁带</a:t>
              </a:r>
              <a:endParaRPr lang="zh-CN" altLang="en-US" sz="2400">
                <a:solidFill>
                  <a:schemeClr val="tx2"/>
                </a:solidFill>
              </a:endParaRPr>
            </a:p>
          </p:txBody>
        </p:sp>
        <p:sp>
          <p:nvSpPr>
            <p:cNvPr id="6186" name="Line 43"/>
            <p:cNvSpPr>
              <a:spLocks noChangeShapeType="1"/>
            </p:cNvSpPr>
            <p:nvPr/>
          </p:nvSpPr>
          <p:spPr bwMode="auto">
            <a:xfrm>
              <a:off x="4680" y="2654"/>
              <a:ext cx="166" cy="0"/>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87" name="Rectangle 44"/>
            <p:cNvSpPr>
              <a:spLocks noChangeArrowheads="1"/>
            </p:cNvSpPr>
            <p:nvPr/>
          </p:nvSpPr>
          <p:spPr bwMode="auto">
            <a:xfrm>
              <a:off x="4846" y="2808"/>
              <a:ext cx="593" cy="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rPr>
                <a:t>打印机</a:t>
              </a:r>
              <a:endParaRPr lang="zh-CN" altLang="en-US" sz="2400">
                <a:solidFill>
                  <a:schemeClr val="tx2"/>
                </a:solidFill>
              </a:endParaRPr>
            </a:p>
          </p:txBody>
        </p:sp>
        <p:sp>
          <p:nvSpPr>
            <p:cNvPr id="6188" name="Line 45"/>
            <p:cNvSpPr>
              <a:spLocks noChangeShapeType="1"/>
            </p:cNvSpPr>
            <p:nvPr/>
          </p:nvSpPr>
          <p:spPr bwMode="auto">
            <a:xfrm>
              <a:off x="4680" y="2924"/>
              <a:ext cx="166" cy="0"/>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89" name="Rectangle 46"/>
            <p:cNvSpPr>
              <a:spLocks noChangeArrowheads="1"/>
            </p:cNvSpPr>
            <p:nvPr/>
          </p:nvSpPr>
          <p:spPr bwMode="auto">
            <a:xfrm>
              <a:off x="4878" y="3078"/>
              <a:ext cx="396" cy="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rPr>
                <a:t>终端</a:t>
              </a:r>
              <a:endParaRPr lang="zh-CN" altLang="en-US" sz="2400">
                <a:solidFill>
                  <a:schemeClr val="tx2"/>
                </a:solidFill>
              </a:endParaRPr>
            </a:p>
          </p:txBody>
        </p:sp>
        <p:sp>
          <p:nvSpPr>
            <p:cNvPr id="6190" name="Line 47"/>
            <p:cNvSpPr>
              <a:spLocks noChangeShapeType="1"/>
            </p:cNvSpPr>
            <p:nvPr/>
          </p:nvSpPr>
          <p:spPr bwMode="auto">
            <a:xfrm>
              <a:off x="4680" y="3194"/>
              <a:ext cx="166" cy="0"/>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91" name="Rectangle 48"/>
            <p:cNvSpPr>
              <a:spLocks noChangeArrowheads="1"/>
            </p:cNvSpPr>
            <p:nvPr/>
          </p:nvSpPr>
          <p:spPr bwMode="auto">
            <a:xfrm>
              <a:off x="4878" y="3618"/>
              <a:ext cx="396"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rPr>
                <a:t>网络</a:t>
              </a:r>
              <a:endParaRPr lang="zh-CN" altLang="en-US" sz="2400">
                <a:solidFill>
                  <a:schemeClr val="tx2"/>
                </a:solidFill>
              </a:endParaRPr>
            </a:p>
          </p:txBody>
        </p:sp>
        <p:sp>
          <p:nvSpPr>
            <p:cNvPr id="6192" name="Line 49"/>
            <p:cNvSpPr>
              <a:spLocks noChangeShapeType="1"/>
            </p:cNvSpPr>
            <p:nvPr/>
          </p:nvSpPr>
          <p:spPr bwMode="auto">
            <a:xfrm>
              <a:off x="4680" y="3733"/>
              <a:ext cx="166" cy="0"/>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93" name="Rectangle 50"/>
            <p:cNvSpPr>
              <a:spLocks noChangeArrowheads="1"/>
            </p:cNvSpPr>
            <p:nvPr/>
          </p:nvSpPr>
          <p:spPr bwMode="auto">
            <a:xfrm rot="5400000">
              <a:off x="5010" y="3348"/>
              <a:ext cx="23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rPr>
                <a:t>…</a:t>
              </a:r>
            </a:p>
          </p:txBody>
        </p:sp>
        <p:sp>
          <p:nvSpPr>
            <p:cNvPr id="6194" name="Rectangle 51"/>
            <p:cNvSpPr>
              <a:spLocks noChangeArrowheads="1"/>
            </p:cNvSpPr>
            <p:nvPr/>
          </p:nvSpPr>
          <p:spPr bwMode="auto">
            <a:xfrm>
              <a:off x="4285" y="1383"/>
              <a:ext cx="1088"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rPr>
                <a:t>(共享存储器)</a:t>
              </a:r>
              <a:endParaRPr lang="zh-CN" altLang="en-US" sz="2400">
                <a:solidFill>
                  <a:schemeClr val="tx2"/>
                </a:solidFill>
              </a:endParaRPr>
            </a:p>
          </p:txBody>
        </p:sp>
        <p:sp>
          <p:nvSpPr>
            <p:cNvPr id="6195" name="Rectangle 52"/>
            <p:cNvSpPr>
              <a:spLocks noChangeArrowheads="1"/>
            </p:cNvSpPr>
            <p:nvPr/>
          </p:nvSpPr>
          <p:spPr bwMode="auto">
            <a:xfrm>
              <a:off x="4384" y="1961"/>
              <a:ext cx="1088"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rPr>
                <a:t>(共享I/O与外设)</a:t>
              </a:r>
            </a:p>
          </p:txBody>
        </p:sp>
      </p:grpSp>
      <p:sp>
        <p:nvSpPr>
          <p:cNvPr id="872502" name="Text Box 54"/>
          <p:cNvSpPr txBox="1">
            <a:spLocks noChangeArrowheads="1"/>
          </p:cNvSpPr>
          <p:nvPr/>
        </p:nvSpPr>
        <p:spPr bwMode="auto">
          <a:xfrm>
            <a:off x="762000" y="2376488"/>
            <a:ext cx="2286000" cy="3849687"/>
          </a:xfrm>
          <a:prstGeom prst="rect">
            <a:avLst/>
          </a:prstGeom>
          <a:solidFill>
            <a:srgbClr val="FFFF99"/>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hangingPunct="0">
              <a:lnSpc>
                <a:spcPct val="120000"/>
              </a:lnSpc>
              <a:spcBef>
                <a:spcPct val="0"/>
              </a:spcBef>
              <a:buClrTx/>
              <a:buFontTx/>
              <a:buNone/>
              <a:defRPr/>
            </a:pPr>
            <a:r>
              <a:rPr kumimoji="0" lang="en-US" altLang="zh-CN" sz="2000" b="1">
                <a:solidFill>
                  <a:srgbClr val="FF0000"/>
                </a:solidFill>
                <a:effectLst>
                  <a:outerShdw blurRad="38100" dist="38100" dir="2700000" algn="tl">
                    <a:srgbClr val="000000"/>
                  </a:outerShdw>
                </a:effectLst>
                <a:latin typeface="Arial" charset="0"/>
                <a:ea typeface="楷体_GB2312" pitchFamily="49" charset="-122"/>
              </a:rPr>
              <a:t>SM :</a:t>
            </a:r>
            <a:r>
              <a:rPr kumimoji="0" lang="en-US" altLang="zh-CN" sz="2000" b="1">
                <a:latin typeface="Arial" charset="0"/>
                <a:ea typeface="楷体_GB2312" pitchFamily="49" charset="-122"/>
              </a:rPr>
              <a:t> </a:t>
            </a:r>
            <a:r>
              <a:rPr kumimoji="0" lang="zh-CN" altLang="en-US" sz="2000" b="1">
                <a:latin typeface="Arial" charset="0"/>
                <a:ea typeface="楷体_GB2312" pitchFamily="49" charset="-122"/>
              </a:rPr>
              <a:t>共享存储器</a:t>
            </a:r>
          </a:p>
          <a:p>
            <a:pPr eaLnBrk="0" hangingPunct="0">
              <a:lnSpc>
                <a:spcPct val="120000"/>
              </a:lnSpc>
              <a:spcBef>
                <a:spcPct val="0"/>
              </a:spcBef>
              <a:buClrTx/>
              <a:buFontTx/>
              <a:buNone/>
              <a:defRPr/>
            </a:pPr>
            <a:r>
              <a:rPr kumimoji="0" lang="en-US" altLang="zh-CN" sz="2000" b="1">
                <a:solidFill>
                  <a:srgbClr val="FF0000"/>
                </a:solidFill>
                <a:effectLst>
                  <a:outerShdw blurRad="38100" dist="38100" dir="2700000" algn="tl">
                    <a:srgbClr val="000000"/>
                  </a:outerShdw>
                </a:effectLst>
                <a:latin typeface="Arial" charset="0"/>
                <a:ea typeface="楷体_GB2312" pitchFamily="49" charset="-122"/>
              </a:rPr>
              <a:t>LM :</a:t>
            </a:r>
            <a:r>
              <a:rPr kumimoji="0" lang="en-US" altLang="zh-CN" sz="2000" b="1">
                <a:latin typeface="Arial" charset="0"/>
                <a:ea typeface="楷体_GB2312" pitchFamily="49" charset="-122"/>
              </a:rPr>
              <a:t> </a:t>
            </a:r>
            <a:r>
              <a:rPr kumimoji="0" lang="zh-CN" altLang="en-US" sz="2000" b="1">
                <a:latin typeface="Arial" charset="0"/>
                <a:ea typeface="楷体_GB2312" pitchFamily="49" charset="-122"/>
              </a:rPr>
              <a:t>本地存储器 </a:t>
            </a:r>
          </a:p>
          <a:p>
            <a:pPr eaLnBrk="0" hangingPunct="0">
              <a:lnSpc>
                <a:spcPct val="120000"/>
              </a:lnSpc>
              <a:spcBef>
                <a:spcPct val="0"/>
              </a:spcBef>
              <a:buClrTx/>
              <a:buFontTx/>
              <a:buNone/>
              <a:defRPr/>
            </a:pPr>
            <a:r>
              <a:rPr kumimoji="0" lang="en-US" altLang="zh-CN" sz="2000" b="1">
                <a:solidFill>
                  <a:srgbClr val="FF0000"/>
                </a:solidFill>
                <a:effectLst>
                  <a:outerShdw blurRad="38100" dist="38100" dir="2700000" algn="tl">
                    <a:srgbClr val="000000"/>
                  </a:outerShdw>
                </a:effectLst>
                <a:latin typeface="Arial" charset="0"/>
                <a:ea typeface="楷体_GB2312" pitchFamily="49" charset="-122"/>
              </a:rPr>
              <a:t>P   :</a:t>
            </a:r>
            <a:r>
              <a:rPr kumimoji="0" lang="en-US" altLang="zh-CN" sz="2000" b="1">
                <a:latin typeface="Arial" charset="0"/>
                <a:ea typeface="楷体_GB2312" pitchFamily="49" charset="-122"/>
              </a:rPr>
              <a:t> </a:t>
            </a:r>
            <a:r>
              <a:rPr kumimoji="0" lang="zh-CN" altLang="en-US" sz="2000" b="1">
                <a:latin typeface="Arial" charset="0"/>
                <a:ea typeface="楷体_GB2312" pitchFamily="49" charset="-122"/>
              </a:rPr>
              <a:t>处理机</a:t>
            </a:r>
          </a:p>
          <a:p>
            <a:pPr eaLnBrk="0" hangingPunct="0">
              <a:lnSpc>
                <a:spcPct val="120000"/>
              </a:lnSpc>
              <a:spcBef>
                <a:spcPct val="0"/>
              </a:spcBef>
              <a:buClrTx/>
              <a:buFontTx/>
              <a:buNone/>
              <a:defRPr/>
            </a:pPr>
            <a:r>
              <a:rPr kumimoji="0" lang="en-US" altLang="zh-CN" sz="2000" b="1">
                <a:solidFill>
                  <a:srgbClr val="FF0000"/>
                </a:solidFill>
                <a:effectLst>
                  <a:outerShdw blurRad="38100" dist="38100" dir="2700000" algn="tl">
                    <a:srgbClr val="000000"/>
                  </a:outerShdw>
                </a:effectLst>
                <a:latin typeface="Arial" charset="0"/>
                <a:ea typeface="楷体_GB2312" pitchFamily="49" charset="-122"/>
              </a:rPr>
              <a:t>C   :</a:t>
            </a:r>
            <a:r>
              <a:rPr kumimoji="0" lang="en-US" altLang="zh-CN" sz="2000" b="1">
                <a:latin typeface="Arial" charset="0"/>
                <a:ea typeface="楷体_GB2312" pitchFamily="49" charset="-122"/>
              </a:rPr>
              <a:t> </a:t>
            </a:r>
            <a:r>
              <a:rPr kumimoji="0" lang="zh-CN" altLang="en-US" sz="2000" b="1">
                <a:latin typeface="Arial" charset="0"/>
                <a:ea typeface="楷体_GB2312" pitchFamily="49" charset="-122"/>
              </a:rPr>
              <a:t>高速缓存</a:t>
            </a:r>
          </a:p>
          <a:p>
            <a:pPr eaLnBrk="0" hangingPunct="0">
              <a:lnSpc>
                <a:spcPct val="120000"/>
              </a:lnSpc>
              <a:spcBef>
                <a:spcPct val="0"/>
              </a:spcBef>
              <a:buClrTx/>
              <a:buFontTx/>
              <a:buNone/>
              <a:defRPr/>
            </a:pPr>
            <a:r>
              <a:rPr kumimoji="0" lang="en-US" altLang="zh-CN" sz="2000" b="1">
                <a:solidFill>
                  <a:srgbClr val="FF0000"/>
                </a:solidFill>
                <a:effectLst>
                  <a:outerShdw blurRad="38100" dist="38100" dir="2700000" algn="tl">
                    <a:srgbClr val="000000"/>
                  </a:outerShdw>
                </a:effectLst>
                <a:latin typeface="Arial" charset="0"/>
                <a:ea typeface="楷体_GB2312" pitchFamily="49" charset="-122"/>
              </a:rPr>
              <a:t>IPMN：</a:t>
            </a:r>
            <a:r>
              <a:rPr kumimoji="0" lang="zh-CN" altLang="en-US" sz="2000" b="1">
                <a:latin typeface="Arial" charset="0"/>
                <a:ea typeface="楷体_GB2312" pitchFamily="49" charset="-122"/>
              </a:rPr>
              <a:t>内部处理机-存储器网络  </a:t>
            </a:r>
          </a:p>
          <a:p>
            <a:pPr eaLnBrk="0" hangingPunct="0">
              <a:lnSpc>
                <a:spcPct val="120000"/>
              </a:lnSpc>
              <a:spcBef>
                <a:spcPct val="0"/>
              </a:spcBef>
              <a:buClrTx/>
              <a:buFontTx/>
              <a:buNone/>
              <a:defRPr/>
            </a:pPr>
            <a:r>
              <a:rPr kumimoji="0" lang="en-US" altLang="zh-CN" sz="2000" b="1">
                <a:solidFill>
                  <a:srgbClr val="FF0000"/>
                </a:solidFill>
                <a:effectLst>
                  <a:outerShdw blurRad="38100" dist="38100" dir="2700000" algn="tl">
                    <a:srgbClr val="000000"/>
                  </a:outerShdw>
                </a:effectLst>
                <a:latin typeface="Arial" charset="0"/>
                <a:ea typeface="楷体_GB2312" pitchFamily="49" charset="-122"/>
              </a:rPr>
              <a:t>IPCN：</a:t>
            </a:r>
            <a:r>
              <a:rPr kumimoji="0" lang="zh-CN" altLang="en-US" sz="2000" b="1">
                <a:latin typeface="Arial" charset="0"/>
                <a:ea typeface="楷体_GB2312" pitchFamily="49" charset="-122"/>
              </a:rPr>
              <a:t>内部处理机间通信网络</a:t>
            </a:r>
          </a:p>
          <a:p>
            <a:pPr eaLnBrk="0" hangingPunct="0">
              <a:lnSpc>
                <a:spcPct val="120000"/>
              </a:lnSpc>
              <a:spcBef>
                <a:spcPct val="0"/>
              </a:spcBef>
              <a:buClrTx/>
              <a:buFontTx/>
              <a:buNone/>
              <a:defRPr/>
            </a:pPr>
            <a:r>
              <a:rPr kumimoji="0" lang="en-US" altLang="zh-CN" sz="2000" b="1">
                <a:solidFill>
                  <a:srgbClr val="FF0000"/>
                </a:solidFill>
                <a:effectLst>
                  <a:outerShdw blurRad="38100" dist="38100" dir="2700000" algn="tl">
                    <a:srgbClr val="000000"/>
                  </a:outerShdw>
                </a:effectLst>
                <a:latin typeface="Arial" charset="0"/>
                <a:ea typeface="楷体_GB2312" pitchFamily="49" charset="-122"/>
              </a:rPr>
              <a:t>PION：</a:t>
            </a:r>
            <a:r>
              <a:rPr kumimoji="0" lang="zh-CN" altLang="en-US" sz="2000" b="1">
                <a:latin typeface="Arial" charset="0"/>
                <a:ea typeface="楷体_GB2312" pitchFamily="49" charset="-122"/>
              </a:rPr>
              <a:t>处理机-输入输出间网络 </a:t>
            </a:r>
          </a:p>
        </p:txBody>
      </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基本概念</a:t>
            </a:r>
            <a:endParaRPr lang="zh-CN" altLang="en-US" sz="1200" b="0">
              <a:latin typeface="Times New Roman" pitchFamily="18" charset="0"/>
              <a:ea typeface="幼圆" pitchFamily="49" charset="-122"/>
            </a:endParaRPr>
          </a:p>
        </p:txBody>
      </p:sp>
      <p:sp>
        <p:nvSpPr>
          <p:cNvPr id="7171"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3 之 3</a:t>
            </a:r>
          </a:p>
        </p:txBody>
      </p:sp>
      <p:sp>
        <p:nvSpPr>
          <p:cNvPr id="874502" name="Rectangle 6"/>
          <p:cNvSpPr>
            <a:spLocks noGrp="1" noChangeArrowheads="1"/>
          </p:cNvSpPr>
          <p:nvPr>
            <p:ph type="title"/>
          </p:nvPr>
        </p:nvSpPr>
        <p:spPr/>
        <p:txBody>
          <a:bodyPr/>
          <a:lstStyle/>
          <a:p>
            <a:pPr eaLnBrk="1" hangingPunct="1">
              <a:defRPr/>
            </a:pPr>
            <a:r>
              <a:rPr lang="zh-CN" altLang="en-US" smtClean="0"/>
              <a:t>基本模型</a:t>
            </a:r>
          </a:p>
        </p:txBody>
      </p:sp>
      <p:pic>
        <p:nvPicPr>
          <p:cNvPr id="7173" name="Picture 7" descr="Ch8-fig01"/>
          <p:cNvPicPr>
            <a:picLocks noChangeAspect="1" noChangeArrowheads="1"/>
          </p:cNvPicPr>
          <p:nvPr/>
        </p:nvPicPr>
        <p:blipFill>
          <a:blip r:embed="rId5">
            <a:clrChange>
              <a:clrFrom>
                <a:srgbClr val="FFFFFF"/>
              </a:clrFrom>
              <a:clrTo>
                <a:srgbClr val="FFFFFF">
                  <a:alpha val="0"/>
                </a:srgbClr>
              </a:clrTo>
            </a:clrChange>
            <a:lum bright="-24000" contrast="-18000"/>
            <a:extLst>
              <a:ext uri="{28A0092B-C50C-407E-A947-70E740481C1C}">
                <a14:useLocalDpi xmlns:a14="http://schemas.microsoft.com/office/drawing/2010/main" val="0"/>
              </a:ext>
            </a:extLst>
          </a:blip>
          <a:srcRect b="20256"/>
          <a:stretch>
            <a:fillRect/>
          </a:stretch>
        </p:blipFill>
        <p:spPr bwMode="auto">
          <a:xfrm>
            <a:off x="914400" y="2060575"/>
            <a:ext cx="7924800" cy="420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random/>
    <p:sndAc>
      <p:stSnd>
        <p:snd r:embed="rId2" name="projctor.wav"/>
      </p:stSnd>
    </p:sndAc>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9378" name="Rectangle 2"/>
          <p:cNvSpPr>
            <a:spLocks noGrp="1" noChangeArrowheads="1"/>
          </p:cNvSpPr>
          <p:nvPr>
            <p:ph type="title"/>
          </p:nvPr>
        </p:nvSpPr>
        <p:spPr/>
        <p:txBody>
          <a:bodyPr/>
          <a:lstStyle/>
          <a:p>
            <a:pPr eaLnBrk="1" hangingPunct="1">
              <a:defRPr/>
            </a:pPr>
            <a:r>
              <a:rPr lang="zh-CN" altLang="en-US" smtClean="0"/>
              <a:t>互连网络的表示</a:t>
            </a:r>
            <a:endParaRPr lang="en-US" altLang="zh-CN" smtClean="0"/>
          </a:p>
        </p:txBody>
      </p:sp>
      <p:sp>
        <p:nvSpPr>
          <p:cNvPr id="819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基本概念</a:t>
            </a:r>
            <a:endParaRPr lang="zh-CN" altLang="en-US" sz="1200" b="0">
              <a:latin typeface="Times New Roman" pitchFamily="18" charset="0"/>
              <a:ea typeface="幼圆" pitchFamily="49" charset="-122"/>
            </a:endParaRPr>
          </a:p>
        </p:txBody>
      </p:sp>
      <p:sp>
        <p:nvSpPr>
          <p:cNvPr id="869380" name="Rectangle 4"/>
          <p:cNvSpPr>
            <a:spLocks noGrp="1" noChangeArrowheads="1"/>
          </p:cNvSpPr>
          <p:nvPr>
            <p:ph type="body" idx="1"/>
          </p:nvPr>
        </p:nvSpPr>
        <p:spPr>
          <a:xfrm>
            <a:off x="809625" y="1844824"/>
            <a:ext cx="7958138" cy="4655989"/>
          </a:xfrm>
        </p:spPr>
        <p:txBody>
          <a:bodyPr/>
          <a:lstStyle/>
          <a:p>
            <a:pPr eaLnBrk="1" hangingPunct="1">
              <a:buClr>
                <a:srgbClr val="FF0000"/>
              </a:buClr>
              <a:defRPr/>
            </a:pPr>
            <a:r>
              <a:rPr lang="zh-CN" altLang="en-US" sz="2400" dirty="0" smtClean="0">
                <a:solidFill>
                  <a:srgbClr val="FF0000"/>
                </a:solidFill>
                <a:effectLst>
                  <a:outerShdw blurRad="38100" dist="38100" dir="2700000" algn="tl">
                    <a:srgbClr val="C0C0C0"/>
                  </a:outerShdw>
                </a:effectLst>
              </a:rPr>
              <a:t>互连函数表示法</a:t>
            </a:r>
            <a:r>
              <a:rPr lang="zh-CN" altLang="en-US" sz="2400" dirty="0" smtClean="0">
                <a:solidFill>
                  <a:srgbClr val="FF0000"/>
                </a:solidFill>
              </a:rPr>
              <a:t/>
            </a:r>
            <a:br>
              <a:rPr lang="zh-CN" altLang="en-US" sz="2400" dirty="0" smtClean="0">
                <a:solidFill>
                  <a:srgbClr val="FF0000"/>
                </a:solidFill>
              </a:rPr>
            </a:br>
            <a:r>
              <a:rPr lang="zh-CN" altLang="en-US" sz="2400" dirty="0" smtClean="0"/>
              <a:t>自变量和函数常用二进制表示。</a:t>
            </a:r>
          </a:p>
          <a:p>
            <a:pPr marL="0" indent="0" eaLnBrk="1" hangingPunct="1">
              <a:buClr>
                <a:srgbClr val="FF0000"/>
              </a:buClr>
              <a:buNone/>
              <a:defRPr/>
            </a:pPr>
            <a:r>
              <a:rPr lang="zh-CN" altLang="en-US" sz="2400" dirty="0" smtClean="0"/>
              <a:t>    例如：</a:t>
            </a:r>
            <a:r>
              <a:rPr lang="en-US" altLang="zh-CN" sz="2400" dirty="0" smtClean="0"/>
              <a:t>f(</a:t>
            </a:r>
            <a:r>
              <a:rPr lang="en-US" altLang="zh-CN" sz="2400" dirty="0" smtClean="0">
                <a:solidFill>
                  <a:srgbClr val="FF0000"/>
                </a:solidFill>
              </a:rPr>
              <a:t>x</a:t>
            </a:r>
            <a:r>
              <a:rPr lang="en-US" altLang="zh-CN" sz="2400" baseline="-25000" dirty="0" smtClean="0">
                <a:solidFill>
                  <a:srgbClr val="FF0000"/>
                </a:solidFill>
              </a:rPr>
              <a:t>n-1</a:t>
            </a:r>
            <a:r>
              <a:rPr lang="en-US" altLang="zh-CN" sz="2400" dirty="0"/>
              <a:t>x</a:t>
            </a:r>
            <a:r>
              <a:rPr lang="en-US" altLang="zh-CN" sz="2400" baseline="-25000" dirty="0"/>
              <a:t>n-2</a:t>
            </a:r>
            <a:r>
              <a:rPr lang="en-US" altLang="zh-CN" sz="2400" dirty="0" smtClean="0"/>
              <a:t>…x</a:t>
            </a:r>
            <a:r>
              <a:rPr lang="en-US" altLang="zh-CN" sz="2400" baseline="-25000" dirty="0" smtClean="0"/>
              <a:t>1</a:t>
            </a:r>
            <a:r>
              <a:rPr lang="en-US" altLang="zh-CN" sz="2400" dirty="0" smtClean="0">
                <a:solidFill>
                  <a:srgbClr val="FF0000"/>
                </a:solidFill>
              </a:rPr>
              <a:t>x</a:t>
            </a:r>
            <a:r>
              <a:rPr lang="en-US" altLang="zh-CN" sz="2400" baseline="-25000" dirty="0" smtClean="0">
                <a:solidFill>
                  <a:srgbClr val="FF0000"/>
                </a:solidFill>
              </a:rPr>
              <a:t>0</a:t>
            </a:r>
            <a:r>
              <a:rPr lang="en-US" altLang="zh-CN" sz="2400" dirty="0" smtClean="0"/>
              <a:t>) = </a:t>
            </a:r>
            <a:r>
              <a:rPr lang="en-US" altLang="zh-CN" sz="2400" dirty="0" smtClean="0">
                <a:solidFill>
                  <a:srgbClr val="FF0000"/>
                </a:solidFill>
              </a:rPr>
              <a:t>x</a:t>
            </a:r>
            <a:r>
              <a:rPr lang="en-US" altLang="zh-CN" sz="2400" baseline="-25000" dirty="0" smtClean="0">
                <a:solidFill>
                  <a:srgbClr val="FF0000"/>
                </a:solidFill>
              </a:rPr>
              <a:t>0</a:t>
            </a:r>
            <a:r>
              <a:rPr lang="en-US" altLang="zh-CN" sz="2400" dirty="0" smtClean="0"/>
              <a:t>x</a:t>
            </a:r>
            <a:r>
              <a:rPr lang="en-US" altLang="zh-CN" sz="2400" baseline="-25000" dirty="0" smtClean="0"/>
              <a:t>n-2</a:t>
            </a:r>
            <a:r>
              <a:rPr lang="en-US" altLang="zh-CN" sz="2400" dirty="0" smtClean="0"/>
              <a:t>…x</a:t>
            </a:r>
            <a:r>
              <a:rPr lang="en-US" altLang="zh-CN" sz="2400" baseline="-25000" dirty="0" smtClean="0"/>
              <a:t>1</a:t>
            </a:r>
            <a:r>
              <a:rPr lang="en-US" altLang="zh-CN" sz="2400" dirty="0" smtClean="0">
                <a:solidFill>
                  <a:srgbClr val="FF0000"/>
                </a:solidFill>
              </a:rPr>
              <a:t>x</a:t>
            </a:r>
            <a:r>
              <a:rPr lang="en-US" altLang="zh-CN" sz="2400" baseline="-25000" dirty="0" smtClean="0">
                <a:solidFill>
                  <a:srgbClr val="FF0000"/>
                </a:solidFill>
              </a:rPr>
              <a:t>n-1</a:t>
            </a:r>
            <a:r>
              <a:rPr lang="en-US" altLang="zh-CN" sz="2400" baseline="-25000" dirty="0" smtClean="0"/>
              <a:t> 。</a:t>
            </a:r>
          </a:p>
          <a:p>
            <a:pPr marL="0" indent="0" eaLnBrk="1" hangingPunct="1">
              <a:buClr>
                <a:srgbClr val="FF0000"/>
              </a:buClr>
              <a:defRPr/>
            </a:pPr>
            <a:r>
              <a:rPr lang="zh-CN" altLang="en-US" sz="2400" b="0" dirty="0" smtClean="0">
                <a:solidFill>
                  <a:srgbClr val="FF0000"/>
                </a:solidFill>
                <a:effectLst>
                  <a:outerShdw blurRad="38100" dist="38100" dir="2700000" algn="tl">
                    <a:srgbClr val="C0C0C0"/>
                  </a:outerShdw>
                </a:effectLst>
              </a:rPr>
              <a:t>  </a:t>
            </a:r>
            <a:r>
              <a:rPr lang="zh-CN" altLang="en-US" sz="2400" dirty="0" smtClean="0">
                <a:solidFill>
                  <a:srgbClr val="FF0000"/>
                </a:solidFill>
                <a:effectLst>
                  <a:outerShdw blurRad="38100" dist="38100" dir="2700000" algn="tl">
                    <a:srgbClr val="C0C0C0"/>
                  </a:outerShdw>
                </a:effectLst>
              </a:rPr>
              <a:t>输入输出对应表示法</a:t>
            </a:r>
            <a:endParaRPr lang="en-US" altLang="zh-CN" sz="2400" dirty="0" smtClean="0">
              <a:solidFill>
                <a:srgbClr val="FF0000"/>
              </a:solidFill>
              <a:effectLst>
                <a:outerShdw blurRad="38100" dist="38100" dir="2700000" algn="tl">
                  <a:srgbClr val="C0C0C0"/>
                </a:outerShdw>
              </a:effectLst>
            </a:endParaRPr>
          </a:p>
          <a:p>
            <a:pPr marL="0" indent="0" eaLnBrk="1" hangingPunct="1">
              <a:buClr>
                <a:srgbClr val="FF0000"/>
              </a:buClr>
              <a:defRPr/>
            </a:pPr>
            <a:endParaRPr lang="en-US" altLang="zh-CN" sz="2400" dirty="0">
              <a:solidFill>
                <a:srgbClr val="FF0000"/>
              </a:solidFill>
              <a:effectLst>
                <a:outerShdw blurRad="38100" dist="38100" dir="2700000" algn="tl">
                  <a:srgbClr val="C0C0C0"/>
                </a:outerShdw>
              </a:effectLst>
            </a:endParaRPr>
          </a:p>
          <a:p>
            <a:pPr marL="0" indent="0" eaLnBrk="1" hangingPunct="1">
              <a:buClr>
                <a:srgbClr val="FF0000"/>
              </a:buClr>
              <a:defRPr/>
            </a:pPr>
            <a:endParaRPr lang="en-US" altLang="zh-CN" sz="2400" dirty="0" smtClean="0">
              <a:solidFill>
                <a:srgbClr val="FF0000"/>
              </a:solidFill>
              <a:effectLst>
                <a:outerShdw blurRad="38100" dist="38100" dir="2700000" algn="tl">
                  <a:srgbClr val="C0C0C0"/>
                </a:outerShdw>
              </a:effectLst>
            </a:endParaRPr>
          </a:p>
          <a:p>
            <a:pPr marL="0" indent="0" eaLnBrk="1" hangingPunct="1">
              <a:buClr>
                <a:srgbClr val="FF0000"/>
              </a:buClr>
              <a:defRPr/>
            </a:pPr>
            <a:endParaRPr lang="en-US" altLang="zh-CN" sz="2400" dirty="0">
              <a:solidFill>
                <a:srgbClr val="FF0000"/>
              </a:solidFill>
              <a:effectLst>
                <a:outerShdw blurRad="38100" dist="38100" dir="2700000" algn="tl">
                  <a:srgbClr val="C0C0C0"/>
                </a:outerShdw>
              </a:effectLst>
            </a:endParaRPr>
          </a:p>
          <a:p>
            <a:pPr marL="0" indent="0" eaLnBrk="1" hangingPunct="1">
              <a:buClr>
                <a:srgbClr val="FF0000"/>
              </a:buClr>
              <a:defRPr/>
            </a:pPr>
            <a:endParaRPr lang="en-US" altLang="zh-CN" sz="2400" dirty="0" smtClean="0">
              <a:solidFill>
                <a:srgbClr val="FF0000"/>
              </a:solidFill>
              <a:effectLst>
                <a:outerShdw blurRad="38100" dist="38100" dir="2700000" algn="tl">
                  <a:srgbClr val="C0C0C0"/>
                </a:outerShdw>
              </a:effectLst>
            </a:endParaRPr>
          </a:p>
          <a:p>
            <a:pPr marL="0" indent="0" eaLnBrk="1" hangingPunct="1">
              <a:buClr>
                <a:srgbClr val="FF0000"/>
              </a:buClr>
              <a:defRPr/>
            </a:pPr>
            <a:r>
              <a:rPr lang="en-US" altLang="zh-CN" sz="2400" dirty="0">
                <a:solidFill>
                  <a:srgbClr val="FF0000"/>
                </a:solidFill>
                <a:effectLst>
                  <a:outerShdw blurRad="38100" dist="38100" dir="2700000" algn="tl">
                    <a:srgbClr val="C0C0C0"/>
                  </a:outerShdw>
                </a:effectLst>
              </a:rPr>
              <a:t> </a:t>
            </a:r>
            <a:r>
              <a:rPr lang="en-US" altLang="zh-CN" sz="2400" dirty="0" smtClean="0">
                <a:solidFill>
                  <a:srgbClr val="FF0000"/>
                </a:solidFill>
                <a:effectLst>
                  <a:outerShdw blurRad="38100" dist="38100" dir="2700000" algn="tl">
                    <a:srgbClr val="C0C0C0"/>
                  </a:outerShdw>
                </a:effectLst>
              </a:rPr>
              <a:t> </a:t>
            </a:r>
            <a:r>
              <a:rPr lang="zh-CN" altLang="en-US" sz="2400" dirty="0" smtClean="0">
                <a:solidFill>
                  <a:srgbClr val="FF0000"/>
                </a:solidFill>
                <a:effectLst>
                  <a:outerShdw blurRad="38100" dist="38100" dir="2700000" algn="tl">
                    <a:srgbClr val="C0C0C0"/>
                  </a:outerShdw>
                </a:effectLst>
              </a:rPr>
              <a:t>循环表示法（有时）</a:t>
            </a:r>
            <a:endParaRPr lang="en-US" altLang="zh-CN" sz="2400" dirty="0" smtClean="0">
              <a:solidFill>
                <a:srgbClr val="FF0000"/>
              </a:solidFill>
              <a:effectLst>
                <a:outerShdw blurRad="38100" dist="38100" dir="2700000" algn="tl">
                  <a:srgbClr val="C0C0C0"/>
                </a:outerShdw>
              </a:effectLst>
            </a:endParaRPr>
          </a:p>
          <a:p>
            <a:pPr marL="0" indent="0" eaLnBrk="1" hangingPunct="1">
              <a:buClr>
                <a:srgbClr val="FF0000"/>
              </a:buClr>
              <a:buNone/>
              <a:defRPr/>
            </a:pPr>
            <a:r>
              <a:rPr lang="zh-CN" altLang="en-US" sz="2400" dirty="0">
                <a:effectLst>
                  <a:outerShdw blurRad="38100" dist="38100" dir="2700000" algn="tl">
                    <a:srgbClr val="C0C0C0"/>
                  </a:outerShdw>
                </a:effectLst>
              </a:rPr>
              <a:t> </a:t>
            </a:r>
            <a:r>
              <a:rPr lang="zh-CN" altLang="en-US" sz="2400" dirty="0" smtClean="0">
                <a:effectLst>
                  <a:outerShdw blurRad="38100" dist="38100" dir="2700000" algn="tl">
                    <a:srgbClr val="C0C0C0"/>
                  </a:outerShdw>
                </a:effectLst>
              </a:rPr>
              <a:t>   </a:t>
            </a:r>
            <a:r>
              <a:rPr lang="en-US" altLang="zh-CN" sz="2400" dirty="0" smtClean="0"/>
              <a:t>(x</a:t>
            </a:r>
            <a:r>
              <a:rPr lang="en-US" altLang="zh-CN" sz="2400" baseline="-25000" dirty="0" smtClean="0"/>
              <a:t>0  </a:t>
            </a:r>
            <a:r>
              <a:rPr lang="en-US" altLang="zh-CN" sz="2400" dirty="0" smtClean="0"/>
              <a:t>x</a:t>
            </a:r>
            <a:r>
              <a:rPr lang="en-US" altLang="zh-CN" sz="2400" baseline="-25000" dirty="0" smtClean="0"/>
              <a:t>1  </a:t>
            </a:r>
            <a:r>
              <a:rPr lang="en-US" altLang="zh-CN" sz="2400" dirty="0" smtClean="0"/>
              <a:t>…</a:t>
            </a:r>
            <a:r>
              <a:rPr lang="en-US" altLang="zh-CN" sz="2400" baseline="-25000" dirty="0" smtClean="0"/>
              <a:t>  </a:t>
            </a:r>
            <a:r>
              <a:rPr lang="en-US" altLang="zh-CN" sz="2400" dirty="0" smtClean="0"/>
              <a:t>x</a:t>
            </a:r>
            <a:r>
              <a:rPr lang="en-US" altLang="zh-CN" sz="2400" baseline="-25000" dirty="0" smtClean="0"/>
              <a:t>j-1</a:t>
            </a:r>
            <a:r>
              <a:rPr lang="en-US" altLang="zh-CN" sz="2400" dirty="0" smtClean="0">
                <a:effectLst>
                  <a:outerShdw blurRad="38100" dist="38100" dir="2700000" algn="tl">
                    <a:srgbClr val="C0C0C0"/>
                  </a:outerShdw>
                </a:effectLst>
              </a:rPr>
              <a:t>)</a:t>
            </a:r>
            <a:r>
              <a:rPr lang="zh-CN" altLang="en-US" sz="2400" dirty="0" smtClean="0"/>
              <a:t>表示</a:t>
            </a:r>
            <a:r>
              <a:rPr lang="en-US" altLang="zh-CN" sz="2400" dirty="0" smtClean="0"/>
              <a:t>f(x</a:t>
            </a:r>
            <a:r>
              <a:rPr lang="en-US" altLang="zh-CN" sz="2400" baseline="-25000" dirty="0" smtClean="0"/>
              <a:t>0</a:t>
            </a:r>
            <a:r>
              <a:rPr lang="en-US" altLang="zh-CN" sz="2400" dirty="0" smtClean="0"/>
              <a:t>)=x</a:t>
            </a:r>
            <a:r>
              <a:rPr lang="en-US" altLang="zh-CN" sz="2400" baseline="-25000" dirty="0" smtClean="0"/>
              <a:t>1</a:t>
            </a:r>
            <a:r>
              <a:rPr lang="zh-CN" altLang="en-US" sz="2400" baseline="-25000" dirty="0" smtClean="0"/>
              <a:t>，</a:t>
            </a:r>
            <a:r>
              <a:rPr lang="en-US" altLang="zh-CN" sz="2400" dirty="0" smtClean="0"/>
              <a:t>f(x</a:t>
            </a:r>
            <a:r>
              <a:rPr lang="en-US" altLang="zh-CN" sz="2400" baseline="-25000" dirty="0" smtClean="0"/>
              <a:t>1</a:t>
            </a:r>
            <a:r>
              <a:rPr lang="en-US" altLang="zh-CN" sz="2400" dirty="0" smtClean="0"/>
              <a:t>)=x</a:t>
            </a:r>
            <a:r>
              <a:rPr lang="en-US" altLang="zh-CN" sz="2400" baseline="-25000" dirty="0" smtClean="0"/>
              <a:t>2</a:t>
            </a:r>
            <a:r>
              <a:rPr lang="zh-CN" altLang="en-US" sz="2400" baseline="-25000" dirty="0" smtClean="0"/>
              <a:t>，</a:t>
            </a:r>
            <a:r>
              <a:rPr lang="en-US" altLang="zh-CN" sz="2400" baseline="-25000" dirty="0" smtClean="0">
                <a:sym typeface="Symbol"/>
              </a:rPr>
              <a:t></a:t>
            </a:r>
            <a:r>
              <a:rPr lang="zh-CN" altLang="en-US" sz="2400" baseline="-25000" dirty="0"/>
              <a:t>，</a:t>
            </a:r>
            <a:r>
              <a:rPr lang="en-US" altLang="zh-CN" sz="2400" dirty="0" smtClean="0"/>
              <a:t>f(x</a:t>
            </a:r>
            <a:r>
              <a:rPr lang="en-US" altLang="zh-CN" sz="2400" baseline="-25000" dirty="0" smtClean="0"/>
              <a:t>j-1</a:t>
            </a:r>
            <a:r>
              <a:rPr lang="en-US" altLang="zh-CN" sz="2400" dirty="0" smtClean="0"/>
              <a:t>)=x</a:t>
            </a:r>
            <a:r>
              <a:rPr lang="en-US" altLang="zh-CN" sz="2400" baseline="-25000" dirty="0" smtClean="0"/>
              <a:t>0</a:t>
            </a:r>
            <a:endParaRPr lang="en-US" altLang="zh-CN" sz="2400" dirty="0" smtClean="0"/>
          </a:p>
          <a:p>
            <a:pPr marL="0" indent="0" eaLnBrk="1" hangingPunct="1">
              <a:buClr>
                <a:srgbClr val="FF0000"/>
              </a:buClr>
              <a:buNone/>
              <a:defRPr/>
            </a:pPr>
            <a:r>
              <a:rPr lang="en-US" altLang="zh-CN" sz="2400" dirty="0"/>
              <a:t> </a:t>
            </a:r>
            <a:r>
              <a:rPr lang="en-US" altLang="zh-CN" sz="2400" dirty="0" smtClean="0"/>
              <a:t>    j</a:t>
            </a:r>
            <a:r>
              <a:rPr lang="zh-CN" altLang="en-US" sz="2400" dirty="0" smtClean="0"/>
              <a:t>为循环长度</a:t>
            </a:r>
          </a:p>
        </p:txBody>
      </p:sp>
      <p:grpSp>
        <p:nvGrpSpPr>
          <p:cNvPr id="8197" name="Group 22"/>
          <p:cNvGrpSpPr>
            <a:grpSpLocks/>
          </p:cNvGrpSpPr>
          <p:nvPr/>
        </p:nvGrpSpPr>
        <p:grpSpPr bwMode="auto">
          <a:xfrm>
            <a:off x="990600" y="3573016"/>
            <a:ext cx="3038475" cy="1657350"/>
            <a:chOff x="816" y="2895"/>
            <a:chExt cx="1914" cy="1044"/>
          </a:xfrm>
        </p:grpSpPr>
        <p:sp>
          <p:nvSpPr>
            <p:cNvPr id="8200" name="Rectangle 5"/>
            <p:cNvSpPr>
              <a:spLocks noChangeArrowheads="1"/>
            </p:cNvSpPr>
            <p:nvPr/>
          </p:nvSpPr>
          <p:spPr bwMode="auto">
            <a:xfrm>
              <a:off x="1519" y="2943"/>
              <a:ext cx="564" cy="969"/>
            </a:xfrm>
            <a:prstGeom prst="rect">
              <a:avLst/>
            </a:prstGeom>
            <a:solidFill>
              <a:srgbClr val="99FF66"/>
            </a:solidFill>
            <a:ln w="3175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2400" dirty="0">
                  <a:solidFill>
                    <a:schemeClr val="tx2"/>
                  </a:solidFill>
                  <a:latin typeface="+mn-lt"/>
                  <a:ea typeface="宋体" panose="02010600030101010101" pitchFamily="2" charset="-122"/>
                </a:rPr>
                <a:t>互连</a:t>
              </a:r>
              <a:br>
                <a:rPr lang="zh-CN" altLang="en-US" sz="2400" dirty="0">
                  <a:solidFill>
                    <a:schemeClr val="tx2"/>
                  </a:solidFill>
                  <a:latin typeface="+mn-lt"/>
                  <a:ea typeface="宋体" panose="02010600030101010101" pitchFamily="2" charset="-122"/>
                </a:rPr>
              </a:br>
              <a:r>
                <a:rPr lang="zh-CN" altLang="en-US" sz="2400" dirty="0">
                  <a:solidFill>
                    <a:schemeClr val="tx2"/>
                  </a:solidFill>
                  <a:latin typeface="+mn-lt"/>
                  <a:ea typeface="宋体" panose="02010600030101010101" pitchFamily="2" charset="-122"/>
                </a:rPr>
                <a:t>网络</a:t>
              </a:r>
              <a:endParaRPr lang="zh-CN" altLang="zh-CN" sz="2400" dirty="0">
                <a:solidFill>
                  <a:schemeClr val="tx2"/>
                </a:solidFill>
                <a:latin typeface="+mn-lt"/>
                <a:ea typeface="宋体" panose="02010600030101010101" pitchFamily="2" charset="-122"/>
              </a:endParaRPr>
            </a:p>
          </p:txBody>
        </p:sp>
        <p:sp>
          <p:nvSpPr>
            <p:cNvPr id="8201" name="Line 6"/>
            <p:cNvSpPr>
              <a:spLocks noChangeShapeType="1"/>
            </p:cNvSpPr>
            <p:nvPr/>
          </p:nvSpPr>
          <p:spPr bwMode="auto">
            <a:xfrm flipH="1" flipV="1">
              <a:off x="1182" y="3040"/>
              <a:ext cx="329" cy="0"/>
            </a:xfrm>
            <a:prstGeom prst="line">
              <a:avLst/>
            </a:prstGeom>
            <a:noFill/>
            <a:ln w="28575">
              <a:solidFill>
                <a:schemeClr val="tx2"/>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宋体" panose="02010600030101010101" pitchFamily="2" charset="-122"/>
              </a:endParaRPr>
            </a:p>
          </p:txBody>
        </p:sp>
        <p:sp>
          <p:nvSpPr>
            <p:cNvPr id="8202" name="Rectangle 7"/>
            <p:cNvSpPr>
              <a:spLocks noChangeArrowheads="1"/>
            </p:cNvSpPr>
            <p:nvPr/>
          </p:nvSpPr>
          <p:spPr bwMode="auto">
            <a:xfrm rot="5400000">
              <a:off x="1201" y="3360"/>
              <a:ext cx="291" cy="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latin typeface="+mn-lt"/>
                  <a:ea typeface="宋体" panose="02010600030101010101" pitchFamily="2" charset="-122"/>
                </a:rPr>
                <a:t>…</a:t>
              </a:r>
            </a:p>
          </p:txBody>
        </p:sp>
        <p:sp>
          <p:nvSpPr>
            <p:cNvPr id="8203" name="Rectangle 8"/>
            <p:cNvSpPr>
              <a:spLocks noChangeArrowheads="1"/>
            </p:cNvSpPr>
            <p:nvPr/>
          </p:nvSpPr>
          <p:spPr bwMode="auto">
            <a:xfrm>
              <a:off x="900" y="2895"/>
              <a:ext cx="329" cy="3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latin typeface="+mn-lt"/>
                  <a:ea typeface="宋体" panose="02010600030101010101" pitchFamily="2" charset="-122"/>
                </a:rPr>
                <a:t>0</a:t>
              </a:r>
            </a:p>
          </p:txBody>
        </p:sp>
        <p:sp>
          <p:nvSpPr>
            <p:cNvPr id="8204" name="Line 9"/>
            <p:cNvSpPr>
              <a:spLocks noChangeShapeType="1"/>
            </p:cNvSpPr>
            <p:nvPr/>
          </p:nvSpPr>
          <p:spPr bwMode="auto">
            <a:xfrm flipH="1" flipV="1">
              <a:off x="2075" y="3040"/>
              <a:ext cx="330" cy="0"/>
            </a:xfrm>
            <a:prstGeom prst="line">
              <a:avLst/>
            </a:prstGeom>
            <a:noFill/>
            <a:ln w="28575">
              <a:solidFill>
                <a:schemeClr val="tx2"/>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宋体" panose="02010600030101010101" pitchFamily="2" charset="-122"/>
              </a:endParaRPr>
            </a:p>
          </p:txBody>
        </p:sp>
        <p:sp>
          <p:nvSpPr>
            <p:cNvPr id="8205" name="Rectangle 10"/>
            <p:cNvSpPr>
              <a:spLocks noChangeArrowheads="1"/>
            </p:cNvSpPr>
            <p:nvPr/>
          </p:nvSpPr>
          <p:spPr bwMode="auto">
            <a:xfrm>
              <a:off x="2357" y="2895"/>
              <a:ext cx="330" cy="3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2400" dirty="0">
                  <a:solidFill>
                    <a:schemeClr val="tx2"/>
                  </a:solidFill>
                  <a:latin typeface="+mn-lt"/>
                  <a:ea typeface="宋体" panose="02010600030101010101" pitchFamily="2" charset="-122"/>
                </a:rPr>
                <a:t>0</a:t>
              </a:r>
            </a:p>
          </p:txBody>
        </p:sp>
        <p:sp>
          <p:nvSpPr>
            <p:cNvPr id="8206" name="Line 11"/>
            <p:cNvSpPr>
              <a:spLocks noChangeShapeType="1"/>
            </p:cNvSpPr>
            <p:nvPr/>
          </p:nvSpPr>
          <p:spPr bwMode="auto">
            <a:xfrm flipH="1" flipV="1">
              <a:off x="1182" y="3282"/>
              <a:ext cx="329" cy="0"/>
            </a:xfrm>
            <a:prstGeom prst="line">
              <a:avLst/>
            </a:prstGeom>
            <a:noFill/>
            <a:ln w="28575">
              <a:solidFill>
                <a:schemeClr val="tx2"/>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宋体" panose="02010600030101010101" pitchFamily="2" charset="-122"/>
              </a:endParaRPr>
            </a:p>
          </p:txBody>
        </p:sp>
        <p:sp>
          <p:nvSpPr>
            <p:cNvPr id="8207" name="Rectangle 12"/>
            <p:cNvSpPr>
              <a:spLocks noChangeArrowheads="1"/>
            </p:cNvSpPr>
            <p:nvPr/>
          </p:nvSpPr>
          <p:spPr bwMode="auto">
            <a:xfrm>
              <a:off x="900" y="3137"/>
              <a:ext cx="329" cy="3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latin typeface="+mn-lt"/>
                  <a:ea typeface="宋体" panose="02010600030101010101" pitchFamily="2" charset="-122"/>
                </a:rPr>
                <a:t>1</a:t>
              </a:r>
            </a:p>
          </p:txBody>
        </p:sp>
        <p:sp>
          <p:nvSpPr>
            <p:cNvPr id="8208" name="Line 13"/>
            <p:cNvSpPr>
              <a:spLocks noChangeShapeType="1"/>
            </p:cNvSpPr>
            <p:nvPr/>
          </p:nvSpPr>
          <p:spPr bwMode="auto">
            <a:xfrm flipH="1" flipV="1">
              <a:off x="2075" y="3282"/>
              <a:ext cx="330" cy="0"/>
            </a:xfrm>
            <a:prstGeom prst="line">
              <a:avLst/>
            </a:prstGeom>
            <a:noFill/>
            <a:ln w="28575">
              <a:solidFill>
                <a:schemeClr val="tx2"/>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宋体" panose="02010600030101010101" pitchFamily="2" charset="-122"/>
              </a:endParaRPr>
            </a:p>
          </p:txBody>
        </p:sp>
        <p:sp>
          <p:nvSpPr>
            <p:cNvPr id="8209" name="Rectangle 14"/>
            <p:cNvSpPr>
              <a:spLocks noChangeArrowheads="1"/>
            </p:cNvSpPr>
            <p:nvPr/>
          </p:nvSpPr>
          <p:spPr bwMode="auto">
            <a:xfrm>
              <a:off x="2357" y="3137"/>
              <a:ext cx="330" cy="3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latin typeface="+mn-lt"/>
                  <a:ea typeface="宋体" panose="02010600030101010101" pitchFamily="2" charset="-122"/>
                </a:rPr>
                <a:t>1</a:t>
              </a:r>
            </a:p>
          </p:txBody>
        </p:sp>
        <p:sp>
          <p:nvSpPr>
            <p:cNvPr id="8210" name="Rectangle 15"/>
            <p:cNvSpPr>
              <a:spLocks noChangeArrowheads="1"/>
            </p:cNvSpPr>
            <p:nvPr/>
          </p:nvSpPr>
          <p:spPr bwMode="auto">
            <a:xfrm rot="5400000">
              <a:off x="2188" y="3360"/>
              <a:ext cx="291" cy="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latin typeface="+mn-lt"/>
                  <a:ea typeface="宋体" panose="02010600030101010101" pitchFamily="2" charset="-122"/>
                </a:rPr>
                <a:t>…</a:t>
              </a:r>
            </a:p>
          </p:txBody>
        </p:sp>
        <p:sp>
          <p:nvSpPr>
            <p:cNvPr id="8211" name="Line 16"/>
            <p:cNvSpPr>
              <a:spLocks noChangeShapeType="1"/>
            </p:cNvSpPr>
            <p:nvPr/>
          </p:nvSpPr>
          <p:spPr bwMode="auto">
            <a:xfrm flipH="1" flipV="1">
              <a:off x="1182" y="3766"/>
              <a:ext cx="329" cy="0"/>
            </a:xfrm>
            <a:prstGeom prst="line">
              <a:avLst/>
            </a:prstGeom>
            <a:noFill/>
            <a:ln w="28575">
              <a:solidFill>
                <a:schemeClr val="tx2"/>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宋体" panose="02010600030101010101" pitchFamily="2" charset="-122"/>
              </a:endParaRPr>
            </a:p>
          </p:txBody>
        </p:sp>
        <p:sp>
          <p:nvSpPr>
            <p:cNvPr id="8212" name="Rectangle 17"/>
            <p:cNvSpPr>
              <a:spLocks noChangeArrowheads="1"/>
            </p:cNvSpPr>
            <p:nvPr/>
          </p:nvSpPr>
          <p:spPr bwMode="auto">
            <a:xfrm>
              <a:off x="816" y="3600"/>
              <a:ext cx="329" cy="3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en-US" altLang="zh-CN" sz="2400">
                  <a:solidFill>
                    <a:schemeClr val="tx2"/>
                  </a:solidFill>
                  <a:latin typeface="+mn-lt"/>
                  <a:ea typeface="宋体" panose="02010600030101010101" pitchFamily="2" charset="-122"/>
                </a:rPr>
                <a:t>n-1</a:t>
              </a:r>
              <a:endParaRPr lang="zh-CN" altLang="zh-CN" sz="2400">
                <a:solidFill>
                  <a:schemeClr val="tx2"/>
                </a:solidFill>
                <a:latin typeface="+mn-lt"/>
                <a:ea typeface="宋体" panose="02010600030101010101" pitchFamily="2" charset="-122"/>
              </a:endParaRPr>
            </a:p>
          </p:txBody>
        </p:sp>
        <p:sp>
          <p:nvSpPr>
            <p:cNvPr id="8213" name="Line 18"/>
            <p:cNvSpPr>
              <a:spLocks noChangeShapeType="1"/>
            </p:cNvSpPr>
            <p:nvPr/>
          </p:nvSpPr>
          <p:spPr bwMode="auto">
            <a:xfrm flipH="1" flipV="1">
              <a:off x="2064" y="3792"/>
              <a:ext cx="330" cy="0"/>
            </a:xfrm>
            <a:prstGeom prst="line">
              <a:avLst/>
            </a:prstGeom>
            <a:noFill/>
            <a:ln w="28575">
              <a:solidFill>
                <a:schemeClr val="tx2"/>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宋体" panose="02010600030101010101" pitchFamily="2" charset="-122"/>
              </a:endParaRPr>
            </a:p>
          </p:txBody>
        </p:sp>
        <p:sp>
          <p:nvSpPr>
            <p:cNvPr id="8214" name="Rectangle 19"/>
            <p:cNvSpPr>
              <a:spLocks noChangeArrowheads="1"/>
            </p:cNvSpPr>
            <p:nvPr/>
          </p:nvSpPr>
          <p:spPr bwMode="auto">
            <a:xfrm>
              <a:off x="2400" y="3600"/>
              <a:ext cx="330" cy="3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en-US" altLang="zh-CN" sz="2400">
                  <a:solidFill>
                    <a:schemeClr val="tx2"/>
                  </a:solidFill>
                  <a:latin typeface="+mn-lt"/>
                  <a:ea typeface="宋体" panose="02010600030101010101" pitchFamily="2" charset="-122"/>
                </a:rPr>
                <a:t>n-1</a:t>
              </a:r>
              <a:endParaRPr lang="zh-CN" altLang="zh-CN" sz="2400">
                <a:solidFill>
                  <a:schemeClr val="tx2"/>
                </a:solidFill>
                <a:latin typeface="+mn-lt"/>
                <a:ea typeface="宋体" panose="02010600030101010101" pitchFamily="2" charset="-122"/>
              </a:endParaRPr>
            </a:p>
          </p:txBody>
        </p:sp>
      </p:grpSp>
      <p:sp>
        <p:nvSpPr>
          <p:cNvPr id="8198" name="Rectangle 20"/>
          <p:cNvSpPr>
            <a:spLocks noChangeArrowheads="1"/>
          </p:cNvSpPr>
          <p:nvPr/>
        </p:nvSpPr>
        <p:spPr bwMode="auto">
          <a:xfrm>
            <a:off x="4622800" y="4639816"/>
            <a:ext cx="3732213" cy="769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2400" dirty="0">
                <a:solidFill>
                  <a:schemeClr val="tx2"/>
                </a:solidFill>
                <a:latin typeface="+mn-lt"/>
                <a:ea typeface="宋体" panose="02010600030101010101" pitchFamily="2" charset="-122"/>
              </a:rPr>
              <a:t>输入</a:t>
            </a:r>
            <a:r>
              <a:rPr lang="zh-CN" altLang="en-US" sz="2400" dirty="0">
                <a:solidFill>
                  <a:schemeClr val="tx2"/>
                </a:solidFill>
                <a:latin typeface="+mn-lt"/>
                <a:ea typeface="宋体" panose="02010600030101010101" pitchFamily="2" charset="-122"/>
              </a:rPr>
              <a:t>: 0   1   2   3   4   5   6   7</a:t>
            </a:r>
            <a:br>
              <a:rPr lang="zh-CN" altLang="en-US" sz="2400" dirty="0">
                <a:solidFill>
                  <a:schemeClr val="tx2"/>
                </a:solidFill>
                <a:latin typeface="+mn-lt"/>
                <a:ea typeface="宋体" panose="02010600030101010101" pitchFamily="2" charset="-122"/>
              </a:rPr>
            </a:br>
            <a:r>
              <a:rPr lang="zh-CN" altLang="en-US" sz="2400" dirty="0">
                <a:solidFill>
                  <a:schemeClr val="tx2"/>
                </a:solidFill>
                <a:latin typeface="+mn-lt"/>
                <a:ea typeface="宋体" panose="02010600030101010101" pitchFamily="2" charset="-122"/>
              </a:rPr>
              <a:t>输出: 0   4   2   6   1   5   3   7</a:t>
            </a:r>
            <a:endParaRPr lang="zh-CN" altLang="zh-CN" sz="2400" dirty="0">
              <a:solidFill>
                <a:schemeClr val="tx2"/>
              </a:solidFill>
              <a:latin typeface="+mn-lt"/>
              <a:ea typeface="宋体" panose="02010600030101010101" pitchFamily="2" charset="-122"/>
            </a:endParaRPr>
          </a:p>
        </p:txBody>
      </p:sp>
      <p:sp>
        <p:nvSpPr>
          <p:cNvPr id="8199" name="Rectangle 21"/>
          <p:cNvSpPr>
            <a:spLocks noChangeArrowheads="1"/>
          </p:cNvSpPr>
          <p:nvPr/>
        </p:nvSpPr>
        <p:spPr bwMode="auto">
          <a:xfrm>
            <a:off x="4433888" y="3649216"/>
            <a:ext cx="4267200" cy="922338"/>
          </a:xfrm>
          <a:prstGeom prst="rect">
            <a:avLst/>
          </a:prstGeom>
          <a:solidFill>
            <a:srgbClr val="FFFF00"/>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lnSpc>
                <a:spcPct val="80000"/>
              </a:lnSpc>
              <a:spcBef>
                <a:spcPct val="0"/>
              </a:spcBef>
              <a:buClrTx/>
              <a:buFontTx/>
              <a:buNone/>
            </a:pPr>
            <a:r>
              <a:rPr lang="zh-CN" altLang="en-US" sz="2400">
                <a:solidFill>
                  <a:schemeClr val="tx2"/>
                </a:solidFill>
                <a:latin typeface="+mn-lt"/>
                <a:ea typeface="宋体" panose="02010600030101010101" pitchFamily="2" charset="-122"/>
              </a:rPr>
              <a:t> </a:t>
            </a:r>
            <a:r>
              <a:rPr lang="zh-CN" altLang="zh-CN" sz="2400">
                <a:solidFill>
                  <a:schemeClr val="tx2"/>
                </a:solidFill>
                <a:latin typeface="+mn-lt"/>
                <a:ea typeface="宋体" panose="02010600030101010101" pitchFamily="2" charset="-122"/>
              </a:rPr>
              <a:t>输入</a:t>
            </a:r>
            <a:r>
              <a:rPr lang="zh-CN" altLang="en-US" sz="2400">
                <a:solidFill>
                  <a:schemeClr val="tx2"/>
                </a:solidFill>
                <a:latin typeface="+mn-lt"/>
                <a:ea typeface="宋体" panose="02010600030101010101" pitchFamily="2" charset="-122"/>
              </a:rPr>
              <a:t>:  0        1       2   ...    </a:t>
            </a:r>
            <a:r>
              <a:rPr lang="en-US" altLang="zh-CN" sz="2400">
                <a:solidFill>
                  <a:schemeClr val="tx2"/>
                </a:solidFill>
                <a:latin typeface="+mn-lt"/>
                <a:ea typeface="宋体" panose="02010600030101010101" pitchFamily="2" charset="-122"/>
              </a:rPr>
              <a:t>n</a:t>
            </a:r>
            <a:br>
              <a:rPr lang="en-US" altLang="zh-CN" sz="2400">
                <a:solidFill>
                  <a:schemeClr val="tx2"/>
                </a:solidFill>
                <a:latin typeface="+mn-lt"/>
                <a:ea typeface="宋体" panose="02010600030101010101" pitchFamily="2" charset="-122"/>
              </a:rPr>
            </a:br>
            <a:r>
              <a:rPr lang="en-US" altLang="zh-CN" sz="2400">
                <a:solidFill>
                  <a:schemeClr val="tx2"/>
                </a:solidFill>
                <a:latin typeface="+mn-lt"/>
                <a:ea typeface="宋体" panose="02010600030101010101" pitchFamily="2" charset="-122"/>
              </a:rPr>
              <a:t> </a:t>
            </a:r>
            <a:r>
              <a:rPr lang="zh-CN" altLang="en-US" sz="2400">
                <a:solidFill>
                  <a:schemeClr val="tx2"/>
                </a:solidFill>
                <a:latin typeface="+mn-lt"/>
                <a:ea typeface="宋体" panose="02010600030101010101" pitchFamily="2" charset="-122"/>
              </a:rPr>
              <a:t>输出: </a:t>
            </a:r>
            <a:r>
              <a:rPr lang="en-US" altLang="zh-CN" sz="2400">
                <a:solidFill>
                  <a:schemeClr val="tx2"/>
                </a:solidFill>
                <a:latin typeface="+mn-lt"/>
                <a:ea typeface="宋体" panose="02010600030101010101" pitchFamily="2" charset="-122"/>
              </a:rPr>
              <a:t>f(0)   f(1)   f(2)  ...  f(n)</a:t>
            </a:r>
            <a:endParaRPr lang="zh-CN" altLang="zh-CN" sz="2400">
              <a:solidFill>
                <a:schemeClr val="tx2"/>
              </a:solidFill>
              <a:latin typeface="+mn-lt"/>
              <a:ea typeface="宋体" panose="02010600030101010101" pitchFamily="2" charset="-122"/>
            </a:endParaRPr>
          </a:p>
        </p:txBody>
      </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02" name="Rectangle 2"/>
          <p:cNvSpPr>
            <a:spLocks noGrp="1" noChangeArrowheads="1"/>
          </p:cNvSpPr>
          <p:nvPr>
            <p:ph type="title"/>
          </p:nvPr>
        </p:nvSpPr>
        <p:spPr/>
        <p:txBody>
          <a:bodyPr/>
          <a:lstStyle/>
          <a:p>
            <a:pPr eaLnBrk="1" hangingPunct="1">
              <a:defRPr/>
            </a:pPr>
            <a:r>
              <a:rPr lang="zh-CN" altLang="en-US" smtClean="0"/>
              <a:t>常用互连函数</a:t>
            </a:r>
          </a:p>
        </p:txBody>
      </p:sp>
      <p:sp>
        <p:nvSpPr>
          <p:cNvPr id="9219" name="Rectangle 4"/>
          <p:cNvSpPr>
            <a:spLocks noGrp="1" noChangeArrowheads="1"/>
          </p:cNvSpPr>
          <p:nvPr>
            <p:ph type="body" sz="half" idx="1"/>
          </p:nvPr>
        </p:nvSpPr>
        <p:spPr>
          <a:solidFill>
            <a:srgbClr val="FFFF99"/>
          </a:solidFill>
          <a:ln w="57150" cmpd="thickThin">
            <a:solidFill>
              <a:schemeClr val="tx1"/>
            </a:solidFill>
            <a:miter lim="800000"/>
            <a:headEnd/>
            <a:tailEnd/>
          </a:ln>
        </p:spPr>
        <p:txBody>
          <a:bodyPr/>
          <a:lstStyle/>
          <a:p>
            <a:pPr marL="660400" eaLnBrk="1" hangingPunct="1">
              <a:lnSpc>
                <a:spcPct val="180000"/>
              </a:lnSpc>
            </a:pPr>
            <a:r>
              <a:rPr lang="zh-CN" altLang="en-US" sz="3200" smtClean="0">
                <a:hlinkClick r:id="rId3" action="ppaction://hlinksldjump"/>
              </a:rPr>
              <a:t>恒等置换</a:t>
            </a:r>
            <a:endParaRPr lang="zh-CN" altLang="en-US" sz="3200" smtClean="0"/>
          </a:p>
          <a:p>
            <a:pPr marL="660400" eaLnBrk="1" hangingPunct="1">
              <a:lnSpc>
                <a:spcPct val="180000"/>
              </a:lnSpc>
            </a:pPr>
            <a:r>
              <a:rPr lang="zh-CN" altLang="en-US" sz="3200" smtClean="0">
                <a:hlinkClick r:id="rId4" action="ppaction://hlinksldjump"/>
              </a:rPr>
              <a:t>交换置换</a:t>
            </a:r>
            <a:endParaRPr lang="zh-CN" altLang="en-US" sz="3200" smtClean="0"/>
          </a:p>
          <a:p>
            <a:pPr marL="660400" eaLnBrk="1" hangingPunct="1">
              <a:lnSpc>
                <a:spcPct val="180000"/>
              </a:lnSpc>
            </a:pPr>
            <a:r>
              <a:rPr lang="zh-CN" altLang="en-US" sz="3200" smtClean="0">
                <a:hlinkClick r:id="rId5" action="ppaction://hlinksldjump"/>
              </a:rPr>
              <a:t>方体置换</a:t>
            </a:r>
            <a:endParaRPr lang="zh-CN" altLang="en-US" sz="3200" smtClean="0"/>
          </a:p>
          <a:p>
            <a:pPr marL="660400" eaLnBrk="1" hangingPunct="1">
              <a:lnSpc>
                <a:spcPct val="180000"/>
              </a:lnSpc>
            </a:pPr>
            <a:r>
              <a:rPr lang="zh-CN" altLang="en-US" sz="3200" smtClean="0">
                <a:hlinkClick r:id="rId6" action="ppaction://hlinksldjump"/>
              </a:rPr>
              <a:t>均匀洗牌置换</a:t>
            </a:r>
            <a:endParaRPr lang="zh-CN" altLang="en-US" sz="3200" smtClean="0"/>
          </a:p>
        </p:txBody>
      </p:sp>
      <p:sp>
        <p:nvSpPr>
          <p:cNvPr id="9220" name="Rectangle 5"/>
          <p:cNvSpPr>
            <a:spLocks noGrp="1" noChangeArrowheads="1"/>
          </p:cNvSpPr>
          <p:nvPr>
            <p:ph type="body" sz="half" idx="2"/>
          </p:nvPr>
        </p:nvSpPr>
        <p:spPr>
          <a:solidFill>
            <a:srgbClr val="CCFFCC"/>
          </a:solidFill>
          <a:ln w="57150" cmpd="thickThin">
            <a:solidFill>
              <a:schemeClr val="tx1"/>
            </a:solidFill>
            <a:miter lim="800000"/>
            <a:headEnd/>
            <a:tailEnd/>
          </a:ln>
        </p:spPr>
        <p:txBody>
          <a:bodyPr/>
          <a:lstStyle/>
          <a:p>
            <a:pPr marL="660400" eaLnBrk="1" hangingPunct="1">
              <a:lnSpc>
                <a:spcPct val="180000"/>
              </a:lnSpc>
            </a:pPr>
            <a:r>
              <a:rPr lang="zh-CN" altLang="en-US" sz="3200" smtClean="0">
                <a:hlinkClick r:id="rId7" action="ppaction://hlinksldjump"/>
              </a:rPr>
              <a:t>蝶式置换</a:t>
            </a:r>
            <a:endParaRPr lang="zh-CN" altLang="en-US" sz="3200" smtClean="0"/>
          </a:p>
          <a:p>
            <a:pPr marL="660400" eaLnBrk="1" hangingPunct="1">
              <a:lnSpc>
                <a:spcPct val="180000"/>
              </a:lnSpc>
            </a:pPr>
            <a:r>
              <a:rPr lang="zh-CN" altLang="en-US" sz="3200" smtClean="0">
                <a:hlinkClick r:id="rId8" action="ppaction://hlinksldjump"/>
              </a:rPr>
              <a:t>位序颠倒置换</a:t>
            </a:r>
            <a:endParaRPr lang="zh-CN" altLang="en-US" sz="3200" smtClean="0"/>
          </a:p>
          <a:p>
            <a:pPr marL="660400" eaLnBrk="1" hangingPunct="1">
              <a:lnSpc>
                <a:spcPct val="180000"/>
              </a:lnSpc>
            </a:pPr>
            <a:r>
              <a:rPr lang="zh-CN" altLang="en-US" sz="3200" smtClean="0">
                <a:hlinkClick r:id="rId9" action="ppaction://hlinksldjump"/>
              </a:rPr>
              <a:t>移数置换</a:t>
            </a:r>
            <a:endParaRPr lang="zh-CN" altLang="en-US" sz="3200" smtClean="0"/>
          </a:p>
          <a:p>
            <a:pPr marL="660400" eaLnBrk="1" hangingPunct="1">
              <a:lnSpc>
                <a:spcPct val="180000"/>
              </a:lnSpc>
            </a:pPr>
            <a:r>
              <a:rPr lang="zh-CN" altLang="en-US" sz="3200" smtClean="0">
                <a:hlinkClick r:id="rId10" action="ppaction://hlinksldjump"/>
              </a:rPr>
              <a:t>加减2</a:t>
            </a:r>
            <a:r>
              <a:rPr lang="en-US" altLang="zh-CN" sz="3200" baseline="30000" smtClean="0">
                <a:hlinkClick r:id="rId10" action="ppaction://hlinksldjump"/>
              </a:rPr>
              <a:t>i</a:t>
            </a:r>
            <a:r>
              <a:rPr lang="zh-CN" altLang="en-US" sz="3200" smtClean="0">
                <a:hlinkClick r:id="rId10" action="ppaction://hlinksldjump"/>
              </a:rPr>
              <a:t>置换</a:t>
            </a:r>
            <a:endParaRPr lang="zh-CN" altLang="en-US" sz="3200" smtClean="0"/>
          </a:p>
        </p:txBody>
      </p:sp>
      <p:sp>
        <p:nvSpPr>
          <p:cNvPr id="922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11"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12" action="ppaction://hlinksldjump"/>
              </a:rPr>
              <a:t>基本概念</a:t>
            </a:r>
            <a:endParaRPr lang="zh-CN" altLang="en-US" sz="1200" b="0">
              <a:latin typeface="Times New Roman" pitchFamily="18" charset="0"/>
              <a:ea typeface="幼圆" pitchFamily="49" charset="-122"/>
            </a:endParaRPr>
          </a:p>
        </p:txBody>
      </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6546" name="Rectangle 2"/>
          <p:cNvSpPr>
            <a:spLocks noGrp="1" noChangeArrowheads="1"/>
          </p:cNvSpPr>
          <p:nvPr>
            <p:ph type="title"/>
          </p:nvPr>
        </p:nvSpPr>
        <p:spPr/>
        <p:txBody>
          <a:bodyPr/>
          <a:lstStyle/>
          <a:p>
            <a:pPr eaLnBrk="1" hangingPunct="1">
              <a:defRPr/>
            </a:pPr>
            <a:r>
              <a:rPr lang="zh-CN" altLang="en-US" smtClean="0"/>
              <a:t>恒等置换</a:t>
            </a:r>
          </a:p>
        </p:txBody>
      </p:sp>
      <p:sp>
        <p:nvSpPr>
          <p:cNvPr id="876550" name="Rectangle 6"/>
          <p:cNvSpPr>
            <a:spLocks noGrp="1" noChangeArrowheads="1"/>
          </p:cNvSpPr>
          <p:nvPr>
            <p:ph type="body" idx="1"/>
          </p:nvPr>
        </p:nvSpPr>
        <p:spPr/>
        <p:txBody>
          <a:bodyPr/>
          <a:lstStyle/>
          <a:p>
            <a:pPr marL="0" indent="0" algn="ctr" eaLnBrk="1" hangingPunct="1">
              <a:lnSpc>
                <a:spcPct val="90000"/>
              </a:lnSpc>
              <a:buFont typeface="Wingdings" pitchFamily="2" charset="2"/>
              <a:buNone/>
              <a:defRPr/>
            </a:pPr>
            <a:r>
              <a:rPr lang="en-US" altLang="zh-CN" b="0" dirty="0" smtClean="0">
                <a:effectLst>
                  <a:outerShdw blurRad="38100" dist="38100" dir="2700000" algn="tl">
                    <a:srgbClr val="C0C0C0"/>
                  </a:outerShdw>
                </a:effectLst>
                <a:latin typeface="Comic Sans MS" pitchFamily="66" charset="0"/>
              </a:rPr>
              <a:t>I(x</a:t>
            </a:r>
            <a:r>
              <a:rPr lang="en-US" altLang="zh-CN" b="0" baseline="-25000" dirty="0" smtClean="0">
                <a:effectLst>
                  <a:outerShdw blurRad="38100" dist="38100" dir="2700000" algn="tl">
                    <a:srgbClr val="C0C0C0"/>
                  </a:outerShdw>
                </a:effectLst>
                <a:latin typeface="Comic Sans MS" pitchFamily="66" charset="0"/>
              </a:rPr>
              <a:t>n-1</a:t>
            </a:r>
            <a:r>
              <a:rPr lang="en-US" altLang="zh-CN" b="0" dirty="0" smtClean="0">
                <a:effectLst>
                  <a:outerShdw blurRad="38100" dist="38100" dir="2700000" algn="tl">
                    <a:srgbClr val="C0C0C0"/>
                  </a:outerShdw>
                </a:effectLst>
                <a:latin typeface="Comic Sans MS" pitchFamily="66" charset="0"/>
              </a:rPr>
              <a:t>x</a:t>
            </a:r>
            <a:r>
              <a:rPr lang="en-US" altLang="zh-CN" b="0" baseline="-25000" dirty="0" smtClean="0">
                <a:effectLst>
                  <a:outerShdw blurRad="38100" dist="38100" dir="2700000" algn="tl">
                    <a:srgbClr val="C0C0C0"/>
                  </a:outerShdw>
                </a:effectLst>
                <a:latin typeface="Comic Sans MS" pitchFamily="66" charset="0"/>
              </a:rPr>
              <a:t>n-2</a:t>
            </a:r>
            <a:r>
              <a:rPr lang="en-US" altLang="zh-CN" b="0" dirty="0" smtClean="0">
                <a:effectLst>
                  <a:outerShdw blurRad="38100" dist="38100" dir="2700000" algn="tl">
                    <a:srgbClr val="C0C0C0"/>
                  </a:outerShdw>
                </a:effectLst>
                <a:latin typeface="Comic Sans MS" pitchFamily="66" charset="0"/>
              </a:rPr>
              <a:t>...x</a:t>
            </a:r>
            <a:r>
              <a:rPr lang="en-US" altLang="zh-CN" b="0" baseline="-25000" dirty="0" smtClean="0">
                <a:effectLst>
                  <a:outerShdw blurRad="38100" dist="38100" dir="2700000" algn="tl">
                    <a:srgbClr val="C0C0C0"/>
                  </a:outerShdw>
                </a:effectLst>
                <a:latin typeface="Comic Sans MS" pitchFamily="66" charset="0"/>
              </a:rPr>
              <a:t>1</a:t>
            </a:r>
            <a:r>
              <a:rPr lang="en-US" altLang="zh-CN" b="0" dirty="0" smtClean="0">
                <a:effectLst>
                  <a:outerShdw blurRad="38100" dist="38100" dir="2700000" algn="tl">
                    <a:srgbClr val="C0C0C0"/>
                  </a:outerShdw>
                </a:effectLst>
                <a:latin typeface="Comic Sans MS" pitchFamily="66" charset="0"/>
              </a:rPr>
              <a:t>x</a:t>
            </a:r>
            <a:r>
              <a:rPr lang="en-US" altLang="zh-CN" b="0" baseline="-25000" dirty="0" smtClean="0">
                <a:effectLst>
                  <a:outerShdw blurRad="38100" dist="38100" dir="2700000" algn="tl">
                    <a:srgbClr val="C0C0C0"/>
                  </a:outerShdw>
                </a:effectLst>
                <a:latin typeface="Comic Sans MS" pitchFamily="66" charset="0"/>
              </a:rPr>
              <a:t>0</a:t>
            </a:r>
            <a:r>
              <a:rPr lang="en-US" altLang="zh-CN" b="0" dirty="0" smtClean="0">
                <a:effectLst>
                  <a:outerShdw blurRad="38100" dist="38100" dir="2700000" algn="tl">
                    <a:srgbClr val="C0C0C0"/>
                  </a:outerShdw>
                </a:effectLst>
                <a:latin typeface="Comic Sans MS" pitchFamily="66" charset="0"/>
              </a:rPr>
              <a:t>)= x</a:t>
            </a:r>
            <a:r>
              <a:rPr lang="en-US" altLang="zh-CN" b="0" baseline="-25000" dirty="0" smtClean="0">
                <a:effectLst>
                  <a:outerShdw blurRad="38100" dist="38100" dir="2700000" algn="tl">
                    <a:srgbClr val="C0C0C0"/>
                  </a:outerShdw>
                </a:effectLst>
                <a:latin typeface="Comic Sans MS" pitchFamily="66" charset="0"/>
              </a:rPr>
              <a:t>n-1</a:t>
            </a:r>
            <a:r>
              <a:rPr lang="en-US" altLang="zh-CN" b="0" dirty="0" smtClean="0">
                <a:effectLst>
                  <a:outerShdw blurRad="38100" dist="38100" dir="2700000" algn="tl">
                    <a:srgbClr val="C0C0C0"/>
                  </a:outerShdw>
                </a:effectLst>
                <a:latin typeface="Comic Sans MS" pitchFamily="66" charset="0"/>
              </a:rPr>
              <a:t>x</a:t>
            </a:r>
            <a:r>
              <a:rPr lang="en-US" altLang="zh-CN" b="0" baseline="-25000" dirty="0" smtClean="0">
                <a:effectLst>
                  <a:outerShdw blurRad="38100" dist="38100" dir="2700000" algn="tl">
                    <a:srgbClr val="C0C0C0"/>
                  </a:outerShdw>
                </a:effectLst>
                <a:latin typeface="Comic Sans MS" pitchFamily="66" charset="0"/>
              </a:rPr>
              <a:t>n-2</a:t>
            </a:r>
            <a:r>
              <a:rPr lang="en-US" altLang="zh-CN" b="0" dirty="0" smtClean="0">
                <a:effectLst>
                  <a:outerShdw blurRad="38100" dist="38100" dir="2700000" algn="tl">
                    <a:srgbClr val="C0C0C0"/>
                  </a:outerShdw>
                </a:effectLst>
                <a:latin typeface="Comic Sans MS" pitchFamily="66" charset="0"/>
              </a:rPr>
              <a:t>...x</a:t>
            </a:r>
            <a:r>
              <a:rPr lang="en-US" altLang="zh-CN" b="0" baseline="-25000" dirty="0" smtClean="0">
                <a:effectLst>
                  <a:outerShdw blurRad="38100" dist="38100" dir="2700000" algn="tl">
                    <a:srgbClr val="C0C0C0"/>
                  </a:outerShdw>
                </a:effectLst>
                <a:latin typeface="Comic Sans MS" pitchFamily="66" charset="0"/>
              </a:rPr>
              <a:t>1</a:t>
            </a:r>
            <a:r>
              <a:rPr lang="en-US" altLang="zh-CN" b="0" dirty="0" smtClean="0">
                <a:effectLst>
                  <a:outerShdw blurRad="38100" dist="38100" dir="2700000" algn="tl">
                    <a:srgbClr val="C0C0C0"/>
                  </a:outerShdw>
                </a:effectLst>
                <a:latin typeface="Comic Sans MS" pitchFamily="66" charset="0"/>
              </a:rPr>
              <a:t>x</a:t>
            </a:r>
            <a:r>
              <a:rPr lang="en-US" altLang="zh-CN" b="0" baseline="-25000" dirty="0" smtClean="0">
                <a:effectLst>
                  <a:outerShdw blurRad="38100" dist="38100" dir="2700000" algn="tl">
                    <a:srgbClr val="C0C0C0"/>
                  </a:outerShdw>
                </a:effectLst>
                <a:latin typeface="Comic Sans MS" pitchFamily="66" charset="0"/>
              </a:rPr>
              <a:t>0</a:t>
            </a:r>
          </a:p>
          <a:p>
            <a:pPr marL="0" indent="0" algn="ctr" eaLnBrk="1" hangingPunct="1">
              <a:lnSpc>
                <a:spcPct val="90000"/>
              </a:lnSpc>
              <a:buFont typeface="Wingdings" pitchFamily="2" charset="2"/>
              <a:buNone/>
              <a:defRPr/>
            </a:pPr>
            <a:r>
              <a:rPr lang="zh-CN" altLang="en-US" sz="2800" dirty="0" smtClean="0">
                <a:latin typeface="Tahoma" pitchFamily="34" charset="0"/>
              </a:rPr>
              <a:t>0               0</a:t>
            </a:r>
          </a:p>
          <a:p>
            <a:pPr marL="0" indent="0" algn="ctr" eaLnBrk="1" hangingPunct="1">
              <a:lnSpc>
                <a:spcPct val="90000"/>
              </a:lnSpc>
              <a:buFont typeface="Wingdings" pitchFamily="2" charset="2"/>
              <a:buNone/>
              <a:defRPr/>
            </a:pPr>
            <a:r>
              <a:rPr lang="zh-CN" altLang="en-US" sz="2800" dirty="0" smtClean="0">
                <a:latin typeface="Tahoma" pitchFamily="34" charset="0"/>
              </a:rPr>
              <a:t>1               1</a:t>
            </a:r>
          </a:p>
          <a:p>
            <a:pPr marL="0" indent="0" algn="ctr" eaLnBrk="1" hangingPunct="1">
              <a:lnSpc>
                <a:spcPct val="90000"/>
              </a:lnSpc>
              <a:buFont typeface="Wingdings" pitchFamily="2" charset="2"/>
              <a:buNone/>
              <a:defRPr/>
            </a:pPr>
            <a:r>
              <a:rPr lang="zh-CN" altLang="en-US" sz="2800" dirty="0" smtClean="0">
                <a:latin typeface="Tahoma" pitchFamily="34" charset="0"/>
              </a:rPr>
              <a:t>2               2</a:t>
            </a:r>
          </a:p>
          <a:p>
            <a:pPr marL="0" indent="0" algn="ctr" eaLnBrk="1" hangingPunct="1">
              <a:lnSpc>
                <a:spcPct val="90000"/>
              </a:lnSpc>
              <a:buFont typeface="Wingdings" pitchFamily="2" charset="2"/>
              <a:buNone/>
              <a:defRPr/>
            </a:pPr>
            <a:r>
              <a:rPr lang="zh-CN" altLang="en-US" sz="2800" dirty="0" smtClean="0">
                <a:latin typeface="Tahoma" pitchFamily="34" charset="0"/>
              </a:rPr>
              <a:t>3               3</a:t>
            </a:r>
          </a:p>
          <a:p>
            <a:pPr marL="0" indent="0" algn="ctr" eaLnBrk="1" hangingPunct="1">
              <a:lnSpc>
                <a:spcPct val="90000"/>
              </a:lnSpc>
              <a:buFont typeface="Wingdings" pitchFamily="2" charset="2"/>
              <a:buNone/>
              <a:defRPr/>
            </a:pPr>
            <a:r>
              <a:rPr lang="zh-CN" altLang="en-US" sz="2800" dirty="0" smtClean="0">
                <a:latin typeface="Tahoma" pitchFamily="34" charset="0"/>
              </a:rPr>
              <a:t>4               4</a:t>
            </a:r>
          </a:p>
          <a:p>
            <a:pPr marL="0" indent="0" algn="ctr" eaLnBrk="1" hangingPunct="1">
              <a:lnSpc>
                <a:spcPct val="90000"/>
              </a:lnSpc>
              <a:buFont typeface="Wingdings" pitchFamily="2" charset="2"/>
              <a:buNone/>
              <a:defRPr/>
            </a:pPr>
            <a:r>
              <a:rPr lang="zh-CN" altLang="en-US" sz="2800" dirty="0" smtClean="0">
                <a:latin typeface="Tahoma" pitchFamily="34" charset="0"/>
              </a:rPr>
              <a:t>5               5</a:t>
            </a:r>
          </a:p>
          <a:p>
            <a:pPr marL="0" indent="0" algn="ctr" eaLnBrk="1" hangingPunct="1">
              <a:lnSpc>
                <a:spcPct val="90000"/>
              </a:lnSpc>
              <a:buFont typeface="Wingdings" pitchFamily="2" charset="2"/>
              <a:buNone/>
              <a:defRPr/>
            </a:pPr>
            <a:r>
              <a:rPr lang="zh-CN" altLang="en-US" sz="2800" dirty="0" smtClean="0">
                <a:latin typeface="Tahoma" pitchFamily="34" charset="0"/>
              </a:rPr>
              <a:t>6               6</a:t>
            </a:r>
          </a:p>
          <a:p>
            <a:pPr marL="0" indent="0" algn="ctr" eaLnBrk="1" hangingPunct="1">
              <a:lnSpc>
                <a:spcPct val="90000"/>
              </a:lnSpc>
              <a:buFont typeface="Wingdings" pitchFamily="2" charset="2"/>
              <a:buNone/>
              <a:defRPr/>
            </a:pPr>
            <a:r>
              <a:rPr lang="zh-CN" altLang="en-US" sz="2800" dirty="0" smtClean="0">
                <a:latin typeface="Tahoma" pitchFamily="34" charset="0"/>
              </a:rPr>
              <a:t>7               7</a:t>
            </a:r>
          </a:p>
        </p:txBody>
      </p:sp>
      <p:sp>
        <p:nvSpPr>
          <p:cNvPr id="10244" name="Text Box 5"/>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基本概念</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常用互连函数</a:t>
            </a:r>
            <a:endParaRPr lang="zh-CN" altLang="en-US" sz="1200" b="0">
              <a:latin typeface="Times New Roman" pitchFamily="18" charset="0"/>
              <a:ea typeface="幼圆" pitchFamily="49" charset="-122"/>
            </a:endParaRPr>
          </a:p>
        </p:txBody>
      </p:sp>
      <p:sp>
        <p:nvSpPr>
          <p:cNvPr id="10245" name="Line 17"/>
          <p:cNvSpPr>
            <a:spLocks noChangeShapeType="1"/>
          </p:cNvSpPr>
          <p:nvPr/>
        </p:nvSpPr>
        <p:spPr bwMode="auto">
          <a:xfrm>
            <a:off x="4267200" y="2781300"/>
            <a:ext cx="11430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0246" name="Line 18"/>
          <p:cNvSpPr>
            <a:spLocks noChangeShapeType="1"/>
          </p:cNvSpPr>
          <p:nvPr/>
        </p:nvSpPr>
        <p:spPr bwMode="auto">
          <a:xfrm>
            <a:off x="4267200" y="3238500"/>
            <a:ext cx="11430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0247" name="Line 19"/>
          <p:cNvSpPr>
            <a:spLocks noChangeShapeType="1"/>
          </p:cNvSpPr>
          <p:nvPr/>
        </p:nvSpPr>
        <p:spPr bwMode="auto">
          <a:xfrm>
            <a:off x="4267200" y="3695700"/>
            <a:ext cx="11430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0248" name="Line 20"/>
          <p:cNvSpPr>
            <a:spLocks noChangeShapeType="1"/>
          </p:cNvSpPr>
          <p:nvPr/>
        </p:nvSpPr>
        <p:spPr bwMode="auto">
          <a:xfrm>
            <a:off x="4267200" y="4686300"/>
            <a:ext cx="11430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0249" name="Line 21"/>
          <p:cNvSpPr>
            <a:spLocks noChangeShapeType="1"/>
          </p:cNvSpPr>
          <p:nvPr/>
        </p:nvSpPr>
        <p:spPr bwMode="auto">
          <a:xfrm>
            <a:off x="4267200" y="4152900"/>
            <a:ext cx="11430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0250" name="Line 22"/>
          <p:cNvSpPr>
            <a:spLocks noChangeShapeType="1"/>
          </p:cNvSpPr>
          <p:nvPr/>
        </p:nvSpPr>
        <p:spPr bwMode="auto">
          <a:xfrm>
            <a:off x="4267200" y="5143500"/>
            <a:ext cx="11430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0251" name="Line 23"/>
          <p:cNvSpPr>
            <a:spLocks noChangeShapeType="1"/>
          </p:cNvSpPr>
          <p:nvPr/>
        </p:nvSpPr>
        <p:spPr bwMode="auto">
          <a:xfrm>
            <a:off x="4267200" y="5600700"/>
            <a:ext cx="11430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0252" name="Line 24"/>
          <p:cNvSpPr>
            <a:spLocks noChangeShapeType="1"/>
          </p:cNvSpPr>
          <p:nvPr/>
        </p:nvSpPr>
        <p:spPr bwMode="auto">
          <a:xfrm>
            <a:off x="4267200" y="6057900"/>
            <a:ext cx="11430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0253" name="AutoShape 25"/>
          <p:cNvSpPr>
            <a:spLocks noChangeArrowheads="1"/>
          </p:cNvSpPr>
          <p:nvPr/>
        </p:nvSpPr>
        <p:spPr bwMode="auto">
          <a:xfrm>
            <a:off x="6096000" y="5638800"/>
            <a:ext cx="2743200" cy="609600"/>
          </a:xfrm>
          <a:prstGeom prst="wedgeRoundRectCallout">
            <a:avLst>
              <a:gd name="adj1" fmla="val -53532"/>
              <a:gd name="adj2" fmla="val -156509"/>
              <a:gd name="adj3" fmla="val 16667"/>
            </a:avLst>
          </a:prstGeom>
          <a:solidFill>
            <a:srgbClr val="FFFF00"/>
          </a:solidFill>
          <a:ln w="28575">
            <a:solidFill>
              <a:schemeClr val="tx1"/>
            </a:solidFill>
            <a:miter lim="800000"/>
            <a:headEnd/>
            <a:tailEnd/>
          </a:ln>
          <a:effectLst>
            <a:outerShdw dist="107763" dir="2700000" algn="ctr" rotWithShape="0">
              <a:schemeClr val="bg2"/>
            </a:outerShdw>
          </a:effectLst>
        </p:spPr>
        <p:txBody>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kumimoji="0" lang="en-US" altLang="zh-CN" sz="2400" b="0" dirty="0">
                <a:latin typeface="Tahoma" pitchFamily="34" charset="0"/>
                <a:ea typeface="黑体" pitchFamily="2" charset="-122"/>
              </a:rPr>
              <a:t>N=8 </a:t>
            </a:r>
            <a:r>
              <a:rPr kumimoji="0" lang="zh-CN" altLang="en-US" sz="2400" b="0" dirty="0">
                <a:latin typeface="Tahoma" pitchFamily="34" charset="0"/>
                <a:ea typeface="黑体" pitchFamily="2" charset="-122"/>
              </a:rPr>
              <a:t>的恒等置换</a:t>
            </a:r>
            <a:endParaRPr kumimoji="0" lang="en-US" altLang="zh-CN" sz="2400" b="0" dirty="0">
              <a:latin typeface="Tahoma" pitchFamily="34" charset="0"/>
              <a:ea typeface="黑体" pitchFamily="2" charset="-122"/>
            </a:endParaRPr>
          </a:p>
        </p:txBody>
      </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8594" name="Rectangle 2"/>
          <p:cNvSpPr>
            <a:spLocks noGrp="1" noChangeArrowheads="1"/>
          </p:cNvSpPr>
          <p:nvPr>
            <p:ph type="title"/>
          </p:nvPr>
        </p:nvSpPr>
        <p:spPr/>
        <p:txBody>
          <a:bodyPr/>
          <a:lstStyle/>
          <a:p>
            <a:pPr eaLnBrk="1" hangingPunct="1">
              <a:defRPr/>
            </a:pPr>
            <a:r>
              <a:rPr lang="zh-CN" altLang="en-US" smtClean="0"/>
              <a:t>交换置换</a:t>
            </a:r>
          </a:p>
        </p:txBody>
      </p:sp>
      <p:sp>
        <p:nvSpPr>
          <p:cNvPr id="878595" name="Rectangle 3"/>
          <p:cNvSpPr>
            <a:spLocks noGrp="1" noChangeArrowheads="1"/>
          </p:cNvSpPr>
          <p:nvPr>
            <p:ph type="body" idx="1"/>
          </p:nvPr>
        </p:nvSpPr>
        <p:spPr/>
        <p:txBody>
          <a:bodyPr/>
          <a:lstStyle/>
          <a:p>
            <a:pPr marL="0" indent="0" algn="ctr" eaLnBrk="1" hangingPunct="1">
              <a:lnSpc>
                <a:spcPct val="90000"/>
              </a:lnSpc>
              <a:spcBef>
                <a:spcPct val="10000"/>
              </a:spcBef>
              <a:spcAft>
                <a:spcPct val="15000"/>
              </a:spcAft>
              <a:buFont typeface="Wingdings" pitchFamily="2" charset="2"/>
              <a:buNone/>
              <a:defRPr/>
            </a:pPr>
            <a:r>
              <a:rPr lang="en-US" altLang="zh-CN" b="0" smtClean="0">
                <a:effectLst>
                  <a:outerShdw blurRad="38100" dist="38100" dir="2700000" algn="tl">
                    <a:srgbClr val="C0C0C0"/>
                  </a:outerShdw>
                </a:effectLst>
                <a:latin typeface="Comic Sans MS" pitchFamily="66" charset="0"/>
              </a:rPr>
              <a:t>E(x</a:t>
            </a:r>
            <a:r>
              <a:rPr lang="en-US" altLang="zh-CN" b="0" baseline="-25000" smtClean="0">
                <a:effectLst>
                  <a:outerShdw blurRad="38100" dist="38100" dir="2700000" algn="tl">
                    <a:srgbClr val="C0C0C0"/>
                  </a:outerShdw>
                </a:effectLst>
                <a:latin typeface="Comic Sans MS" pitchFamily="66" charset="0"/>
              </a:rPr>
              <a:t>n-1</a:t>
            </a:r>
            <a:r>
              <a:rPr lang="en-US" altLang="zh-CN" b="0" smtClean="0">
                <a:effectLst>
                  <a:outerShdw blurRad="38100" dist="38100" dir="2700000" algn="tl">
                    <a:srgbClr val="C0C0C0"/>
                  </a:outerShdw>
                </a:effectLst>
                <a:latin typeface="Comic Sans MS" pitchFamily="66" charset="0"/>
              </a:rPr>
              <a:t>x</a:t>
            </a:r>
            <a:r>
              <a:rPr lang="en-US" altLang="zh-CN" b="0" baseline="-25000" smtClean="0">
                <a:effectLst>
                  <a:outerShdw blurRad="38100" dist="38100" dir="2700000" algn="tl">
                    <a:srgbClr val="C0C0C0"/>
                  </a:outerShdw>
                </a:effectLst>
                <a:latin typeface="Comic Sans MS" pitchFamily="66" charset="0"/>
              </a:rPr>
              <a:t>n-2</a:t>
            </a:r>
            <a:r>
              <a:rPr lang="en-US" altLang="zh-CN" b="0" smtClean="0">
                <a:effectLst>
                  <a:outerShdw blurRad="38100" dist="38100" dir="2700000" algn="tl">
                    <a:srgbClr val="C0C0C0"/>
                  </a:outerShdw>
                </a:effectLst>
                <a:latin typeface="Comic Sans MS" pitchFamily="66" charset="0"/>
              </a:rPr>
              <a:t>...x</a:t>
            </a:r>
            <a:r>
              <a:rPr lang="en-US" altLang="zh-CN" b="0" baseline="-25000" smtClean="0">
                <a:effectLst>
                  <a:outerShdw blurRad="38100" dist="38100" dir="2700000" algn="tl">
                    <a:srgbClr val="C0C0C0"/>
                  </a:outerShdw>
                </a:effectLst>
                <a:latin typeface="Comic Sans MS" pitchFamily="66" charset="0"/>
              </a:rPr>
              <a:t>1</a:t>
            </a:r>
            <a:r>
              <a:rPr lang="en-US" altLang="zh-CN" b="0" smtClean="0">
                <a:solidFill>
                  <a:srgbClr val="FF0000"/>
                </a:solidFill>
                <a:effectLst>
                  <a:outerShdw blurRad="38100" dist="38100" dir="2700000" algn="tl">
                    <a:srgbClr val="C0C0C0"/>
                  </a:outerShdw>
                </a:effectLst>
                <a:latin typeface="Comic Sans MS" pitchFamily="66" charset="0"/>
              </a:rPr>
              <a:t>x</a:t>
            </a:r>
            <a:r>
              <a:rPr lang="en-US" altLang="zh-CN" b="0" baseline="-25000" smtClean="0">
                <a:solidFill>
                  <a:srgbClr val="FF0000"/>
                </a:solidFill>
                <a:effectLst>
                  <a:outerShdw blurRad="38100" dist="38100" dir="2700000" algn="tl">
                    <a:srgbClr val="C0C0C0"/>
                  </a:outerShdw>
                </a:effectLst>
                <a:latin typeface="Comic Sans MS" pitchFamily="66" charset="0"/>
              </a:rPr>
              <a:t>0</a:t>
            </a:r>
            <a:r>
              <a:rPr lang="en-US" altLang="zh-CN" b="0" smtClean="0">
                <a:effectLst>
                  <a:outerShdw blurRad="38100" dist="38100" dir="2700000" algn="tl">
                    <a:srgbClr val="C0C0C0"/>
                  </a:outerShdw>
                </a:effectLst>
                <a:latin typeface="Comic Sans MS" pitchFamily="66" charset="0"/>
              </a:rPr>
              <a:t>)= x</a:t>
            </a:r>
            <a:r>
              <a:rPr lang="en-US" altLang="zh-CN" b="0" baseline="-25000" smtClean="0">
                <a:effectLst>
                  <a:outerShdw blurRad="38100" dist="38100" dir="2700000" algn="tl">
                    <a:srgbClr val="C0C0C0"/>
                  </a:outerShdw>
                </a:effectLst>
                <a:latin typeface="Comic Sans MS" pitchFamily="66" charset="0"/>
              </a:rPr>
              <a:t>n-1</a:t>
            </a:r>
            <a:r>
              <a:rPr lang="en-US" altLang="zh-CN" b="0" smtClean="0">
                <a:effectLst>
                  <a:outerShdw blurRad="38100" dist="38100" dir="2700000" algn="tl">
                    <a:srgbClr val="C0C0C0"/>
                  </a:outerShdw>
                </a:effectLst>
                <a:latin typeface="Comic Sans MS" pitchFamily="66" charset="0"/>
              </a:rPr>
              <a:t>x</a:t>
            </a:r>
            <a:r>
              <a:rPr lang="en-US" altLang="zh-CN" b="0" baseline="-25000" smtClean="0">
                <a:effectLst>
                  <a:outerShdw blurRad="38100" dist="38100" dir="2700000" algn="tl">
                    <a:srgbClr val="C0C0C0"/>
                  </a:outerShdw>
                </a:effectLst>
                <a:latin typeface="Comic Sans MS" pitchFamily="66" charset="0"/>
              </a:rPr>
              <a:t>n-2</a:t>
            </a:r>
            <a:r>
              <a:rPr lang="en-US" altLang="zh-CN" b="0" smtClean="0">
                <a:effectLst>
                  <a:outerShdw blurRad="38100" dist="38100" dir="2700000" algn="tl">
                    <a:srgbClr val="C0C0C0"/>
                  </a:outerShdw>
                </a:effectLst>
                <a:latin typeface="Comic Sans MS" pitchFamily="66" charset="0"/>
              </a:rPr>
              <a:t>...x</a:t>
            </a:r>
            <a:r>
              <a:rPr lang="en-US" altLang="zh-CN" b="0" baseline="-25000" smtClean="0">
                <a:effectLst>
                  <a:outerShdw blurRad="38100" dist="38100" dir="2700000" algn="tl">
                    <a:srgbClr val="C0C0C0"/>
                  </a:outerShdw>
                </a:effectLst>
                <a:latin typeface="Comic Sans MS" pitchFamily="66" charset="0"/>
              </a:rPr>
              <a:t>1</a:t>
            </a:r>
            <a:r>
              <a:rPr lang="en-US" altLang="zh-CN" b="0" smtClean="0">
                <a:solidFill>
                  <a:srgbClr val="FF0000"/>
                </a:solidFill>
                <a:effectLst>
                  <a:outerShdw blurRad="38100" dist="38100" dir="2700000" algn="tl">
                    <a:srgbClr val="C0C0C0"/>
                  </a:outerShdw>
                </a:effectLst>
                <a:latin typeface="Comic Sans MS" pitchFamily="66" charset="0"/>
              </a:rPr>
              <a:t>x</a:t>
            </a:r>
            <a:r>
              <a:rPr lang="en-US" altLang="zh-CN" b="0" baseline="-25000" smtClean="0">
                <a:solidFill>
                  <a:srgbClr val="FF0000"/>
                </a:solidFill>
                <a:effectLst>
                  <a:outerShdw blurRad="38100" dist="38100" dir="2700000" algn="tl">
                    <a:srgbClr val="C0C0C0"/>
                  </a:outerShdw>
                </a:effectLst>
                <a:latin typeface="Comic Sans MS" pitchFamily="66" charset="0"/>
              </a:rPr>
              <a:t>0</a:t>
            </a:r>
          </a:p>
          <a:p>
            <a:pPr marL="0" indent="0" algn="ctr" eaLnBrk="1" hangingPunct="1">
              <a:lnSpc>
                <a:spcPct val="90000"/>
              </a:lnSpc>
              <a:buFont typeface="Wingdings" pitchFamily="2" charset="2"/>
              <a:buNone/>
              <a:defRPr/>
            </a:pPr>
            <a:r>
              <a:rPr lang="zh-CN" altLang="en-US" sz="2800" smtClean="0">
                <a:latin typeface="Tahoma" pitchFamily="34" charset="0"/>
              </a:rPr>
              <a:t>0               0</a:t>
            </a:r>
          </a:p>
          <a:p>
            <a:pPr marL="0" indent="0" algn="ctr" eaLnBrk="1" hangingPunct="1">
              <a:lnSpc>
                <a:spcPct val="90000"/>
              </a:lnSpc>
              <a:buFont typeface="Wingdings" pitchFamily="2" charset="2"/>
              <a:buNone/>
              <a:defRPr/>
            </a:pPr>
            <a:r>
              <a:rPr lang="zh-CN" altLang="en-US" sz="2800" smtClean="0">
                <a:latin typeface="Tahoma" pitchFamily="34" charset="0"/>
              </a:rPr>
              <a:t>1               1</a:t>
            </a:r>
          </a:p>
          <a:p>
            <a:pPr marL="0" indent="0" algn="ctr" eaLnBrk="1" hangingPunct="1">
              <a:lnSpc>
                <a:spcPct val="90000"/>
              </a:lnSpc>
              <a:buFont typeface="Wingdings" pitchFamily="2" charset="2"/>
              <a:buNone/>
              <a:defRPr/>
            </a:pPr>
            <a:r>
              <a:rPr lang="zh-CN" altLang="en-US" sz="2800" smtClean="0">
                <a:latin typeface="Tahoma" pitchFamily="34" charset="0"/>
              </a:rPr>
              <a:t>2               2</a:t>
            </a:r>
          </a:p>
          <a:p>
            <a:pPr marL="0" indent="0" algn="ctr" eaLnBrk="1" hangingPunct="1">
              <a:lnSpc>
                <a:spcPct val="90000"/>
              </a:lnSpc>
              <a:buFont typeface="Wingdings" pitchFamily="2" charset="2"/>
              <a:buNone/>
              <a:defRPr/>
            </a:pPr>
            <a:r>
              <a:rPr lang="zh-CN" altLang="en-US" sz="2800" smtClean="0">
                <a:latin typeface="Tahoma" pitchFamily="34" charset="0"/>
              </a:rPr>
              <a:t>3               3</a:t>
            </a:r>
          </a:p>
          <a:p>
            <a:pPr marL="0" indent="0" algn="ctr" eaLnBrk="1" hangingPunct="1">
              <a:lnSpc>
                <a:spcPct val="90000"/>
              </a:lnSpc>
              <a:buFont typeface="Wingdings" pitchFamily="2" charset="2"/>
              <a:buNone/>
              <a:defRPr/>
            </a:pPr>
            <a:r>
              <a:rPr lang="zh-CN" altLang="en-US" sz="2800" smtClean="0">
                <a:latin typeface="Tahoma" pitchFamily="34" charset="0"/>
              </a:rPr>
              <a:t>4               4</a:t>
            </a:r>
          </a:p>
          <a:p>
            <a:pPr marL="0" indent="0" algn="ctr" eaLnBrk="1" hangingPunct="1">
              <a:lnSpc>
                <a:spcPct val="90000"/>
              </a:lnSpc>
              <a:buFont typeface="Wingdings" pitchFamily="2" charset="2"/>
              <a:buNone/>
              <a:defRPr/>
            </a:pPr>
            <a:r>
              <a:rPr lang="zh-CN" altLang="en-US" sz="2800" smtClean="0">
                <a:latin typeface="Tahoma" pitchFamily="34" charset="0"/>
              </a:rPr>
              <a:t>5               5</a:t>
            </a:r>
          </a:p>
          <a:p>
            <a:pPr marL="0" indent="0" algn="ctr" eaLnBrk="1" hangingPunct="1">
              <a:lnSpc>
                <a:spcPct val="90000"/>
              </a:lnSpc>
              <a:buFont typeface="Wingdings" pitchFamily="2" charset="2"/>
              <a:buNone/>
              <a:defRPr/>
            </a:pPr>
            <a:r>
              <a:rPr lang="zh-CN" altLang="en-US" sz="2800" smtClean="0">
                <a:latin typeface="Tahoma" pitchFamily="34" charset="0"/>
              </a:rPr>
              <a:t>6               6</a:t>
            </a:r>
          </a:p>
          <a:p>
            <a:pPr marL="0" indent="0" algn="ctr" eaLnBrk="1" hangingPunct="1">
              <a:lnSpc>
                <a:spcPct val="90000"/>
              </a:lnSpc>
              <a:buFont typeface="Wingdings" pitchFamily="2" charset="2"/>
              <a:buNone/>
              <a:defRPr/>
            </a:pPr>
            <a:r>
              <a:rPr lang="zh-CN" altLang="en-US" sz="2800" smtClean="0">
                <a:latin typeface="Tahoma" pitchFamily="34" charset="0"/>
              </a:rPr>
              <a:t>7               7</a:t>
            </a:r>
            <a:endParaRPr lang="zh-CN" altLang="en-US" sz="2800" b="0" smtClean="0">
              <a:effectLst>
                <a:outerShdw blurRad="38100" dist="38100" dir="2700000" algn="tl">
                  <a:srgbClr val="C0C0C0"/>
                </a:outerShdw>
              </a:effectLst>
              <a:latin typeface="Comic Sans MS" pitchFamily="66" charset="0"/>
            </a:endParaRPr>
          </a:p>
        </p:txBody>
      </p:sp>
      <p:sp>
        <p:nvSpPr>
          <p:cNvPr id="11268"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基本概念</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常用互连函数</a:t>
            </a:r>
            <a:endParaRPr lang="zh-CN" altLang="en-US" sz="1200" b="0">
              <a:latin typeface="Times New Roman" pitchFamily="18" charset="0"/>
              <a:ea typeface="幼圆" pitchFamily="49" charset="-122"/>
            </a:endParaRPr>
          </a:p>
        </p:txBody>
      </p:sp>
      <p:sp>
        <p:nvSpPr>
          <p:cNvPr id="11269" name="Line 5"/>
          <p:cNvSpPr>
            <a:spLocks noChangeShapeType="1"/>
          </p:cNvSpPr>
          <p:nvPr/>
        </p:nvSpPr>
        <p:spPr bwMode="auto">
          <a:xfrm>
            <a:off x="7181850" y="2090738"/>
            <a:ext cx="288925" cy="0"/>
          </a:xfrm>
          <a:prstGeom prst="line">
            <a:avLst/>
          </a:prstGeom>
          <a:noFill/>
          <a:ln w="254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grpSp>
        <p:nvGrpSpPr>
          <p:cNvPr id="11270" name="Group 6"/>
          <p:cNvGrpSpPr>
            <a:grpSpLocks/>
          </p:cNvGrpSpPr>
          <p:nvPr/>
        </p:nvGrpSpPr>
        <p:grpSpPr bwMode="auto">
          <a:xfrm>
            <a:off x="4191000" y="2805113"/>
            <a:ext cx="1143000" cy="3190875"/>
            <a:chOff x="2688" y="1858"/>
            <a:chExt cx="720" cy="2010"/>
          </a:xfrm>
        </p:grpSpPr>
        <p:sp>
          <p:nvSpPr>
            <p:cNvPr id="11272" name="Line 7"/>
            <p:cNvSpPr>
              <a:spLocks noChangeShapeType="1"/>
            </p:cNvSpPr>
            <p:nvPr/>
          </p:nvSpPr>
          <p:spPr bwMode="auto">
            <a:xfrm>
              <a:off x="2688" y="1858"/>
              <a:ext cx="720" cy="273"/>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1273" name="Line 8"/>
            <p:cNvSpPr>
              <a:spLocks noChangeShapeType="1"/>
            </p:cNvSpPr>
            <p:nvPr/>
          </p:nvSpPr>
          <p:spPr bwMode="auto">
            <a:xfrm flipV="1">
              <a:off x="2688" y="1858"/>
              <a:ext cx="720" cy="273"/>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1274" name="Line 9"/>
            <p:cNvSpPr>
              <a:spLocks noChangeShapeType="1"/>
            </p:cNvSpPr>
            <p:nvPr/>
          </p:nvSpPr>
          <p:spPr bwMode="auto">
            <a:xfrm>
              <a:off x="2688" y="2429"/>
              <a:ext cx="720" cy="281"/>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1275" name="Line 10"/>
            <p:cNvSpPr>
              <a:spLocks noChangeShapeType="1"/>
            </p:cNvSpPr>
            <p:nvPr/>
          </p:nvSpPr>
          <p:spPr bwMode="auto">
            <a:xfrm>
              <a:off x="2688" y="2991"/>
              <a:ext cx="720" cy="29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1276" name="Line 11"/>
            <p:cNvSpPr>
              <a:spLocks noChangeShapeType="1"/>
            </p:cNvSpPr>
            <p:nvPr/>
          </p:nvSpPr>
          <p:spPr bwMode="auto">
            <a:xfrm flipV="1">
              <a:off x="2688" y="2429"/>
              <a:ext cx="720" cy="281"/>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1277" name="Line 12"/>
            <p:cNvSpPr>
              <a:spLocks noChangeShapeType="1"/>
            </p:cNvSpPr>
            <p:nvPr/>
          </p:nvSpPr>
          <p:spPr bwMode="auto">
            <a:xfrm flipV="1">
              <a:off x="2688" y="2991"/>
              <a:ext cx="720" cy="29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1278" name="Line 13"/>
            <p:cNvSpPr>
              <a:spLocks noChangeShapeType="1"/>
            </p:cNvSpPr>
            <p:nvPr/>
          </p:nvSpPr>
          <p:spPr bwMode="auto">
            <a:xfrm>
              <a:off x="2688" y="3579"/>
              <a:ext cx="720" cy="289"/>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1279" name="Line 14"/>
            <p:cNvSpPr>
              <a:spLocks noChangeShapeType="1"/>
            </p:cNvSpPr>
            <p:nvPr/>
          </p:nvSpPr>
          <p:spPr bwMode="auto">
            <a:xfrm flipV="1">
              <a:off x="2688" y="3579"/>
              <a:ext cx="720" cy="289"/>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grpSp>
      <p:sp>
        <p:nvSpPr>
          <p:cNvPr id="11271" name="AutoShape 16"/>
          <p:cNvSpPr>
            <a:spLocks noChangeArrowheads="1"/>
          </p:cNvSpPr>
          <p:nvPr/>
        </p:nvSpPr>
        <p:spPr bwMode="auto">
          <a:xfrm>
            <a:off x="6096000" y="5638800"/>
            <a:ext cx="2743200" cy="609600"/>
          </a:xfrm>
          <a:prstGeom prst="wedgeRoundRectCallout">
            <a:avLst>
              <a:gd name="adj1" fmla="val -53532"/>
              <a:gd name="adj2" fmla="val -156509"/>
              <a:gd name="adj3" fmla="val 16667"/>
            </a:avLst>
          </a:prstGeom>
          <a:solidFill>
            <a:srgbClr val="FFFF00"/>
          </a:solidFill>
          <a:ln w="28575">
            <a:solidFill>
              <a:schemeClr val="tx1"/>
            </a:solidFill>
            <a:miter lim="800000"/>
            <a:headEnd/>
            <a:tailEnd/>
          </a:ln>
          <a:effectLst>
            <a:outerShdw dist="107763" dir="2700000" algn="ctr" rotWithShape="0">
              <a:schemeClr val="bg2"/>
            </a:outerShdw>
          </a:effectLst>
        </p:spPr>
        <p:txBody>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kumimoji="0" lang="en-US" altLang="zh-CN" sz="2400" b="0">
                <a:latin typeface="Tahoma" pitchFamily="34" charset="0"/>
                <a:ea typeface="黑体" pitchFamily="2" charset="-122"/>
              </a:rPr>
              <a:t>N=8 </a:t>
            </a:r>
            <a:r>
              <a:rPr kumimoji="0" lang="zh-CN" altLang="en-US" sz="2400" b="0">
                <a:latin typeface="Tahoma" pitchFamily="34" charset="0"/>
                <a:ea typeface="黑体" pitchFamily="2" charset="-122"/>
              </a:rPr>
              <a:t>的交换置换</a:t>
            </a:r>
          </a:p>
        </p:txBody>
      </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9618" name="Rectangle 2"/>
          <p:cNvSpPr>
            <a:spLocks noGrp="1" noChangeArrowheads="1"/>
          </p:cNvSpPr>
          <p:nvPr>
            <p:ph type="title"/>
          </p:nvPr>
        </p:nvSpPr>
        <p:spPr/>
        <p:txBody>
          <a:bodyPr/>
          <a:lstStyle/>
          <a:p>
            <a:pPr eaLnBrk="1" hangingPunct="1">
              <a:defRPr/>
            </a:pPr>
            <a:r>
              <a:rPr lang="zh-CN" altLang="en-US" smtClean="0"/>
              <a:t>方体置换</a:t>
            </a:r>
            <a:r>
              <a:rPr lang="zh-CN" altLang="en-US" sz="3200" smtClean="0"/>
              <a:t/>
            </a:r>
            <a:br>
              <a:rPr lang="zh-CN" altLang="en-US" sz="3200" smtClean="0"/>
            </a:br>
            <a:r>
              <a:rPr lang="zh-CN" altLang="en-US" sz="3200" smtClean="0"/>
              <a:t>             — 互连函数</a:t>
            </a:r>
          </a:p>
        </p:txBody>
      </p:sp>
      <p:sp>
        <p:nvSpPr>
          <p:cNvPr id="879619" name="Rectangle 3"/>
          <p:cNvSpPr>
            <a:spLocks noGrp="1" noChangeArrowheads="1"/>
          </p:cNvSpPr>
          <p:nvPr>
            <p:ph type="body" idx="1"/>
          </p:nvPr>
        </p:nvSpPr>
        <p:spPr>
          <a:xfrm>
            <a:off x="809625" y="1974850"/>
            <a:ext cx="7958138" cy="4406900"/>
          </a:xfrm>
        </p:spPr>
        <p:txBody>
          <a:bodyPr/>
          <a:lstStyle/>
          <a:p>
            <a:pPr marL="1262063" indent="-1262063" algn="ctr" eaLnBrk="1" hangingPunct="1">
              <a:buFont typeface="Wingdings" pitchFamily="2" charset="2"/>
              <a:buNone/>
              <a:defRPr/>
            </a:pPr>
            <a:r>
              <a:rPr lang="en-US" altLang="zh-CN" b="0" dirty="0" err="1" smtClean="0">
                <a:effectLst>
                  <a:outerShdw blurRad="38100" dist="38100" dir="2700000" algn="tl">
                    <a:srgbClr val="C0C0C0"/>
                  </a:outerShdw>
                </a:effectLst>
                <a:latin typeface="Comic Sans MS" pitchFamily="66" charset="0"/>
              </a:rPr>
              <a:t>C</a:t>
            </a:r>
            <a:r>
              <a:rPr lang="en-US" altLang="zh-CN" b="0" baseline="-25000" dirty="0" err="1" smtClean="0">
                <a:effectLst>
                  <a:outerShdw blurRad="38100" dist="38100" dir="2700000" algn="tl">
                    <a:srgbClr val="C0C0C0"/>
                  </a:outerShdw>
                </a:effectLst>
                <a:latin typeface="Comic Sans MS" pitchFamily="66" charset="0"/>
              </a:rPr>
              <a:t>k</a:t>
            </a:r>
            <a:r>
              <a:rPr lang="en-US" altLang="zh-CN" b="0" dirty="0" smtClean="0">
                <a:effectLst>
                  <a:outerShdw blurRad="38100" dist="38100" dir="2700000" algn="tl">
                    <a:srgbClr val="C0C0C0"/>
                  </a:outerShdw>
                </a:effectLst>
                <a:latin typeface="Comic Sans MS" pitchFamily="66" charset="0"/>
              </a:rPr>
              <a:t>(x</a:t>
            </a:r>
            <a:r>
              <a:rPr lang="en-US" altLang="zh-CN" b="0" baseline="-25000" dirty="0" smtClean="0">
                <a:effectLst>
                  <a:outerShdw blurRad="38100" dist="38100" dir="2700000" algn="tl">
                    <a:srgbClr val="C0C0C0"/>
                  </a:outerShdw>
                </a:effectLst>
                <a:latin typeface="Comic Sans MS" pitchFamily="66" charset="0"/>
              </a:rPr>
              <a:t>n-1</a:t>
            </a:r>
            <a:r>
              <a:rPr lang="en-US" altLang="zh-CN" b="0" dirty="0" smtClean="0">
                <a:effectLst>
                  <a:outerShdw blurRad="38100" dist="38100" dir="2700000" algn="tl">
                    <a:srgbClr val="C0C0C0"/>
                  </a:outerShdw>
                </a:effectLst>
                <a:latin typeface="Comic Sans MS" pitchFamily="66" charset="0"/>
              </a:rPr>
              <a:t>x</a:t>
            </a:r>
            <a:r>
              <a:rPr lang="en-US" altLang="zh-CN" b="0" baseline="-25000" dirty="0" smtClean="0">
                <a:effectLst>
                  <a:outerShdw blurRad="38100" dist="38100" dir="2700000" algn="tl">
                    <a:srgbClr val="C0C0C0"/>
                  </a:outerShdw>
                </a:effectLst>
                <a:latin typeface="Comic Sans MS" pitchFamily="66" charset="0"/>
              </a:rPr>
              <a:t>n-2</a:t>
            </a:r>
            <a:r>
              <a:rPr lang="en-US" altLang="zh-CN" b="0" dirty="0" smtClean="0">
                <a:effectLst>
                  <a:outerShdw blurRad="38100" dist="38100" dir="2700000" algn="tl">
                    <a:srgbClr val="C0C0C0"/>
                  </a:outerShdw>
                </a:effectLst>
                <a:latin typeface="Comic Sans MS" pitchFamily="66" charset="0"/>
              </a:rPr>
              <a:t>...</a:t>
            </a:r>
            <a:r>
              <a:rPr lang="en-US" altLang="zh-CN" b="0" dirty="0" err="1" smtClean="0">
                <a:solidFill>
                  <a:srgbClr val="FF0000"/>
                </a:solidFill>
                <a:effectLst>
                  <a:outerShdw blurRad="38100" dist="38100" dir="2700000" algn="tl">
                    <a:srgbClr val="C0C0C0"/>
                  </a:outerShdw>
                </a:effectLst>
                <a:latin typeface="Comic Sans MS" pitchFamily="66" charset="0"/>
              </a:rPr>
              <a:t>x</a:t>
            </a:r>
            <a:r>
              <a:rPr lang="en-US" altLang="zh-CN" b="0" baseline="-25000" dirty="0" err="1" smtClean="0">
                <a:solidFill>
                  <a:srgbClr val="FF0000"/>
                </a:solidFill>
                <a:effectLst>
                  <a:outerShdw blurRad="38100" dist="38100" dir="2700000" algn="tl">
                    <a:srgbClr val="C0C0C0"/>
                  </a:outerShdw>
                </a:effectLst>
                <a:latin typeface="Comic Sans MS" pitchFamily="66" charset="0"/>
              </a:rPr>
              <a:t>k</a:t>
            </a:r>
            <a:r>
              <a:rPr lang="en-US" altLang="zh-CN" b="0" dirty="0" smtClean="0">
                <a:effectLst>
                  <a:outerShdw blurRad="38100" dist="38100" dir="2700000" algn="tl">
                    <a:srgbClr val="C0C0C0"/>
                  </a:outerShdw>
                </a:effectLst>
                <a:latin typeface="Comic Sans MS" pitchFamily="66" charset="0"/>
              </a:rPr>
              <a:t>...x</a:t>
            </a:r>
            <a:r>
              <a:rPr lang="en-US" altLang="zh-CN" b="0" baseline="-25000" dirty="0" smtClean="0">
                <a:effectLst>
                  <a:outerShdw blurRad="38100" dist="38100" dir="2700000" algn="tl">
                    <a:srgbClr val="C0C0C0"/>
                  </a:outerShdw>
                </a:effectLst>
                <a:latin typeface="Comic Sans MS" pitchFamily="66" charset="0"/>
              </a:rPr>
              <a:t>1</a:t>
            </a:r>
            <a:r>
              <a:rPr lang="en-US" altLang="zh-CN" b="0" dirty="0" smtClean="0">
                <a:effectLst>
                  <a:outerShdw blurRad="38100" dist="38100" dir="2700000" algn="tl">
                    <a:srgbClr val="C0C0C0"/>
                  </a:outerShdw>
                </a:effectLst>
                <a:latin typeface="Comic Sans MS" pitchFamily="66" charset="0"/>
              </a:rPr>
              <a:t>x</a:t>
            </a:r>
            <a:r>
              <a:rPr lang="en-US" altLang="zh-CN" b="0" baseline="-25000" dirty="0" smtClean="0">
                <a:effectLst>
                  <a:outerShdw blurRad="38100" dist="38100" dir="2700000" algn="tl">
                    <a:srgbClr val="C0C0C0"/>
                  </a:outerShdw>
                </a:effectLst>
                <a:latin typeface="Comic Sans MS" pitchFamily="66" charset="0"/>
              </a:rPr>
              <a:t>0</a:t>
            </a:r>
            <a:r>
              <a:rPr lang="en-US" altLang="zh-CN" b="0" dirty="0" smtClean="0">
                <a:effectLst>
                  <a:outerShdw blurRad="38100" dist="38100" dir="2700000" algn="tl">
                    <a:srgbClr val="C0C0C0"/>
                  </a:outerShdw>
                </a:effectLst>
                <a:latin typeface="Comic Sans MS" pitchFamily="66" charset="0"/>
              </a:rPr>
              <a:t>)=x</a:t>
            </a:r>
            <a:r>
              <a:rPr lang="en-US" altLang="zh-CN" b="0" baseline="-25000" dirty="0" smtClean="0">
                <a:effectLst>
                  <a:outerShdw blurRad="38100" dist="38100" dir="2700000" algn="tl">
                    <a:srgbClr val="C0C0C0"/>
                  </a:outerShdw>
                </a:effectLst>
                <a:latin typeface="Comic Sans MS" pitchFamily="66" charset="0"/>
              </a:rPr>
              <a:t>n-1</a:t>
            </a:r>
            <a:r>
              <a:rPr lang="en-US" altLang="zh-CN" b="0" dirty="0" smtClean="0">
                <a:effectLst>
                  <a:outerShdw blurRad="38100" dist="38100" dir="2700000" algn="tl">
                    <a:srgbClr val="C0C0C0"/>
                  </a:outerShdw>
                </a:effectLst>
                <a:latin typeface="Comic Sans MS" pitchFamily="66" charset="0"/>
              </a:rPr>
              <a:t>x</a:t>
            </a:r>
            <a:r>
              <a:rPr lang="en-US" altLang="zh-CN" b="0" baseline="-25000" dirty="0" smtClean="0">
                <a:effectLst>
                  <a:outerShdw blurRad="38100" dist="38100" dir="2700000" algn="tl">
                    <a:srgbClr val="C0C0C0"/>
                  </a:outerShdw>
                </a:effectLst>
                <a:latin typeface="Comic Sans MS" pitchFamily="66" charset="0"/>
              </a:rPr>
              <a:t>n-2</a:t>
            </a:r>
            <a:r>
              <a:rPr lang="en-US" altLang="zh-CN" b="0" dirty="0" smtClean="0">
                <a:effectLst>
                  <a:outerShdw blurRad="38100" dist="38100" dir="2700000" algn="tl">
                    <a:srgbClr val="C0C0C0"/>
                  </a:outerShdw>
                </a:effectLst>
                <a:latin typeface="Comic Sans MS" pitchFamily="66" charset="0"/>
              </a:rPr>
              <a:t>... </a:t>
            </a:r>
            <a:r>
              <a:rPr lang="en-US" altLang="zh-CN" b="0" dirty="0" err="1" smtClean="0">
                <a:solidFill>
                  <a:srgbClr val="FF0000"/>
                </a:solidFill>
                <a:effectLst>
                  <a:outerShdw blurRad="38100" dist="38100" dir="2700000" algn="tl">
                    <a:srgbClr val="C0C0C0"/>
                  </a:outerShdw>
                </a:effectLst>
                <a:latin typeface="Comic Sans MS" pitchFamily="66" charset="0"/>
              </a:rPr>
              <a:t>x</a:t>
            </a:r>
            <a:r>
              <a:rPr lang="en-US" altLang="zh-CN" b="0" baseline="-25000" dirty="0" err="1" smtClean="0">
                <a:solidFill>
                  <a:srgbClr val="FF0000"/>
                </a:solidFill>
                <a:effectLst>
                  <a:outerShdw blurRad="38100" dist="38100" dir="2700000" algn="tl">
                    <a:srgbClr val="C0C0C0"/>
                  </a:outerShdw>
                </a:effectLst>
                <a:latin typeface="Comic Sans MS" pitchFamily="66" charset="0"/>
              </a:rPr>
              <a:t>k</a:t>
            </a:r>
            <a:r>
              <a:rPr lang="en-US" altLang="zh-CN" b="0" dirty="0" smtClean="0">
                <a:effectLst>
                  <a:outerShdw blurRad="38100" dist="38100" dir="2700000" algn="tl">
                    <a:srgbClr val="C0C0C0"/>
                  </a:outerShdw>
                </a:effectLst>
                <a:latin typeface="Comic Sans MS" pitchFamily="66" charset="0"/>
              </a:rPr>
              <a:t>...x</a:t>
            </a:r>
            <a:r>
              <a:rPr lang="en-US" altLang="zh-CN" b="0" baseline="-25000" dirty="0" smtClean="0">
                <a:effectLst>
                  <a:outerShdw blurRad="38100" dist="38100" dir="2700000" algn="tl">
                    <a:srgbClr val="C0C0C0"/>
                  </a:outerShdw>
                </a:effectLst>
                <a:latin typeface="Comic Sans MS" pitchFamily="66" charset="0"/>
              </a:rPr>
              <a:t>1</a:t>
            </a:r>
            <a:r>
              <a:rPr lang="en-US" altLang="zh-CN" b="0" dirty="0" smtClean="0">
                <a:effectLst>
                  <a:outerShdw blurRad="38100" dist="38100" dir="2700000" algn="tl">
                    <a:srgbClr val="C0C0C0"/>
                  </a:outerShdw>
                </a:effectLst>
                <a:latin typeface="Comic Sans MS" pitchFamily="66" charset="0"/>
              </a:rPr>
              <a:t>x</a:t>
            </a:r>
            <a:r>
              <a:rPr lang="en-US" altLang="zh-CN" b="0" baseline="-25000" dirty="0" smtClean="0">
                <a:effectLst>
                  <a:outerShdw blurRad="38100" dist="38100" dir="2700000" algn="tl">
                    <a:srgbClr val="C0C0C0"/>
                  </a:outerShdw>
                </a:effectLst>
                <a:latin typeface="Comic Sans MS" pitchFamily="66" charset="0"/>
              </a:rPr>
              <a:t>0</a:t>
            </a:r>
          </a:p>
          <a:p>
            <a:pPr marL="1262063" indent="-1262063" eaLnBrk="1" hangingPunct="1">
              <a:spcBef>
                <a:spcPct val="80000"/>
              </a:spcBef>
              <a:buFont typeface="Wingdings" pitchFamily="2" charset="2"/>
              <a:buNone/>
              <a:defRPr/>
            </a:pPr>
            <a:r>
              <a:rPr lang="zh-CN" altLang="en-US" dirty="0" smtClean="0">
                <a:latin typeface="Comic Sans MS" pitchFamily="66" charset="0"/>
              </a:rPr>
              <a:t>例如：当</a:t>
            </a:r>
            <a:r>
              <a:rPr lang="en-US" altLang="zh-CN" dirty="0" smtClean="0">
                <a:latin typeface="Comic Sans MS" pitchFamily="66" charset="0"/>
              </a:rPr>
              <a:t>N=8</a:t>
            </a:r>
            <a:r>
              <a:rPr lang="zh-CN" altLang="en-US" dirty="0" smtClean="0">
                <a:latin typeface="Comic Sans MS" pitchFamily="66" charset="0"/>
              </a:rPr>
              <a:t>时，有3种函数，每种能表示8个节点之间的连接关系。</a:t>
            </a:r>
          </a:p>
          <a:p>
            <a:pPr marL="1262063" indent="-1262063" algn="ctr" eaLnBrk="1" hangingPunct="1">
              <a:buFont typeface="Wingdings" pitchFamily="2" charset="2"/>
              <a:buNone/>
              <a:defRPr/>
            </a:pPr>
            <a:r>
              <a:rPr lang="en-US" altLang="zh-CN" b="0" dirty="0" smtClean="0">
                <a:effectLst>
                  <a:outerShdw blurRad="38100" dist="38100" dir="2700000" algn="tl">
                    <a:srgbClr val="C0C0C0"/>
                  </a:outerShdw>
                </a:effectLst>
                <a:latin typeface="Comic Sans MS" pitchFamily="66" charset="0"/>
              </a:rPr>
              <a:t>C</a:t>
            </a:r>
            <a:r>
              <a:rPr lang="en-US" altLang="zh-CN" b="0" baseline="-25000" dirty="0" smtClean="0">
                <a:effectLst>
                  <a:outerShdw blurRad="38100" dist="38100" dir="2700000" algn="tl">
                    <a:srgbClr val="C0C0C0"/>
                  </a:outerShdw>
                </a:effectLst>
                <a:latin typeface="Comic Sans MS" pitchFamily="66" charset="0"/>
              </a:rPr>
              <a:t>2</a:t>
            </a:r>
            <a:r>
              <a:rPr lang="en-US" altLang="zh-CN" b="0" dirty="0" smtClean="0">
                <a:effectLst>
                  <a:outerShdw blurRad="38100" dist="38100" dir="2700000" algn="tl">
                    <a:srgbClr val="C0C0C0"/>
                  </a:outerShdw>
                </a:effectLst>
                <a:latin typeface="Comic Sans MS" pitchFamily="66" charset="0"/>
              </a:rPr>
              <a:t>(</a:t>
            </a:r>
            <a:r>
              <a:rPr lang="en-US" altLang="zh-CN" b="0" dirty="0" smtClean="0">
                <a:solidFill>
                  <a:srgbClr val="FF0000"/>
                </a:solidFill>
                <a:effectLst>
                  <a:outerShdw blurRad="38100" dist="38100" dir="2700000" algn="tl">
                    <a:srgbClr val="C0C0C0"/>
                  </a:outerShdw>
                </a:effectLst>
                <a:latin typeface="Comic Sans MS" pitchFamily="66" charset="0"/>
              </a:rPr>
              <a:t>x</a:t>
            </a:r>
            <a:r>
              <a:rPr lang="en-US" altLang="zh-CN" b="0" baseline="-25000" dirty="0" smtClean="0">
                <a:solidFill>
                  <a:srgbClr val="FF0000"/>
                </a:solidFill>
                <a:effectLst>
                  <a:outerShdw blurRad="38100" dist="38100" dir="2700000" algn="tl">
                    <a:srgbClr val="C0C0C0"/>
                  </a:outerShdw>
                </a:effectLst>
                <a:latin typeface="Comic Sans MS" pitchFamily="66" charset="0"/>
              </a:rPr>
              <a:t>2</a:t>
            </a:r>
            <a:r>
              <a:rPr lang="en-US" altLang="zh-CN" b="0" dirty="0" smtClean="0">
                <a:effectLst>
                  <a:outerShdw blurRad="38100" dist="38100" dir="2700000" algn="tl">
                    <a:srgbClr val="C0C0C0"/>
                  </a:outerShdw>
                </a:effectLst>
                <a:latin typeface="Comic Sans MS" pitchFamily="66" charset="0"/>
              </a:rPr>
              <a:t>x</a:t>
            </a:r>
            <a:r>
              <a:rPr lang="en-US" altLang="zh-CN" b="0" baseline="-25000" dirty="0" smtClean="0">
                <a:effectLst>
                  <a:outerShdw blurRad="38100" dist="38100" dir="2700000" algn="tl">
                    <a:srgbClr val="C0C0C0"/>
                  </a:outerShdw>
                </a:effectLst>
                <a:latin typeface="Comic Sans MS" pitchFamily="66" charset="0"/>
              </a:rPr>
              <a:t>1</a:t>
            </a:r>
            <a:r>
              <a:rPr lang="en-US" altLang="zh-CN" b="0" dirty="0" smtClean="0">
                <a:effectLst>
                  <a:outerShdw blurRad="38100" dist="38100" dir="2700000" algn="tl">
                    <a:srgbClr val="C0C0C0"/>
                  </a:outerShdw>
                </a:effectLst>
                <a:latin typeface="Comic Sans MS" pitchFamily="66" charset="0"/>
              </a:rPr>
              <a:t>x</a:t>
            </a:r>
            <a:r>
              <a:rPr lang="en-US" altLang="zh-CN" b="0" baseline="-25000" dirty="0" smtClean="0">
                <a:effectLst>
                  <a:outerShdw blurRad="38100" dist="38100" dir="2700000" algn="tl">
                    <a:srgbClr val="C0C0C0"/>
                  </a:outerShdw>
                </a:effectLst>
                <a:latin typeface="Comic Sans MS" pitchFamily="66" charset="0"/>
              </a:rPr>
              <a:t>0</a:t>
            </a:r>
            <a:r>
              <a:rPr lang="en-US" altLang="zh-CN" b="0" dirty="0" smtClean="0">
                <a:effectLst>
                  <a:outerShdw blurRad="38100" dist="38100" dir="2700000" algn="tl">
                    <a:srgbClr val="C0C0C0"/>
                  </a:outerShdw>
                </a:effectLst>
                <a:latin typeface="Comic Sans MS" pitchFamily="66" charset="0"/>
              </a:rPr>
              <a:t>)=</a:t>
            </a:r>
            <a:r>
              <a:rPr lang="en-US" altLang="zh-CN" b="0" dirty="0" smtClean="0">
                <a:solidFill>
                  <a:srgbClr val="FF0000"/>
                </a:solidFill>
                <a:effectLst>
                  <a:outerShdw blurRad="38100" dist="38100" dir="2700000" algn="tl">
                    <a:srgbClr val="C0C0C0"/>
                  </a:outerShdw>
                </a:effectLst>
                <a:latin typeface="Comic Sans MS" pitchFamily="66" charset="0"/>
              </a:rPr>
              <a:t>x</a:t>
            </a:r>
            <a:r>
              <a:rPr lang="en-US" altLang="zh-CN" b="0" baseline="-25000" dirty="0" smtClean="0">
                <a:solidFill>
                  <a:srgbClr val="FF0000"/>
                </a:solidFill>
                <a:effectLst>
                  <a:outerShdw blurRad="38100" dist="38100" dir="2700000" algn="tl">
                    <a:srgbClr val="C0C0C0"/>
                  </a:outerShdw>
                </a:effectLst>
                <a:latin typeface="Comic Sans MS" pitchFamily="66" charset="0"/>
              </a:rPr>
              <a:t>2</a:t>
            </a:r>
            <a:r>
              <a:rPr lang="en-US" altLang="zh-CN" b="0" dirty="0" smtClean="0">
                <a:effectLst>
                  <a:outerShdw blurRad="38100" dist="38100" dir="2700000" algn="tl">
                    <a:srgbClr val="C0C0C0"/>
                  </a:outerShdw>
                </a:effectLst>
                <a:latin typeface="Comic Sans MS" pitchFamily="66" charset="0"/>
              </a:rPr>
              <a:t>x</a:t>
            </a:r>
            <a:r>
              <a:rPr lang="en-US" altLang="zh-CN" b="0" baseline="-25000" dirty="0" smtClean="0">
                <a:effectLst>
                  <a:outerShdw blurRad="38100" dist="38100" dir="2700000" algn="tl">
                    <a:srgbClr val="C0C0C0"/>
                  </a:outerShdw>
                </a:effectLst>
                <a:latin typeface="Comic Sans MS" pitchFamily="66" charset="0"/>
              </a:rPr>
              <a:t>1</a:t>
            </a:r>
            <a:r>
              <a:rPr lang="en-US" altLang="zh-CN" b="0" dirty="0" smtClean="0">
                <a:effectLst>
                  <a:outerShdw blurRad="38100" dist="38100" dir="2700000" algn="tl">
                    <a:srgbClr val="C0C0C0"/>
                  </a:outerShdw>
                </a:effectLst>
                <a:latin typeface="Comic Sans MS" pitchFamily="66" charset="0"/>
              </a:rPr>
              <a:t>x</a:t>
            </a:r>
            <a:r>
              <a:rPr lang="en-US" altLang="zh-CN" b="0" baseline="-25000" dirty="0" smtClean="0">
                <a:effectLst>
                  <a:outerShdw blurRad="38100" dist="38100" dir="2700000" algn="tl">
                    <a:srgbClr val="C0C0C0"/>
                  </a:outerShdw>
                </a:effectLst>
                <a:latin typeface="Comic Sans MS" pitchFamily="66" charset="0"/>
              </a:rPr>
              <a:t>0 </a:t>
            </a:r>
          </a:p>
          <a:p>
            <a:pPr marL="1262063" indent="-1262063" algn="ctr" eaLnBrk="1" hangingPunct="1">
              <a:buFont typeface="Wingdings" pitchFamily="2" charset="2"/>
              <a:buNone/>
              <a:defRPr/>
            </a:pPr>
            <a:r>
              <a:rPr lang="en-US" altLang="zh-CN" b="0" dirty="0" smtClean="0">
                <a:effectLst>
                  <a:outerShdw blurRad="38100" dist="38100" dir="2700000" algn="tl">
                    <a:srgbClr val="C0C0C0"/>
                  </a:outerShdw>
                </a:effectLst>
                <a:latin typeface="Comic Sans MS" pitchFamily="66" charset="0"/>
              </a:rPr>
              <a:t>C</a:t>
            </a:r>
            <a:r>
              <a:rPr lang="en-US" altLang="zh-CN" b="0" baseline="-25000" dirty="0" smtClean="0">
                <a:effectLst>
                  <a:outerShdw blurRad="38100" dist="38100" dir="2700000" algn="tl">
                    <a:srgbClr val="C0C0C0"/>
                  </a:outerShdw>
                </a:effectLst>
                <a:latin typeface="Comic Sans MS" pitchFamily="66" charset="0"/>
              </a:rPr>
              <a:t>1</a:t>
            </a:r>
            <a:r>
              <a:rPr lang="en-US" altLang="zh-CN" b="0" dirty="0" smtClean="0">
                <a:effectLst>
                  <a:outerShdw blurRad="38100" dist="38100" dir="2700000" algn="tl">
                    <a:srgbClr val="C0C0C0"/>
                  </a:outerShdw>
                </a:effectLst>
                <a:latin typeface="Comic Sans MS" pitchFamily="66" charset="0"/>
              </a:rPr>
              <a:t>(x</a:t>
            </a:r>
            <a:r>
              <a:rPr lang="en-US" altLang="zh-CN" b="0" baseline="-25000" dirty="0" smtClean="0">
                <a:effectLst>
                  <a:outerShdw blurRad="38100" dist="38100" dir="2700000" algn="tl">
                    <a:srgbClr val="C0C0C0"/>
                  </a:outerShdw>
                </a:effectLst>
                <a:latin typeface="Comic Sans MS" pitchFamily="66" charset="0"/>
              </a:rPr>
              <a:t>2</a:t>
            </a:r>
            <a:r>
              <a:rPr lang="en-US" altLang="zh-CN" b="0" dirty="0" smtClean="0">
                <a:solidFill>
                  <a:srgbClr val="FF0000"/>
                </a:solidFill>
                <a:effectLst>
                  <a:outerShdw blurRad="38100" dist="38100" dir="2700000" algn="tl">
                    <a:srgbClr val="C0C0C0"/>
                  </a:outerShdw>
                </a:effectLst>
                <a:latin typeface="Comic Sans MS" pitchFamily="66" charset="0"/>
              </a:rPr>
              <a:t>x</a:t>
            </a:r>
            <a:r>
              <a:rPr lang="en-US" altLang="zh-CN" b="0" baseline="-25000" dirty="0" smtClean="0">
                <a:solidFill>
                  <a:srgbClr val="FF0000"/>
                </a:solidFill>
                <a:effectLst>
                  <a:outerShdw blurRad="38100" dist="38100" dir="2700000" algn="tl">
                    <a:srgbClr val="C0C0C0"/>
                  </a:outerShdw>
                </a:effectLst>
                <a:latin typeface="Comic Sans MS" pitchFamily="66" charset="0"/>
              </a:rPr>
              <a:t>1</a:t>
            </a:r>
            <a:r>
              <a:rPr lang="en-US" altLang="zh-CN" b="0" dirty="0" smtClean="0">
                <a:effectLst>
                  <a:outerShdw blurRad="38100" dist="38100" dir="2700000" algn="tl">
                    <a:srgbClr val="C0C0C0"/>
                  </a:outerShdw>
                </a:effectLst>
                <a:latin typeface="Comic Sans MS" pitchFamily="66" charset="0"/>
              </a:rPr>
              <a:t>x</a:t>
            </a:r>
            <a:r>
              <a:rPr lang="en-US" altLang="zh-CN" b="0" baseline="-25000" dirty="0" smtClean="0">
                <a:effectLst>
                  <a:outerShdw blurRad="38100" dist="38100" dir="2700000" algn="tl">
                    <a:srgbClr val="C0C0C0"/>
                  </a:outerShdw>
                </a:effectLst>
                <a:latin typeface="Comic Sans MS" pitchFamily="66" charset="0"/>
              </a:rPr>
              <a:t>0</a:t>
            </a:r>
            <a:r>
              <a:rPr lang="en-US" altLang="zh-CN" b="0" dirty="0" smtClean="0">
                <a:effectLst>
                  <a:outerShdw blurRad="38100" dist="38100" dir="2700000" algn="tl">
                    <a:srgbClr val="C0C0C0"/>
                  </a:outerShdw>
                </a:effectLst>
                <a:latin typeface="Comic Sans MS" pitchFamily="66" charset="0"/>
              </a:rPr>
              <a:t>)=x</a:t>
            </a:r>
            <a:r>
              <a:rPr lang="en-US" altLang="zh-CN" b="0" baseline="-25000" dirty="0" smtClean="0">
                <a:effectLst>
                  <a:outerShdw blurRad="38100" dist="38100" dir="2700000" algn="tl">
                    <a:srgbClr val="C0C0C0"/>
                  </a:outerShdw>
                </a:effectLst>
                <a:latin typeface="Comic Sans MS" pitchFamily="66" charset="0"/>
              </a:rPr>
              <a:t>2</a:t>
            </a:r>
            <a:r>
              <a:rPr lang="en-US" altLang="zh-CN" b="0" dirty="0" smtClean="0">
                <a:solidFill>
                  <a:srgbClr val="FF0000"/>
                </a:solidFill>
                <a:effectLst>
                  <a:outerShdw blurRad="38100" dist="38100" dir="2700000" algn="tl">
                    <a:srgbClr val="C0C0C0"/>
                  </a:outerShdw>
                </a:effectLst>
                <a:latin typeface="Comic Sans MS" pitchFamily="66" charset="0"/>
              </a:rPr>
              <a:t>x</a:t>
            </a:r>
            <a:r>
              <a:rPr lang="en-US" altLang="zh-CN" b="0" baseline="-25000" dirty="0" smtClean="0">
                <a:solidFill>
                  <a:srgbClr val="FF0000"/>
                </a:solidFill>
                <a:effectLst>
                  <a:outerShdw blurRad="38100" dist="38100" dir="2700000" algn="tl">
                    <a:srgbClr val="C0C0C0"/>
                  </a:outerShdw>
                </a:effectLst>
                <a:latin typeface="Comic Sans MS" pitchFamily="66" charset="0"/>
              </a:rPr>
              <a:t>1</a:t>
            </a:r>
            <a:r>
              <a:rPr lang="en-US" altLang="zh-CN" b="0" dirty="0" smtClean="0">
                <a:effectLst>
                  <a:outerShdw blurRad="38100" dist="38100" dir="2700000" algn="tl">
                    <a:srgbClr val="C0C0C0"/>
                  </a:outerShdw>
                </a:effectLst>
                <a:latin typeface="Comic Sans MS" pitchFamily="66" charset="0"/>
              </a:rPr>
              <a:t>x</a:t>
            </a:r>
            <a:r>
              <a:rPr lang="en-US" altLang="zh-CN" b="0" baseline="-25000" dirty="0" smtClean="0">
                <a:effectLst>
                  <a:outerShdw blurRad="38100" dist="38100" dir="2700000" algn="tl">
                    <a:srgbClr val="C0C0C0"/>
                  </a:outerShdw>
                </a:effectLst>
                <a:latin typeface="Comic Sans MS" pitchFamily="66" charset="0"/>
              </a:rPr>
              <a:t>0</a:t>
            </a:r>
          </a:p>
          <a:p>
            <a:pPr marL="1262063" indent="-1262063" algn="ctr" eaLnBrk="1" hangingPunct="1">
              <a:buFont typeface="Wingdings" pitchFamily="2" charset="2"/>
              <a:buNone/>
              <a:defRPr/>
            </a:pPr>
            <a:r>
              <a:rPr lang="en-US" altLang="zh-CN" b="0" dirty="0" smtClean="0">
                <a:effectLst>
                  <a:outerShdw blurRad="38100" dist="38100" dir="2700000" algn="tl">
                    <a:srgbClr val="C0C0C0"/>
                  </a:outerShdw>
                </a:effectLst>
                <a:latin typeface="Comic Sans MS" pitchFamily="66" charset="0"/>
              </a:rPr>
              <a:t>C</a:t>
            </a:r>
            <a:r>
              <a:rPr lang="en-US" altLang="zh-CN" b="0" baseline="-25000" dirty="0" smtClean="0">
                <a:effectLst>
                  <a:outerShdw blurRad="38100" dist="38100" dir="2700000" algn="tl">
                    <a:srgbClr val="C0C0C0"/>
                  </a:outerShdw>
                </a:effectLst>
                <a:latin typeface="Comic Sans MS" pitchFamily="66" charset="0"/>
              </a:rPr>
              <a:t>0</a:t>
            </a:r>
            <a:r>
              <a:rPr lang="en-US" altLang="zh-CN" b="0" dirty="0" smtClean="0">
                <a:effectLst>
                  <a:outerShdw blurRad="38100" dist="38100" dir="2700000" algn="tl">
                    <a:srgbClr val="C0C0C0"/>
                  </a:outerShdw>
                </a:effectLst>
                <a:latin typeface="Comic Sans MS" pitchFamily="66" charset="0"/>
              </a:rPr>
              <a:t>(x</a:t>
            </a:r>
            <a:r>
              <a:rPr lang="en-US" altLang="zh-CN" b="0" baseline="-25000" dirty="0" smtClean="0">
                <a:effectLst>
                  <a:outerShdw blurRad="38100" dist="38100" dir="2700000" algn="tl">
                    <a:srgbClr val="C0C0C0"/>
                  </a:outerShdw>
                </a:effectLst>
                <a:latin typeface="Comic Sans MS" pitchFamily="66" charset="0"/>
              </a:rPr>
              <a:t>2</a:t>
            </a:r>
            <a:r>
              <a:rPr lang="en-US" altLang="zh-CN" b="0" dirty="0" smtClean="0">
                <a:effectLst>
                  <a:outerShdw blurRad="38100" dist="38100" dir="2700000" algn="tl">
                    <a:srgbClr val="C0C0C0"/>
                  </a:outerShdw>
                </a:effectLst>
                <a:latin typeface="Comic Sans MS" pitchFamily="66" charset="0"/>
              </a:rPr>
              <a:t>x</a:t>
            </a:r>
            <a:r>
              <a:rPr lang="en-US" altLang="zh-CN" b="0" baseline="-25000" dirty="0" smtClean="0">
                <a:effectLst>
                  <a:outerShdw blurRad="38100" dist="38100" dir="2700000" algn="tl">
                    <a:srgbClr val="C0C0C0"/>
                  </a:outerShdw>
                </a:effectLst>
                <a:latin typeface="Comic Sans MS" pitchFamily="66" charset="0"/>
              </a:rPr>
              <a:t>1</a:t>
            </a:r>
            <a:r>
              <a:rPr lang="en-US" altLang="zh-CN" b="0" dirty="0" smtClean="0">
                <a:solidFill>
                  <a:srgbClr val="FF0000"/>
                </a:solidFill>
                <a:effectLst>
                  <a:outerShdw blurRad="38100" dist="38100" dir="2700000" algn="tl">
                    <a:srgbClr val="C0C0C0"/>
                  </a:outerShdw>
                </a:effectLst>
                <a:latin typeface="Comic Sans MS" pitchFamily="66" charset="0"/>
              </a:rPr>
              <a:t>x</a:t>
            </a:r>
            <a:r>
              <a:rPr lang="en-US" altLang="zh-CN" b="0" baseline="-25000" dirty="0" smtClean="0">
                <a:solidFill>
                  <a:srgbClr val="FF0000"/>
                </a:solidFill>
                <a:effectLst>
                  <a:outerShdw blurRad="38100" dist="38100" dir="2700000" algn="tl">
                    <a:srgbClr val="C0C0C0"/>
                  </a:outerShdw>
                </a:effectLst>
                <a:latin typeface="Comic Sans MS" pitchFamily="66" charset="0"/>
              </a:rPr>
              <a:t>0</a:t>
            </a:r>
            <a:r>
              <a:rPr lang="en-US" altLang="zh-CN" b="0" dirty="0" smtClean="0">
                <a:effectLst>
                  <a:outerShdw blurRad="38100" dist="38100" dir="2700000" algn="tl">
                    <a:srgbClr val="C0C0C0"/>
                  </a:outerShdw>
                </a:effectLst>
                <a:latin typeface="Comic Sans MS" pitchFamily="66" charset="0"/>
              </a:rPr>
              <a:t>)=x</a:t>
            </a:r>
            <a:r>
              <a:rPr lang="en-US" altLang="zh-CN" b="0" baseline="-25000" dirty="0" smtClean="0">
                <a:effectLst>
                  <a:outerShdw blurRad="38100" dist="38100" dir="2700000" algn="tl">
                    <a:srgbClr val="C0C0C0"/>
                  </a:outerShdw>
                </a:effectLst>
                <a:latin typeface="Comic Sans MS" pitchFamily="66" charset="0"/>
              </a:rPr>
              <a:t>2</a:t>
            </a:r>
            <a:r>
              <a:rPr lang="en-US" altLang="zh-CN" b="0" dirty="0" smtClean="0">
                <a:effectLst>
                  <a:outerShdw blurRad="38100" dist="38100" dir="2700000" algn="tl">
                    <a:srgbClr val="C0C0C0"/>
                  </a:outerShdw>
                </a:effectLst>
                <a:latin typeface="Comic Sans MS" pitchFamily="66" charset="0"/>
              </a:rPr>
              <a:t>x</a:t>
            </a:r>
            <a:r>
              <a:rPr lang="en-US" altLang="zh-CN" b="0" baseline="-25000" dirty="0" smtClean="0">
                <a:effectLst>
                  <a:outerShdw blurRad="38100" dist="38100" dir="2700000" algn="tl">
                    <a:srgbClr val="C0C0C0"/>
                  </a:outerShdw>
                </a:effectLst>
                <a:latin typeface="Comic Sans MS" pitchFamily="66" charset="0"/>
              </a:rPr>
              <a:t>1</a:t>
            </a:r>
            <a:r>
              <a:rPr lang="en-US" altLang="zh-CN" b="0" dirty="0" smtClean="0">
                <a:solidFill>
                  <a:srgbClr val="FF0000"/>
                </a:solidFill>
                <a:effectLst>
                  <a:outerShdw blurRad="38100" dist="38100" dir="2700000" algn="tl">
                    <a:srgbClr val="C0C0C0"/>
                  </a:outerShdw>
                </a:effectLst>
                <a:latin typeface="Comic Sans MS" pitchFamily="66" charset="0"/>
              </a:rPr>
              <a:t>x</a:t>
            </a:r>
            <a:r>
              <a:rPr lang="en-US" altLang="zh-CN" b="0" baseline="-25000" dirty="0" smtClean="0">
                <a:solidFill>
                  <a:srgbClr val="FF0000"/>
                </a:solidFill>
                <a:effectLst>
                  <a:outerShdw blurRad="38100" dist="38100" dir="2700000" algn="tl">
                    <a:srgbClr val="C0C0C0"/>
                  </a:outerShdw>
                </a:effectLst>
                <a:latin typeface="Comic Sans MS" pitchFamily="66" charset="0"/>
              </a:rPr>
              <a:t>0</a:t>
            </a:r>
          </a:p>
          <a:p>
            <a:pPr marL="1262063" indent="-1262063" eaLnBrk="1" hangingPunct="1">
              <a:buFont typeface="Wingdings" pitchFamily="2" charset="2"/>
              <a:buNone/>
              <a:defRPr/>
            </a:pPr>
            <a:r>
              <a:rPr lang="en-US" altLang="zh-CN" dirty="0" smtClean="0">
                <a:latin typeface="Comic Sans MS" pitchFamily="66" charset="0"/>
              </a:rPr>
              <a:t>       C</a:t>
            </a:r>
            <a:r>
              <a:rPr lang="en-US" altLang="zh-CN" baseline="-25000" dirty="0" smtClean="0">
                <a:latin typeface="Comic Sans MS" pitchFamily="66" charset="0"/>
              </a:rPr>
              <a:t>0</a:t>
            </a:r>
            <a:r>
              <a:rPr lang="zh-CN" altLang="en-US" dirty="0" smtClean="0">
                <a:latin typeface="Comic Sans MS" pitchFamily="66" charset="0"/>
              </a:rPr>
              <a:t>就是交换置换。</a:t>
            </a:r>
          </a:p>
        </p:txBody>
      </p:sp>
      <p:sp>
        <p:nvSpPr>
          <p:cNvPr id="12292"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基本概念</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常用互连函数</a:t>
            </a:r>
            <a:endParaRPr lang="zh-CN" altLang="en-US" sz="1200" b="0">
              <a:latin typeface="Times New Roman" pitchFamily="18" charset="0"/>
              <a:ea typeface="幼圆" pitchFamily="49" charset="-122"/>
            </a:endParaRPr>
          </a:p>
        </p:txBody>
      </p:sp>
      <p:sp>
        <p:nvSpPr>
          <p:cNvPr id="12293" name="Line 5"/>
          <p:cNvSpPr>
            <a:spLocks noChangeShapeType="1"/>
          </p:cNvSpPr>
          <p:nvPr/>
        </p:nvSpPr>
        <p:spPr bwMode="auto">
          <a:xfrm>
            <a:off x="6865938" y="2101850"/>
            <a:ext cx="288925" cy="0"/>
          </a:xfrm>
          <a:prstGeom prst="line">
            <a:avLst/>
          </a:prstGeom>
          <a:noFill/>
          <a:ln w="254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12294" name="Line 6"/>
          <p:cNvSpPr>
            <a:spLocks noChangeShapeType="1"/>
          </p:cNvSpPr>
          <p:nvPr/>
        </p:nvSpPr>
        <p:spPr bwMode="auto">
          <a:xfrm>
            <a:off x="5273675" y="4076700"/>
            <a:ext cx="288925" cy="0"/>
          </a:xfrm>
          <a:prstGeom prst="line">
            <a:avLst/>
          </a:prstGeom>
          <a:noFill/>
          <a:ln w="254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12295" name="Line 7"/>
          <p:cNvSpPr>
            <a:spLocks noChangeShapeType="1"/>
          </p:cNvSpPr>
          <p:nvPr/>
        </p:nvSpPr>
        <p:spPr bwMode="auto">
          <a:xfrm>
            <a:off x="5654675" y="4652963"/>
            <a:ext cx="288925" cy="0"/>
          </a:xfrm>
          <a:prstGeom prst="line">
            <a:avLst/>
          </a:prstGeom>
          <a:noFill/>
          <a:ln w="254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12296" name="Line 8"/>
          <p:cNvSpPr>
            <a:spLocks noChangeShapeType="1"/>
          </p:cNvSpPr>
          <p:nvPr/>
        </p:nvSpPr>
        <p:spPr bwMode="auto">
          <a:xfrm>
            <a:off x="6045200" y="5260975"/>
            <a:ext cx="288925" cy="0"/>
          </a:xfrm>
          <a:prstGeom prst="line">
            <a:avLst/>
          </a:prstGeom>
          <a:noFill/>
          <a:ln w="254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12297" name="Text Box 9"/>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3 之 1</a:t>
            </a:r>
          </a:p>
        </p:txBody>
      </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6795" name="Rectangle 11"/>
          <p:cNvSpPr>
            <a:spLocks noGrp="1" noChangeArrowheads="1"/>
          </p:cNvSpPr>
          <p:nvPr>
            <p:ph type="title"/>
          </p:nvPr>
        </p:nvSpPr>
        <p:spPr/>
        <p:txBody>
          <a:bodyPr/>
          <a:lstStyle/>
          <a:p>
            <a:pPr eaLnBrk="1" hangingPunct="1">
              <a:defRPr/>
            </a:pPr>
            <a:r>
              <a:rPr lang="zh-CN" altLang="en-US" smtClean="0"/>
              <a:t>方体置换</a:t>
            </a:r>
            <a:r>
              <a:rPr lang="zh-CN" altLang="en-US" sz="3200" smtClean="0"/>
              <a:t/>
            </a:r>
            <a:br>
              <a:rPr lang="zh-CN" altLang="en-US" sz="3200" smtClean="0"/>
            </a:br>
            <a:r>
              <a:rPr lang="zh-CN" altLang="en-US" sz="3200" smtClean="0"/>
              <a:t>                  — 图示（</a:t>
            </a:r>
            <a:r>
              <a:rPr lang="en-US" altLang="zh-CN" sz="3200" smtClean="0"/>
              <a:t>N=8）</a:t>
            </a:r>
          </a:p>
        </p:txBody>
      </p:sp>
      <p:sp>
        <p:nvSpPr>
          <p:cNvPr id="13315" name="Rectangle 12"/>
          <p:cNvSpPr>
            <a:spLocks noGrp="1" noChangeArrowheads="1"/>
          </p:cNvSpPr>
          <p:nvPr>
            <p:ph type="body" idx="1"/>
          </p:nvPr>
        </p:nvSpPr>
        <p:spPr/>
        <p:txBody>
          <a:bodyPr/>
          <a:lstStyle/>
          <a:p>
            <a:pPr marL="0" indent="0" eaLnBrk="1" hangingPunct="1">
              <a:lnSpc>
                <a:spcPct val="90000"/>
              </a:lnSpc>
              <a:buFont typeface="Wingdings" pitchFamily="2" charset="2"/>
              <a:buNone/>
            </a:pPr>
            <a:r>
              <a:rPr lang="zh-CN" altLang="en-US" sz="2800" smtClean="0">
                <a:latin typeface="Tahoma" pitchFamily="34" charset="0"/>
              </a:rPr>
              <a:t>0		0	0		0	0		0</a:t>
            </a:r>
          </a:p>
          <a:p>
            <a:pPr marL="0" indent="0" eaLnBrk="1" hangingPunct="1">
              <a:lnSpc>
                <a:spcPct val="90000"/>
              </a:lnSpc>
              <a:buFont typeface="Wingdings" pitchFamily="2" charset="2"/>
              <a:buNone/>
            </a:pPr>
            <a:r>
              <a:rPr lang="zh-CN" altLang="en-US" sz="2800" smtClean="0">
                <a:latin typeface="Tahoma" pitchFamily="34" charset="0"/>
              </a:rPr>
              <a:t>1               1	1		1	1		1</a:t>
            </a:r>
          </a:p>
          <a:p>
            <a:pPr marL="0" indent="0" eaLnBrk="1" hangingPunct="1">
              <a:lnSpc>
                <a:spcPct val="90000"/>
              </a:lnSpc>
              <a:buFont typeface="Wingdings" pitchFamily="2" charset="2"/>
              <a:buNone/>
            </a:pPr>
            <a:r>
              <a:rPr lang="zh-CN" altLang="en-US" sz="2800" smtClean="0">
                <a:latin typeface="Tahoma" pitchFamily="34" charset="0"/>
              </a:rPr>
              <a:t>2               2	2		2	2		2</a:t>
            </a:r>
          </a:p>
          <a:p>
            <a:pPr marL="0" indent="0" eaLnBrk="1" hangingPunct="1">
              <a:lnSpc>
                <a:spcPct val="90000"/>
              </a:lnSpc>
              <a:buFont typeface="Wingdings" pitchFamily="2" charset="2"/>
              <a:buNone/>
            </a:pPr>
            <a:r>
              <a:rPr lang="zh-CN" altLang="en-US" sz="2800" smtClean="0">
                <a:latin typeface="Tahoma" pitchFamily="34" charset="0"/>
              </a:rPr>
              <a:t>3               3	3		3	3		3</a:t>
            </a:r>
          </a:p>
          <a:p>
            <a:pPr marL="0" indent="0" eaLnBrk="1" hangingPunct="1">
              <a:lnSpc>
                <a:spcPct val="90000"/>
              </a:lnSpc>
              <a:buFont typeface="Wingdings" pitchFamily="2" charset="2"/>
              <a:buNone/>
            </a:pPr>
            <a:r>
              <a:rPr lang="zh-CN" altLang="en-US" sz="2800" smtClean="0">
                <a:latin typeface="Tahoma" pitchFamily="34" charset="0"/>
              </a:rPr>
              <a:t>4               4	4		4	4		4</a:t>
            </a:r>
          </a:p>
          <a:p>
            <a:pPr marL="0" indent="0" eaLnBrk="1" hangingPunct="1">
              <a:lnSpc>
                <a:spcPct val="90000"/>
              </a:lnSpc>
              <a:buFont typeface="Wingdings" pitchFamily="2" charset="2"/>
              <a:buNone/>
            </a:pPr>
            <a:r>
              <a:rPr lang="zh-CN" altLang="en-US" sz="2800" smtClean="0">
                <a:latin typeface="Tahoma" pitchFamily="34" charset="0"/>
              </a:rPr>
              <a:t>5               5	5		5	5		5</a:t>
            </a:r>
          </a:p>
          <a:p>
            <a:pPr marL="0" indent="0" eaLnBrk="1" hangingPunct="1">
              <a:lnSpc>
                <a:spcPct val="90000"/>
              </a:lnSpc>
              <a:buFont typeface="Wingdings" pitchFamily="2" charset="2"/>
              <a:buNone/>
            </a:pPr>
            <a:r>
              <a:rPr lang="zh-CN" altLang="en-US" sz="2800" smtClean="0">
                <a:latin typeface="Tahoma" pitchFamily="34" charset="0"/>
              </a:rPr>
              <a:t>6               6	6		6	6		6</a:t>
            </a:r>
          </a:p>
          <a:p>
            <a:pPr marL="0" indent="0" eaLnBrk="1" hangingPunct="1">
              <a:lnSpc>
                <a:spcPct val="90000"/>
              </a:lnSpc>
              <a:buFont typeface="Wingdings" pitchFamily="2" charset="2"/>
              <a:buNone/>
            </a:pPr>
            <a:r>
              <a:rPr lang="zh-CN" altLang="en-US" sz="2800" smtClean="0">
                <a:latin typeface="Tahoma" pitchFamily="34" charset="0"/>
              </a:rPr>
              <a:t>7               7	7		7	7		7</a:t>
            </a:r>
          </a:p>
          <a:p>
            <a:pPr marL="0" indent="0" eaLnBrk="1" hangingPunct="1">
              <a:lnSpc>
                <a:spcPct val="90000"/>
              </a:lnSpc>
              <a:buFont typeface="Wingdings" pitchFamily="2" charset="2"/>
              <a:buNone/>
            </a:pPr>
            <a:r>
              <a:rPr lang="en-US" altLang="zh-CN" sz="2800" smtClean="0"/>
              <a:t>C</a:t>
            </a:r>
            <a:r>
              <a:rPr lang="en-US" altLang="zh-CN" sz="2800" baseline="-25000" smtClean="0"/>
              <a:t>0</a:t>
            </a:r>
            <a:r>
              <a:rPr lang="zh-CN" altLang="en-US" sz="2800" smtClean="0"/>
              <a:t>方体置换		 </a:t>
            </a:r>
            <a:r>
              <a:rPr lang="en-US" altLang="zh-CN" sz="2800" smtClean="0"/>
              <a:t>C</a:t>
            </a:r>
            <a:r>
              <a:rPr lang="en-US" altLang="zh-CN" sz="2800" baseline="-25000" smtClean="0"/>
              <a:t>1</a:t>
            </a:r>
            <a:r>
              <a:rPr lang="zh-CN" altLang="en-US" sz="2800" smtClean="0"/>
              <a:t>方体置换	 </a:t>
            </a:r>
            <a:r>
              <a:rPr lang="en-US" altLang="zh-CN" sz="2800" smtClean="0"/>
              <a:t>C</a:t>
            </a:r>
            <a:r>
              <a:rPr lang="en-US" altLang="zh-CN" sz="2800" baseline="-25000" smtClean="0"/>
              <a:t>2</a:t>
            </a:r>
            <a:r>
              <a:rPr lang="zh-CN" altLang="en-US" sz="2800" smtClean="0"/>
              <a:t>方体置换</a:t>
            </a:r>
            <a:endParaRPr lang="en-US" altLang="zh-CN" sz="2800" smtClean="0"/>
          </a:p>
        </p:txBody>
      </p:sp>
      <p:sp>
        <p:nvSpPr>
          <p:cNvPr id="13316"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基本概念</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常用互连函数</a:t>
            </a:r>
            <a:endParaRPr lang="zh-CN" altLang="en-US" sz="1200" b="0">
              <a:latin typeface="Times New Roman" pitchFamily="18" charset="0"/>
              <a:ea typeface="幼圆" pitchFamily="49" charset="-122"/>
            </a:endParaRPr>
          </a:p>
        </p:txBody>
      </p:sp>
      <p:sp>
        <p:nvSpPr>
          <p:cNvPr id="13317" name="Text Box 9"/>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3 之 2</a:t>
            </a:r>
          </a:p>
        </p:txBody>
      </p:sp>
      <p:grpSp>
        <p:nvGrpSpPr>
          <p:cNvPr id="13318" name="Group 13"/>
          <p:cNvGrpSpPr>
            <a:grpSpLocks/>
          </p:cNvGrpSpPr>
          <p:nvPr/>
        </p:nvGrpSpPr>
        <p:grpSpPr bwMode="auto">
          <a:xfrm>
            <a:off x="1371600" y="2290763"/>
            <a:ext cx="1143000" cy="3190875"/>
            <a:chOff x="2688" y="1858"/>
            <a:chExt cx="720" cy="2010"/>
          </a:xfrm>
        </p:grpSpPr>
        <p:sp>
          <p:nvSpPr>
            <p:cNvPr id="13335" name="Line 14"/>
            <p:cNvSpPr>
              <a:spLocks noChangeShapeType="1"/>
            </p:cNvSpPr>
            <p:nvPr/>
          </p:nvSpPr>
          <p:spPr bwMode="auto">
            <a:xfrm>
              <a:off x="2688" y="1858"/>
              <a:ext cx="720" cy="273"/>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3336" name="Line 15"/>
            <p:cNvSpPr>
              <a:spLocks noChangeShapeType="1"/>
            </p:cNvSpPr>
            <p:nvPr/>
          </p:nvSpPr>
          <p:spPr bwMode="auto">
            <a:xfrm flipV="1">
              <a:off x="2688" y="1858"/>
              <a:ext cx="720" cy="273"/>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3337" name="Line 16"/>
            <p:cNvSpPr>
              <a:spLocks noChangeShapeType="1"/>
            </p:cNvSpPr>
            <p:nvPr/>
          </p:nvSpPr>
          <p:spPr bwMode="auto">
            <a:xfrm>
              <a:off x="2688" y="2429"/>
              <a:ext cx="720" cy="281"/>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3338" name="Line 17"/>
            <p:cNvSpPr>
              <a:spLocks noChangeShapeType="1"/>
            </p:cNvSpPr>
            <p:nvPr/>
          </p:nvSpPr>
          <p:spPr bwMode="auto">
            <a:xfrm>
              <a:off x="2688" y="2991"/>
              <a:ext cx="720" cy="29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3339" name="Line 18"/>
            <p:cNvSpPr>
              <a:spLocks noChangeShapeType="1"/>
            </p:cNvSpPr>
            <p:nvPr/>
          </p:nvSpPr>
          <p:spPr bwMode="auto">
            <a:xfrm flipV="1">
              <a:off x="2688" y="2429"/>
              <a:ext cx="720" cy="281"/>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3340" name="Line 19"/>
            <p:cNvSpPr>
              <a:spLocks noChangeShapeType="1"/>
            </p:cNvSpPr>
            <p:nvPr/>
          </p:nvSpPr>
          <p:spPr bwMode="auto">
            <a:xfrm flipV="1">
              <a:off x="2688" y="2991"/>
              <a:ext cx="720" cy="29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3341" name="Line 20"/>
            <p:cNvSpPr>
              <a:spLocks noChangeShapeType="1"/>
            </p:cNvSpPr>
            <p:nvPr/>
          </p:nvSpPr>
          <p:spPr bwMode="auto">
            <a:xfrm>
              <a:off x="2688" y="3579"/>
              <a:ext cx="720" cy="289"/>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3342" name="Line 21"/>
            <p:cNvSpPr>
              <a:spLocks noChangeShapeType="1"/>
            </p:cNvSpPr>
            <p:nvPr/>
          </p:nvSpPr>
          <p:spPr bwMode="auto">
            <a:xfrm flipV="1">
              <a:off x="2688" y="3579"/>
              <a:ext cx="720" cy="289"/>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grpSp>
      <p:sp>
        <p:nvSpPr>
          <p:cNvPr id="13319" name="Line 23"/>
          <p:cNvSpPr>
            <a:spLocks noChangeShapeType="1"/>
          </p:cNvSpPr>
          <p:nvPr/>
        </p:nvSpPr>
        <p:spPr bwMode="auto">
          <a:xfrm>
            <a:off x="4038600" y="2270125"/>
            <a:ext cx="1143000" cy="8382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3320" name="Line 24"/>
          <p:cNvSpPr>
            <a:spLocks noChangeShapeType="1"/>
          </p:cNvSpPr>
          <p:nvPr/>
        </p:nvSpPr>
        <p:spPr bwMode="auto">
          <a:xfrm>
            <a:off x="4038600" y="2703513"/>
            <a:ext cx="1219200" cy="938212"/>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3321" name="Line 25"/>
          <p:cNvSpPr>
            <a:spLocks noChangeShapeType="1"/>
          </p:cNvSpPr>
          <p:nvPr/>
        </p:nvSpPr>
        <p:spPr bwMode="auto">
          <a:xfrm flipV="1">
            <a:off x="4038600" y="2270125"/>
            <a:ext cx="1219200" cy="906463"/>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3322" name="Line 26"/>
          <p:cNvSpPr>
            <a:spLocks noChangeShapeType="1"/>
          </p:cNvSpPr>
          <p:nvPr/>
        </p:nvSpPr>
        <p:spPr bwMode="auto">
          <a:xfrm>
            <a:off x="4038600" y="4068763"/>
            <a:ext cx="1219200" cy="944562"/>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3323" name="Line 27"/>
          <p:cNvSpPr>
            <a:spLocks noChangeShapeType="1"/>
          </p:cNvSpPr>
          <p:nvPr/>
        </p:nvSpPr>
        <p:spPr bwMode="auto">
          <a:xfrm flipV="1">
            <a:off x="4038600" y="2727325"/>
            <a:ext cx="1219200" cy="89535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3324" name="Line 28"/>
          <p:cNvSpPr>
            <a:spLocks noChangeShapeType="1"/>
          </p:cNvSpPr>
          <p:nvPr/>
        </p:nvSpPr>
        <p:spPr bwMode="auto">
          <a:xfrm>
            <a:off x="4038600" y="4529138"/>
            <a:ext cx="1219200" cy="941387"/>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3325" name="Line 29"/>
          <p:cNvSpPr>
            <a:spLocks noChangeShapeType="1"/>
          </p:cNvSpPr>
          <p:nvPr/>
        </p:nvSpPr>
        <p:spPr bwMode="auto">
          <a:xfrm flipV="1">
            <a:off x="4038600" y="4175125"/>
            <a:ext cx="1219200" cy="82708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3326" name="Line 30"/>
          <p:cNvSpPr>
            <a:spLocks noChangeShapeType="1"/>
          </p:cNvSpPr>
          <p:nvPr/>
        </p:nvSpPr>
        <p:spPr bwMode="auto">
          <a:xfrm flipV="1">
            <a:off x="4038600" y="4632325"/>
            <a:ext cx="1219200" cy="828675"/>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3327" name="Line 32"/>
          <p:cNvSpPr>
            <a:spLocks noChangeShapeType="1"/>
          </p:cNvSpPr>
          <p:nvPr/>
        </p:nvSpPr>
        <p:spPr bwMode="auto">
          <a:xfrm>
            <a:off x="6858000" y="2193925"/>
            <a:ext cx="1219200" cy="19050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3328" name="Line 33"/>
          <p:cNvSpPr>
            <a:spLocks noChangeShapeType="1"/>
          </p:cNvSpPr>
          <p:nvPr/>
        </p:nvSpPr>
        <p:spPr bwMode="auto">
          <a:xfrm>
            <a:off x="6858000" y="2627313"/>
            <a:ext cx="1219200" cy="1928812"/>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3329" name="Line 34"/>
          <p:cNvSpPr>
            <a:spLocks noChangeShapeType="1"/>
          </p:cNvSpPr>
          <p:nvPr/>
        </p:nvSpPr>
        <p:spPr bwMode="auto">
          <a:xfrm>
            <a:off x="6858000" y="3100388"/>
            <a:ext cx="1219200" cy="1912937"/>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3330" name="Line 35"/>
          <p:cNvSpPr>
            <a:spLocks noChangeShapeType="1"/>
          </p:cNvSpPr>
          <p:nvPr/>
        </p:nvSpPr>
        <p:spPr bwMode="auto">
          <a:xfrm flipV="1">
            <a:off x="6858000" y="2193925"/>
            <a:ext cx="1219200" cy="179863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3331" name="Line 36"/>
          <p:cNvSpPr>
            <a:spLocks noChangeShapeType="1"/>
          </p:cNvSpPr>
          <p:nvPr/>
        </p:nvSpPr>
        <p:spPr bwMode="auto">
          <a:xfrm>
            <a:off x="6858000" y="3546475"/>
            <a:ext cx="1219200" cy="192405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3332" name="Line 37"/>
          <p:cNvSpPr>
            <a:spLocks noChangeShapeType="1"/>
          </p:cNvSpPr>
          <p:nvPr/>
        </p:nvSpPr>
        <p:spPr bwMode="auto">
          <a:xfrm flipV="1">
            <a:off x="6858000" y="2651125"/>
            <a:ext cx="1219200" cy="1801813"/>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3333" name="Line 38"/>
          <p:cNvSpPr>
            <a:spLocks noChangeShapeType="1"/>
          </p:cNvSpPr>
          <p:nvPr/>
        </p:nvSpPr>
        <p:spPr bwMode="auto">
          <a:xfrm flipV="1">
            <a:off x="6858000" y="3108325"/>
            <a:ext cx="1219200" cy="181768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3334" name="Line 39"/>
          <p:cNvSpPr>
            <a:spLocks noChangeShapeType="1"/>
          </p:cNvSpPr>
          <p:nvPr/>
        </p:nvSpPr>
        <p:spPr bwMode="auto">
          <a:xfrm flipV="1">
            <a:off x="6858000" y="3565525"/>
            <a:ext cx="1219200" cy="1819275"/>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5771" name="Rectangle 11"/>
          <p:cNvSpPr>
            <a:spLocks noGrp="1" noChangeArrowheads="1"/>
          </p:cNvSpPr>
          <p:nvPr>
            <p:ph type="title"/>
          </p:nvPr>
        </p:nvSpPr>
        <p:spPr/>
        <p:txBody>
          <a:bodyPr/>
          <a:lstStyle/>
          <a:p>
            <a:pPr eaLnBrk="1" hangingPunct="1">
              <a:defRPr/>
            </a:pPr>
            <a:r>
              <a:rPr lang="zh-CN" altLang="en-US" smtClean="0"/>
              <a:t>方体置换</a:t>
            </a:r>
            <a:r>
              <a:rPr lang="zh-CN" altLang="en-US" sz="3200" smtClean="0"/>
              <a:t/>
            </a:r>
            <a:br>
              <a:rPr lang="zh-CN" altLang="en-US" sz="3200" smtClean="0"/>
            </a:br>
            <a:r>
              <a:rPr lang="zh-CN" altLang="en-US" sz="3200" smtClean="0"/>
              <a:t>                   — 提示</a:t>
            </a:r>
            <a:endParaRPr lang="en-US" altLang="zh-CN" sz="3200" smtClean="0"/>
          </a:p>
        </p:txBody>
      </p:sp>
      <p:sp>
        <p:nvSpPr>
          <p:cNvPr id="885772" name="Rectangle 12"/>
          <p:cNvSpPr>
            <a:spLocks noGrp="1" noChangeArrowheads="1"/>
          </p:cNvSpPr>
          <p:nvPr>
            <p:ph type="body" idx="1"/>
          </p:nvPr>
        </p:nvSpPr>
        <p:spPr>
          <a:xfrm>
            <a:off x="809625" y="1974850"/>
            <a:ext cx="7958138" cy="1766888"/>
          </a:xfrm>
        </p:spPr>
        <p:txBody>
          <a:bodyPr/>
          <a:lstStyle/>
          <a:p>
            <a:pPr marL="0" indent="0" eaLnBrk="1" hangingPunct="1">
              <a:buFont typeface="Wingdings" pitchFamily="2" charset="2"/>
              <a:buNone/>
              <a:defRPr/>
            </a:pPr>
            <a:r>
              <a:rPr lang="zh-CN" altLang="en-US" sz="2800" smtClean="0">
                <a:latin typeface="Comic Sans MS" pitchFamily="66" charset="0"/>
              </a:rPr>
              <a:t>     由于方体置换函数主要用于超立方体互连网中，因此也称为</a:t>
            </a:r>
            <a:r>
              <a:rPr lang="zh-CN" altLang="en-US" sz="2800" smtClean="0">
                <a:solidFill>
                  <a:srgbClr val="FF0000"/>
                </a:solidFill>
                <a:effectLst>
                  <a:outerShdw blurRad="38100" dist="38100" dir="2700000" algn="tl">
                    <a:srgbClr val="C0C0C0"/>
                  </a:outerShdw>
                </a:effectLst>
                <a:latin typeface="Comic Sans MS" pitchFamily="66" charset="0"/>
              </a:rPr>
              <a:t>超立方体函数</a:t>
            </a:r>
            <a:r>
              <a:rPr lang="zh-CN" altLang="en-US" sz="2800" smtClean="0">
                <a:latin typeface="Comic Sans MS" pitchFamily="66" charset="0"/>
              </a:rPr>
              <a:t>，用</a:t>
            </a:r>
            <a:r>
              <a:rPr lang="en-US" altLang="zh-CN" sz="2800" smtClean="0">
                <a:latin typeface="Comic Sans MS" pitchFamily="66" charset="0"/>
              </a:rPr>
              <a:t>Cube</a:t>
            </a:r>
            <a:r>
              <a:rPr lang="zh-CN" altLang="en-US" sz="2800" smtClean="0">
                <a:latin typeface="Comic Sans MS" pitchFamily="66" charset="0"/>
              </a:rPr>
              <a:t>表示，如：</a:t>
            </a:r>
            <a:r>
              <a:rPr lang="en-US" altLang="zh-CN" sz="2800" smtClean="0">
                <a:latin typeface="Comic Sans MS" pitchFamily="66" charset="0"/>
              </a:rPr>
              <a:t>Cube</a:t>
            </a:r>
            <a:r>
              <a:rPr lang="en-US" altLang="zh-CN" sz="2800" baseline="-25000" smtClean="0">
                <a:latin typeface="Comic Sans MS" pitchFamily="66" charset="0"/>
              </a:rPr>
              <a:t>0</a:t>
            </a:r>
            <a:r>
              <a:rPr lang="en-US" altLang="zh-CN" sz="2800" smtClean="0">
                <a:latin typeface="Comic Sans MS" pitchFamily="66" charset="0"/>
              </a:rPr>
              <a:t>、Cube</a:t>
            </a:r>
            <a:r>
              <a:rPr lang="en-US" altLang="zh-CN" sz="2800" baseline="-25000" smtClean="0">
                <a:latin typeface="Comic Sans MS" pitchFamily="66" charset="0"/>
              </a:rPr>
              <a:t>1</a:t>
            </a:r>
            <a:r>
              <a:rPr lang="en-US" altLang="zh-CN" sz="2800" smtClean="0">
                <a:latin typeface="Comic Sans MS" pitchFamily="66" charset="0"/>
              </a:rPr>
              <a:t>、Cube</a:t>
            </a:r>
            <a:r>
              <a:rPr lang="en-US" altLang="zh-CN" sz="2800" baseline="-25000" smtClean="0">
                <a:latin typeface="Comic Sans MS" pitchFamily="66" charset="0"/>
              </a:rPr>
              <a:t>2</a:t>
            </a:r>
            <a:r>
              <a:rPr lang="zh-CN" altLang="en-US" sz="2800" smtClean="0">
                <a:latin typeface="Comic Sans MS" pitchFamily="66" charset="0"/>
              </a:rPr>
              <a:t>等。</a:t>
            </a:r>
          </a:p>
        </p:txBody>
      </p:sp>
      <p:sp>
        <p:nvSpPr>
          <p:cNvPr id="14340"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基本概念</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常用互连函数</a:t>
            </a:r>
            <a:endParaRPr lang="zh-CN" altLang="en-US" sz="1200" b="0">
              <a:latin typeface="Times New Roman" pitchFamily="18" charset="0"/>
              <a:ea typeface="幼圆" pitchFamily="49" charset="-122"/>
            </a:endParaRPr>
          </a:p>
        </p:txBody>
      </p:sp>
      <p:sp>
        <p:nvSpPr>
          <p:cNvPr id="14341" name="Text Box 10"/>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3 之 3</a:t>
            </a:r>
          </a:p>
        </p:txBody>
      </p:sp>
      <p:sp>
        <p:nvSpPr>
          <p:cNvPr id="14342" name="Line 15"/>
          <p:cNvSpPr>
            <a:spLocks noChangeShapeType="1"/>
          </p:cNvSpPr>
          <p:nvPr/>
        </p:nvSpPr>
        <p:spPr bwMode="auto">
          <a:xfrm flipV="1">
            <a:off x="5670550" y="4108450"/>
            <a:ext cx="666750" cy="396875"/>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43" name="Line 16"/>
          <p:cNvSpPr>
            <a:spLocks noChangeShapeType="1"/>
          </p:cNvSpPr>
          <p:nvPr/>
        </p:nvSpPr>
        <p:spPr bwMode="auto">
          <a:xfrm flipV="1">
            <a:off x="7108825" y="4108450"/>
            <a:ext cx="666750" cy="396875"/>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44" name="Line 17"/>
          <p:cNvSpPr>
            <a:spLocks noChangeShapeType="1"/>
          </p:cNvSpPr>
          <p:nvPr/>
        </p:nvSpPr>
        <p:spPr bwMode="auto">
          <a:xfrm flipV="1">
            <a:off x="7108825" y="5397500"/>
            <a:ext cx="666750" cy="396875"/>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45" name="Line 18"/>
          <p:cNvSpPr>
            <a:spLocks noChangeShapeType="1"/>
          </p:cNvSpPr>
          <p:nvPr/>
        </p:nvSpPr>
        <p:spPr bwMode="auto">
          <a:xfrm>
            <a:off x="6337300" y="4108450"/>
            <a:ext cx="1438275" cy="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46" name="Line 19"/>
          <p:cNvSpPr>
            <a:spLocks noChangeShapeType="1"/>
          </p:cNvSpPr>
          <p:nvPr/>
        </p:nvSpPr>
        <p:spPr bwMode="auto">
          <a:xfrm>
            <a:off x="7086600" y="4511675"/>
            <a:ext cx="0" cy="1289050"/>
          </a:xfrm>
          <a:prstGeom prst="line">
            <a:avLst/>
          </a:prstGeom>
          <a:noFill/>
          <a:ln w="38100">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47" name="Line 20"/>
          <p:cNvSpPr>
            <a:spLocks noChangeShapeType="1"/>
          </p:cNvSpPr>
          <p:nvPr/>
        </p:nvSpPr>
        <p:spPr bwMode="auto">
          <a:xfrm>
            <a:off x="6337300" y="5397500"/>
            <a:ext cx="1438275" cy="0"/>
          </a:xfrm>
          <a:prstGeom prst="line">
            <a:avLst/>
          </a:prstGeom>
          <a:noFill/>
          <a:ln w="38100">
            <a:solidFill>
              <a:srgbClr val="FF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48" name="Line 21"/>
          <p:cNvSpPr>
            <a:spLocks noChangeShapeType="1"/>
          </p:cNvSpPr>
          <p:nvPr/>
        </p:nvSpPr>
        <p:spPr bwMode="auto">
          <a:xfrm>
            <a:off x="6337300" y="4108450"/>
            <a:ext cx="0" cy="1289050"/>
          </a:xfrm>
          <a:prstGeom prst="line">
            <a:avLst/>
          </a:prstGeom>
          <a:noFill/>
          <a:ln w="38100">
            <a:solidFill>
              <a:srgbClr val="0000CC"/>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49" name="Line 22"/>
          <p:cNvSpPr>
            <a:spLocks noChangeShapeType="1"/>
          </p:cNvSpPr>
          <p:nvPr/>
        </p:nvSpPr>
        <p:spPr bwMode="auto">
          <a:xfrm flipH="1">
            <a:off x="5670550" y="5397500"/>
            <a:ext cx="666750" cy="396875"/>
          </a:xfrm>
          <a:prstGeom prst="line">
            <a:avLst/>
          </a:prstGeom>
          <a:noFill/>
          <a:ln w="38100">
            <a:solidFill>
              <a:srgbClr val="0099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50" name="Line 23"/>
          <p:cNvSpPr>
            <a:spLocks noChangeShapeType="1"/>
          </p:cNvSpPr>
          <p:nvPr/>
        </p:nvSpPr>
        <p:spPr bwMode="auto">
          <a:xfrm>
            <a:off x="7775575" y="5397500"/>
            <a:ext cx="615950"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51" name="Line 24"/>
          <p:cNvSpPr>
            <a:spLocks noChangeShapeType="1"/>
          </p:cNvSpPr>
          <p:nvPr/>
        </p:nvSpPr>
        <p:spPr bwMode="auto">
          <a:xfrm flipV="1">
            <a:off x="6337300" y="3514725"/>
            <a:ext cx="0" cy="593725"/>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52" name="Line 25"/>
          <p:cNvSpPr>
            <a:spLocks noChangeShapeType="1"/>
          </p:cNvSpPr>
          <p:nvPr/>
        </p:nvSpPr>
        <p:spPr bwMode="auto">
          <a:xfrm flipH="1">
            <a:off x="5208588" y="5794375"/>
            <a:ext cx="461962" cy="296863"/>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53" name="Text Box 26"/>
          <p:cNvSpPr txBox="1">
            <a:spLocks noChangeArrowheads="1"/>
          </p:cNvSpPr>
          <p:nvPr/>
        </p:nvSpPr>
        <p:spPr bwMode="auto">
          <a:xfrm>
            <a:off x="5181600" y="5980113"/>
            <a:ext cx="3444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0"/>
              </a:spcBef>
              <a:buClrTx/>
              <a:buFontTx/>
              <a:buNone/>
            </a:pPr>
            <a:r>
              <a:rPr lang="en-US" altLang="zh-CN" sz="2400">
                <a:latin typeface="Tahoma" pitchFamily="34" charset="0"/>
                <a:ea typeface="宋体" charset="-122"/>
              </a:rPr>
              <a:t>z</a:t>
            </a:r>
          </a:p>
        </p:txBody>
      </p:sp>
      <p:sp>
        <p:nvSpPr>
          <p:cNvPr id="14354" name="Text Box 27"/>
          <p:cNvSpPr txBox="1">
            <a:spLocks noChangeArrowheads="1"/>
          </p:cNvSpPr>
          <p:nvPr/>
        </p:nvSpPr>
        <p:spPr bwMode="auto">
          <a:xfrm>
            <a:off x="6369050" y="3352800"/>
            <a:ext cx="3603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0"/>
              </a:spcBef>
              <a:buClrTx/>
              <a:buFontTx/>
              <a:buNone/>
            </a:pPr>
            <a:r>
              <a:rPr lang="en-US" altLang="zh-CN" sz="2400">
                <a:latin typeface="Tahoma" pitchFamily="34" charset="0"/>
                <a:ea typeface="宋体" charset="-122"/>
              </a:rPr>
              <a:t>y</a:t>
            </a:r>
          </a:p>
        </p:txBody>
      </p:sp>
      <p:sp>
        <p:nvSpPr>
          <p:cNvPr id="14355" name="Text Box 28"/>
          <p:cNvSpPr txBox="1">
            <a:spLocks noChangeArrowheads="1"/>
          </p:cNvSpPr>
          <p:nvPr/>
        </p:nvSpPr>
        <p:spPr bwMode="auto">
          <a:xfrm>
            <a:off x="8274050" y="5316538"/>
            <a:ext cx="3683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0"/>
              </a:spcBef>
              <a:buClrTx/>
              <a:buFontTx/>
              <a:buNone/>
            </a:pPr>
            <a:r>
              <a:rPr lang="en-US" altLang="zh-CN" sz="2400">
                <a:latin typeface="Tahoma" pitchFamily="34" charset="0"/>
                <a:ea typeface="宋体" charset="-122"/>
              </a:rPr>
              <a:t>x</a:t>
            </a:r>
          </a:p>
        </p:txBody>
      </p:sp>
      <p:sp>
        <p:nvSpPr>
          <p:cNvPr id="14356" name="Text Box 29"/>
          <p:cNvSpPr txBox="1">
            <a:spLocks noChangeArrowheads="1"/>
          </p:cNvSpPr>
          <p:nvPr/>
        </p:nvSpPr>
        <p:spPr bwMode="auto">
          <a:xfrm>
            <a:off x="6362700" y="3716338"/>
            <a:ext cx="7651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0"/>
              </a:spcBef>
              <a:buClrTx/>
              <a:buFontTx/>
              <a:buNone/>
            </a:pPr>
            <a:r>
              <a:rPr lang="zh-CN" altLang="en-US" sz="2400">
                <a:latin typeface="Tahoma" pitchFamily="34" charset="0"/>
                <a:ea typeface="宋体" charset="-122"/>
              </a:rPr>
              <a:t>010</a:t>
            </a:r>
          </a:p>
        </p:txBody>
      </p:sp>
      <p:sp>
        <p:nvSpPr>
          <p:cNvPr id="14357" name="Text Box 30"/>
          <p:cNvSpPr txBox="1">
            <a:spLocks noChangeArrowheads="1"/>
          </p:cNvSpPr>
          <p:nvPr/>
        </p:nvSpPr>
        <p:spPr bwMode="auto">
          <a:xfrm>
            <a:off x="7772400" y="3792538"/>
            <a:ext cx="7651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0"/>
              </a:spcBef>
              <a:buClrTx/>
              <a:buFontTx/>
              <a:buNone/>
            </a:pPr>
            <a:r>
              <a:rPr lang="zh-CN" altLang="en-US" sz="2400">
                <a:latin typeface="Tahoma" pitchFamily="34" charset="0"/>
                <a:ea typeface="宋体" charset="-122"/>
              </a:rPr>
              <a:t>011</a:t>
            </a:r>
          </a:p>
        </p:txBody>
      </p:sp>
      <p:sp>
        <p:nvSpPr>
          <p:cNvPr id="14358" name="Text Box 31"/>
          <p:cNvSpPr txBox="1">
            <a:spLocks noChangeArrowheads="1"/>
          </p:cNvSpPr>
          <p:nvPr/>
        </p:nvSpPr>
        <p:spPr bwMode="auto">
          <a:xfrm>
            <a:off x="4953000" y="4249738"/>
            <a:ext cx="7651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0"/>
              </a:spcBef>
              <a:buClrTx/>
              <a:buFontTx/>
              <a:buNone/>
            </a:pPr>
            <a:r>
              <a:rPr lang="zh-CN" altLang="en-US" sz="2400">
                <a:latin typeface="Tahoma" pitchFamily="34" charset="0"/>
                <a:ea typeface="宋体" charset="-122"/>
              </a:rPr>
              <a:t>110</a:t>
            </a:r>
          </a:p>
        </p:txBody>
      </p:sp>
      <p:sp>
        <p:nvSpPr>
          <p:cNvPr id="14359" name="Text Box 32"/>
          <p:cNvSpPr txBox="1">
            <a:spLocks noChangeArrowheads="1"/>
          </p:cNvSpPr>
          <p:nvPr/>
        </p:nvSpPr>
        <p:spPr bwMode="auto">
          <a:xfrm>
            <a:off x="7086600" y="4402138"/>
            <a:ext cx="7651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0"/>
              </a:spcBef>
              <a:buClrTx/>
              <a:buFontTx/>
              <a:buNone/>
            </a:pPr>
            <a:r>
              <a:rPr lang="zh-CN" altLang="en-US" sz="2400">
                <a:latin typeface="Tahoma" pitchFamily="34" charset="0"/>
                <a:ea typeface="宋体" charset="-122"/>
              </a:rPr>
              <a:t>111</a:t>
            </a:r>
          </a:p>
        </p:txBody>
      </p:sp>
      <p:sp>
        <p:nvSpPr>
          <p:cNvPr id="14360" name="Text Box 33"/>
          <p:cNvSpPr txBox="1">
            <a:spLocks noChangeArrowheads="1"/>
          </p:cNvSpPr>
          <p:nvPr/>
        </p:nvSpPr>
        <p:spPr bwMode="auto">
          <a:xfrm>
            <a:off x="6337300" y="5011738"/>
            <a:ext cx="7651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0"/>
              </a:spcBef>
              <a:buClrTx/>
              <a:buFontTx/>
              <a:buNone/>
            </a:pPr>
            <a:r>
              <a:rPr lang="zh-CN" altLang="en-US" sz="2400">
                <a:latin typeface="Tahoma" pitchFamily="34" charset="0"/>
                <a:ea typeface="宋体" charset="-122"/>
              </a:rPr>
              <a:t>000</a:t>
            </a:r>
          </a:p>
        </p:txBody>
      </p:sp>
      <p:sp>
        <p:nvSpPr>
          <p:cNvPr id="14361" name="Text Box 34"/>
          <p:cNvSpPr txBox="1">
            <a:spLocks noChangeArrowheads="1"/>
          </p:cNvSpPr>
          <p:nvPr/>
        </p:nvSpPr>
        <p:spPr bwMode="auto">
          <a:xfrm>
            <a:off x="7772400" y="4935538"/>
            <a:ext cx="7651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0"/>
              </a:spcBef>
              <a:buClrTx/>
              <a:buFontTx/>
              <a:buNone/>
            </a:pPr>
            <a:r>
              <a:rPr lang="zh-CN" altLang="en-US" sz="2400">
                <a:latin typeface="Tahoma" pitchFamily="34" charset="0"/>
                <a:ea typeface="宋体" charset="-122"/>
              </a:rPr>
              <a:t>001</a:t>
            </a:r>
          </a:p>
        </p:txBody>
      </p:sp>
      <p:sp>
        <p:nvSpPr>
          <p:cNvPr id="14362" name="Text Box 35"/>
          <p:cNvSpPr txBox="1">
            <a:spLocks noChangeArrowheads="1"/>
          </p:cNvSpPr>
          <p:nvPr/>
        </p:nvSpPr>
        <p:spPr bwMode="auto">
          <a:xfrm>
            <a:off x="7010400" y="5773738"/>
            <a:ext cx="7651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0"/>
              </a:spcBef>
              <a:buClrTx/>
              <a:buFontTx/>
              <a:buNone/>
            </a:pPr>
            <a:r>
              <a:rPr lang="zh-CN" altLang="en-US" sz="2400">
                <a:latin typeface="Tahoma" pitchFamily="34" charset="0"/>
                <a:ea typeface="宋体" charset="-122"/>
              </a:rPr>
              <a:t>101</a:t>
            </a:r>
          </a:p>
        </p:txBody>
      </p:sp>
      <p:sp>
        <p:nvSpPr>
          <p:cNvPr id="14363" name="Text Box 36"/>
          <p:cNvSpPr txBox="1">
            <a:spLocks noChangeArrowheads="1"/>
          </p:cNvSpPr>
          <p:nvPr/>
        </p:nvSpPr>
        <p:spPr bwMode="auto">
          <a:xfrm>
            <a:off x="5616575" y="5773738"/>
            <a:ext cx="7651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0"/>
              </a:spcBef>
              <a:buClrTx/>
              <a:buFontTx/>
              <a:buNone/>
            </a:pPr>
            <a:r>
              <a:rPr lang="zh-CN" altLang="en-US" sz="2400">
                <a:latin typeface="Tahoma" pitchFamily="34" charset="0"/>
                <a:ea typeface="宋体" charset="-122"/>
              </a:rPr>
              <a:t>100</a:t>
            </a:r>
          </a:p>
        </p:txBody>
      </p:sp>
      <p:sp>
        <p:nvSpPr>
          <p:cNvPr id="885798" name="Text Box 38"/>
          <p:cNvSpPr txBox="1">
            <a:spLocks noChangeArrowheads="1"/>
          </p:cNvSpPr>
          <p:nvPr/>
        </p:nvSpPr>
        <p:spPr bwMode="auto">
          <a:xfrm>
            <a:off x="835025" y="3810000"/>
            <a:ext cx="4267200" cy="2227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0"/>
              </a:spcBef>
              <a:buClrTx/>
              <a:buFontTx/>
              <a:buNone/>
              <a:defRPr/>
            </a:pPr>
            <a:r>
              <a:rPr lang="zh-CN" altLang="en-US" sz="2800" b="1">
                <a:latin typeface="Tahoma" pitchFamily="34" charset="0"/>
                <a:ea typeface="宋体" pitchFamily="2" charset="-122"/>
              </a:rPr>
              <a:t>  </a:t>
            </a:r>
            <a:r>
              <a:rPr lang="en-US" altLang="zh-CN" sz="2800" b="1">
                <a:solidFill>
                  <a:srgbClr val="FF0000"/>
                </a:solidFill>
                <a:effectLst>
                  <a:outerShdw blurRad="38100" dist="38100" dir="2700000" algn="tl">
                    <a:srgbClr val="C0C0C0"/>
                  </a:outerShdw>
                </a:effectLst>
                <a:latin typeface="Tahoma" pitchFamily="34" charset="0"/>
                <a:ea typeface="宋体" pitchFamily="2" charset="-122"/>
              </a:rPr>
              <a:t>Cube</a:t>
            </a:r>
            <a:r>
              <a:rPr lang="en-US" altLang="zh-CN" sz="2800" b="1" baseline="-14000">
                <a:solidFill>
                  <a:srgbClr val="FF0000"/>
                </a:solidFill>
                <a:effectLst>
                  <a:outerShdw blurRad="38100" dist="38100" dir="2700000" algn="tl">
                    <a:srgbClr val="C0C0C0"/>
                  </a:outerShdw>
                </a:effectLst>
                <a:latin typeface="Tahoma" pitchFamily="34" charset="0"/>
                <a:ea typeface="宋体" pitchFamily="2" charset="-122"/>
              </a:rPr>
              <a:t>0</a:t>
            </a:r>
            <a:r>
              <a:rPr lang="en-US" altLang="zh-CN" sz="2800" b="1">
                <a:solidFill>
                  <a:srgbClr val="FF0000"/>
                </a:solidFill>
                <a:effectLst>
                  <a:outerShdw blurRad="38100" dist="38100" dir="2700000" algn="tl">
                    <a:srgbClr val="C0C0C0"/>
                  </a:outerShdw>
                </a:effectLst>
                <a:latin typeface="Tahoma" pitchFamily="34" charset="0"/>
                <a:ea typeface="宋体" pitchFamily="2" charset="-122"/>
              </a:rPr>
              <a:t>=(b</a:t>
            </a:r>
            <a:r>
              <a:rPr lang="en-US" altLang="zh-CN" sz="2800" b="1" baseline="-14000">
                <a:solidFill>
                  <a:srgbClr val="FF0000"/>
                </a:solidFill>
                <a:effectLst>
                  <a:outerShdw blurRad="38100" dist="38100" dir="2700000" algn="tl">
                    <a:srgbClr val="C0C0C0"/>
                  </a:outerShdw>
                </a:effectLst>
                <a:latin typeface="Tahoma" pitchFamily="34" charset="0"/>
                <a:ea typeface="宋体" pitchFamily="2" charset="-122"/>
              </a:rPr>
              <a:t>2</a:t>
            </a:r>
            <a:r>
              <a:rPr lang="en-US" altLang="zh-CN" sz="2800" b="1">
                <a:solidFill>
                  <a:srgbClr val="FF0000"/>
                </a:solidFill>
                <a:effectLst>
                  <a:outerShdw blurRad="38100" dist="38100" dir="2700000" algn="tl">
                    <a:srgbClr val="C0C0C0"/>
                  </a:outerShdw>
                </a:effectLst>
                <a:latin typeface="Tahoma" pitchFamily="34" charset="0"/>
                <a:ea typeface="宋体" pitchFamily="2" charset="-122"/>
              </a:rPr>
              <a:t>b</a:t>
            </a:r>
            <a:r>
              <a:rPr lang="en-US" altLang="zh-CN" sz="2800" b="1" baseline="-14000">
                <a:solidFill>
                  <a:srgbClr val="FF0000"/>
                </a:solidFill>
                <a:effectLst>
                  <a:outerShdw blurRad="38100" dist="38100" dir="2700000" algn="tl">
                    <a:srgbClr val="C0C0C0"/>
                  </a:outerShdw>
                </a:effectLst>
                <a:latin typeface="Tahoma" pitchFamily="34" charset="0"/>
                <a:ea typeface="宋体" pitchFamily="2" charset="-122"/>
              </a:rPr>
              <a:t>1</a:t>
            </a:r>
            <a:r>
              <a:rPr lang="en-US" altLang="zh-CN" sz="2800" b="1">
                <a:solidFill>
                  <a:srgbClr val="FF0000"/>
                </a:solidFill>
                <a:effectLst>
                  <a:outerShdw blurRad="38100" dist="38100" dir="2700000" algn="tl">
                    <a:srgbClr val="C0C0C0"/>
                  </a:outerShdw>
                </a:effectLst>
                <a:latin typeface="Tahoma" pitchFamily="34" charset="0"/>
                <a:ea typeface="宋体" pitchFamily="2" charset="-122"/>
              </a:rPr>
              <a:t>b</a:t>
            </a:r>
            <a:r>
              <a:rPr lang="en-US" altLang="zh-CN" sz="2800" b="1" baseline="-14000">
                <a:solidFill>
                  <a:srgbClr val="FF0000"/>
                </a:solidFill>
                <a:effectLst>
                  <a:outerShdw blurRad="38100" dist="38100" dir="2700000" algn="tl">
                    <a:srgbClr val="C0C0C0"/>
                  </a:outerShdw>
                </a:effectLst>
                <a:latin typeface="Tahoma" pitchFamily="34" charset="0"/>
                <a:ea typeface="宋体" pitchFamily="2" charset="-122"/>
              </a:rPr>
              <a:t>0</a:t>
            </a:r>
            <a:r>
              <a:rPr lang="en-US" altLang="zh-CN" sz="2800" b="1">
                <a:solidFill>
                  <a:srgbClr val="FF0000"/>
                </a:solidFill>
                <a:effectLst>
                  <a:outerShdw blurRad="38100" dist="38100" dir="2700000" algn="tl">
                    <a:srgbClr val="C0C0C0"/>
                  </a:outerShdw>
                </a:effectLst>
                <a:latin typeface="Tahoma" pitchFamily="34" charset="0"/>
                <a:ea typeface="宋体" pitchFamily="2" charset="-122"/>
              </a:rPr>
              <a:t>)</a:t>
            </a:r>
          </a:p>
          <a:p>
            <a:pPr>
              <a:spcBef>
                <a:spcPct val="0"/>
              </a:spcBef>
              <a:buClrTx/>
              <a:buFontTx/>
              <a:buNone/>
              <a:defRPr/>
            </a:pPr>
            <a:endParaRPr lang="en-US" altLang="zh-CN" sz="2800" b="1">
              <a:latin typeface="Tahoma" pitchFamily="34" charset="0"/>
              <a:ea typeface="宋体" pitchFamily="2" charset="-122"/>
            </a:endParaRPr>
          </a:p>
          <a:p>
            <a:pPr>
              <a:spcBef>
                <a:spcPct val="0"/>
              </a:spcBef>
              <a:buClrTx/>
              <a:buFontTx/>
              <a:buNone/>
              <a:defRPr/>
            </a:pPr>
            <a:r>
              <a:rPr lang="en-US" altLang="zh-CN" sz="2800" b="1">
                <a:latin typeface="Tahoma" pitchFamily="34" charset="0"/>
                <a:ea typeface="宋体" pitchFamily="2" charset="-122"/>
              </a:rPr>
              <a:t>  </a:t>
            </a:r>
            <a:r>
              <a:rPr lang="en-US" altLang="zh-CN" sz="2800" b="1">
                <a:solidFill>
                  <a:srgbClr val="0000CC"/>
                </a:solidFill>
                <a:effectLst>
                  <a:outerShdw blurRad="38100" dist="38100" dir="2700000" algn="tl">
                    <a:srgbClr val="C0C0C0"/>
                  </a:outerShdw>
                </a:effectLst>
                <a:latin typeface="Tahoma" pitchFamily="34" charset="0"/>
                <a:ea typeface="宋体" pitchFamily="2" charset="-122"/>
              </a:rPr>
              <a:t>Cube</a:t>
            </a:r>
            <a:r>
              <a:rPr lang="en-US" altLang="zh-CN" sz="2800" b="1" baseline="-14000">
                <a:solidFill>
                  <a:srgbClr val="0000CC"/>
                </a:solidFill>
                <a:effectLst>
                  <a:outerShdw blurRad="38100" dist="38100" dir="2700000" algn="tl">
                    <a:srgbClr val="C0C0C0"/>
                  </a:outerShdw>
                </a:effectLst>
                <a:latin typeface="Tahoma" pitchFamily="34" charset="0"/>
                <a:ea typeface="宋体" pitchFamily="2" charset="-122"/>
              </a:rPr>
              <a:t>1</a:t>
            </a:r>
            <a:r>
              <a:rPr lang="en-US" altLang="zh-CN" sz="2800" b="1">
                <a:solidFill>
                  <a:srgbClr val="0000CC"/>
                </a:solidFill>
                <a:effectLst>
                  <a:outerShdw blurRad="38100" dist="38100" dir="2700000" algn="tl">
                    <a:srgbClr val="C0C0C0"/>
                  </a:outerShdw>
                </a:effectLst>
                <a:latin typeface="Tahoma" pitchFamily="34" charset="0"/>
                <a:ea typeface="宋体" pitchFamily="2" charset="-122"/>
              </a:rPr>
              <a:t>=(b</a:t>
            </a:r>
            <a:r>
              <a:rPr lang="en-US" altLang="zh-CN" sz="2800" b="1" baseline="-14000">
                <a:solidFill>
                  <a:srgbClr val="0000CC"/>
                </a:solidFill>
                <a:effectLst>
                  <a:outerShdw blurRad="38100" dist="38100" dir="2700000" algn="tl">
                    <a:srgbClr val="C0C0C0"/>
                  </a:outerShdw>
                </a:effectLst>
                <a:latin typeface="Tahoma" pitchFamily="34" charset="0"/>
                <a:ea typeface="宋体" pitchFamily="2" charset="-122"/>
              </a:rPr>
              <a:t>2</a:t>
            </a:r>
            <a:r>
              <a:rPr lang="en-US" altLang="zh-CN" sz="2800" b="1">
                <a:solidFill>
                  <a:srgbClr val="0000CC"/>
                </a:solidFill>
                <a:effectLst>
                  <a:outerShdw blurRad="38100" dist="38100" dir="2700000" algn="tl">
                    <a:srgbClr val="C0C0C0"/>
                  </a:outerShdw>
                </a:effectLst>
                <a:latin typeface="Tahoma" pitchFamily="34" charset="0"/>
                <a:ea typeface="宋体" pitchFamily="2" charset="-122"/>
              </a:rPr>
              <a:t>b</a:t>
            </a:r>
            <a:r>
              <a:rPr lang="en-US" altLang="zh-CN" sz="2800" b="1" baseline="-14000">
                <a:solidFill>
                  <a:srgbClr val="0000CC"/>
                </a:solidFill>
                <a:effectLst>
                  <a:outerShdw blurRad="38100" dist="38100" dir="2700000" algn="tl">
                    <a:srgbClr val="C0C0C0"/>
                  </a:outerShdw>
                </a:effectLst>
                <a:latin typeface="Tahoma" pitchFamily="34" charset="0"/>
                <a:ea typeface="宋体" pitchFamily="2" charset="-122"/>
              </a:rPr>
              <a:t>1</a:t>
            </a:r>
            <a:r>
              <a:rPr lang="en-US" altLang="zh-CN" sz="2800" b="1">
                <a:solidFill>
                  <a:srgbClr val="0000CC"/>
                </a:solidFill>
                <a:effectLst>
                  <a:outerShdw blurRad="38100" dist="38100" dir="2700000" algn="tl">
                    <a:srgbClr val="C0C0C0"/>
                  </a:outerShdw>
                </a:effectLst>
                <a:latin typeface="Tahoma" pitchFamily="34" charset="0"/>
                <a:ea typeface="宋体" pitchFamily="2" charset="-122"/>
              </a:rPr>
              <a:t>b</a:t>
            </a:r>
            <a:r>
              <a:rPr lang="en-US" altLang="zh-CN" sz="2800" b="1" baseline="-14000">
                <a:solidFill>
                  <a:srgbClr val="0000CC"/>
                </a:solidFill>
                <a:effectLst>
                  <a:outerShdw blurRad="38100" dist="38100" dir="2700000" algn="tl">
                    <a:srgbClr val="C0C0C0"/>
                  </a:outerShdw>
                </a:effectLst>
                <a:latin typeface="Tahoma" pitchFamily="34" charset="0"/>
                <a:ea typeface="宋体" pitchFamily="2" charset="-122"/>
              </a:rPr>
              <a:t>0</a:t>
            </a:r>
            <a:r>
              <a:rPr lang="en-US" altLang="zh-CN" sz="2800" b="1">
                <a:solidFill>
                  <a:srgbClr val="0000CC"/>
                </a:solidFill>
                <a:effectLst>
                  <a:outerShdw blurRad="38100" dist="38100" dir="2700000" algn="tl">
                    <a:srgbClr val="C0C0C0"/>
                  </a:outerShdw>
                </a:effectLst>
                <a:latin typeface="Tahoma" pitchFamily="34" charset="0"/>
                <a:ea typeface="宋体" pitchFamily="2" charset="-122"/>
              </a:rPr>
              <a:t>)</a:t>
            </a:r>
          </a:p>
          <a:p>
            <a:pPr>
              <a:spcBef>
                <a:spcPct val="0"/>
              </a:spcBef>
              <a:buClrTx/>
              <a:buFontTx/>
              <a:buNone/>
              <a:defRPr/>
            </a:pPr>
            <a:endParaRPr lang="en-US" altLang="zh-CN" sz="2800" b="1">
              <a:solidFill>
                <a:srgbClr val="0000CC"/>
              </a:solidFill>
              <a:effectLst>
                <a:outerShdw blurRad="38100" dist="38100" dir="2700000" algn="tl">
                  <a:srgbClr val="C0C0C0"/>
                </a:outerShdw>
              </a:effectLst>
              <a:latin typeface="Tahoma" pitchFamily="34" charset="0"/>
              <a:ea typeface="宋体" pitchFamily="2" charset="-122"/>
            </a:endParaRPr>
          </a:p>
          <a:p>
            <a:pPr>
              <a:spcBef>
                <a:spcPct val="0"/>
              </a:spcBef>
              <a:buClrTx/>
              <a:buFontTx/>
              <a:buNone/>
              <a:defRPr/>
            </a:pPr>
            <a:r>
              <a:rPr lang="en-US" altLang="zh-CN" sz="2800" b="1">
                <a:latin typeface="Tahoma" pitchFamily="34" charset="0"/>
                <a:ea typeface="宋体" pitchFamily="2" charset="-122"/>
              </a:rPr>
              <a:t>  </a:t>
            </a:r>
            <a:r>
              <a:rPr lang="en-US" altLang="zh-CN" sz="2800" b="1">
                <a:solidFill>
                  <a:srgbClr val="009900"/>
                </a:solidFill>
                <a:effectLst>
                  <a:outerShdw blurRad="38100" dist="38100" dir="2700000" algn="tl">
                    <a:srgbClr val="C0C0C0"/>
                  </a:outerShdw>
                </a:effectLst>
                <a:latin typeface="Tahoma" pitchFamily="34" charset="0"/>
                <a:ea typeface="宋体" pitchFamily="2" charset="-122"/>
              </a:rPr>
              <a:t>Cube</a:t>
            </a:r>
            <a:r>
              <a:rPr lang="en-US" altLang="zh-CN" sz="2800" b="1" baseline="-14000">
                <a:solidFill>
                  <a:srgbClr val="009900"/>
                </a:solidFill>
                <a:effectLst>
                  <a:outerShdw blurRad="38100" dist="38100" dir="2700000" algn="tl">
                    <a:srgbClr val="C0C0C0"/>
                  </a:outerShdw>
                </a:effectLst>
                <a:latin typeface="Tahoma" pitchFamily="34" charset="0"/>
                <a:ea typeface="宋体" pitchFamily="2" charset="-122"/>
              </a:rPr>
              <a:t>2</a:t>
            </a:r>
            <a:r>
              <a:rPr lang="en-US" altLang="zh-CN" sz="2800" b="1">
                <a:solidFill>
                  <a:srgbClr val="009900"/>
                </a:solidFill>
                <a:effectLst>
                  <a:outerShdw blurRad="38100" dist="38100" dir="2700000" algn="tl">
                    <a:srgbClr val="C0C0C0"/>
                  </a:outerShdw>
                </a:effectLst>
                <a:latin typeface="Tahoma" pitchFamily="34" charset="0"/>
                <a:ea typeface="宋体" pitchFamily="2" charset="-122"/>
              </a:rPr>
              <a:t>=(b</a:t>
            </a:r>
            <a:r>
              <a:rPr lang="en-US" altLang="zh-CN" sz="2800" b="1" baseline="-14000">
                <a:solidFill>
                  <a:srgbClr val="009900"/>
                </a:solidFill>
                <a:effectLst>
                  <a:outerShdw blurRad="38100" dist="38100" dir="2700000" algn="tl">
                    <a:srgbClr val="C0C0C0"/>
                  </a:outerShdw>
                </a:effectLst>
                <a:latin typeface="Tahoma" pitchFamily="34" charset="0"/>
                <a:ea typeface="宋体" pitchFamily="2" charset="-122"/>
              </a:rPr>
              <a:t>2</a:t>
            </a:r>
            <a:r>
              <a:rPr lang="en-US" altLang="zh-CN" sz="2800" b="1">
                <a:solidFill>
                  <a:srgbClr val="009900"/>
                </a:solidFill>
                <a:effectLst>
                  <a:outerShdw blurRad="38100" dist="38100" dir="2700000" algn="tl">
                    <a:srgbClr val="C0C0C0"/>
                  </a:outerShdw>
                </a:effectLst>
                <a:latin typeface="Tahoma" pitchFamily="34" charset="0"/>
                <a:ea typeface="宋体" pitchFamily="2" charset="-122"/>
              </a:rPr>
              <a:t>b</a:t>
            </a:r>
            <a:r>
              <a:rPr lang="en-US" altLang="zh-CN" sz="2800" b="1" baseline="-14000">
                <a:solidFill>
                  <a:srgbClr val="009900"/>
                </a:solidFill>
                <a:effectLst>
                  <a:outerShdw blurRad="38100" dist="38100" dir="2700000" algn="tl">
                    <a:srgbClr val="C0C0C0"/>
                  </a:outerShdw>
                </a:effectLst>
                <a:latin typeface="Tahoma" pitchFamily="34" charset="0"/>
                <a:ea typeface="宋体" pitchFamily="2" charset="-122"/>
              </a:rPr>
              <a:t>1</a:t>
            </a:r>
            <a:r>
              <a:rPr lang="en-US" altLang="zh-CN" sz="2800" b="1">
                <a:solidFill>
                  <a:srgbClr val="009900"/>
                </a:solidFill>
                <a:effectLst>
                  <a:outerShdw blurRad="38100" dist="38100" dir="2700000" algn="tl">
                    <a:srgbClr val="C0C0C0"/>
                  </a:outerShdw>
                </a:effectLst>
                <a:latin typeface="Tahoma" pitchFamily="34" charset="0"/>
                <a:ea typeface="宋体" pitchFamily="2" charset="-122"/>
              </a:rPr>
              <a:t>b</a:t>
            </a:r>
            <a:r>
              <a:rPr lang="en-US" altLang="zh-CN" sz="2800" b="1" baseline="-14000">
                <a:solidFill>
                  <a:srgbClr val="009900"/>
                </a:solidFill>
                <a:effectLst>
                  <a:outerShdw blurRad="38100" dist="38100" dir="2700000" algn="tl">
                    <a:srgbClr val="C0C0C0"/>
                  </a:outerShdw>
                </a:effectLst>
                <a:latin typeface="Tahoma" pitchFamily="34" charset="0"/>
                <a:ea typeface="宋体" pitchFamily="2" charset="-122"/>
              </a:rPr>
              <a:t>0</a:t>
            </a:r>
            <a:r>
              <a:rPr lang="en-US" altLang="zh-CN" sz="2800" b="1">
                <a:solidFill>
                  <a:srgbClr val="009900"/>
                </a:solidFill>
                <a:effectLst>
                  <a:outerShdw blurRad="38100" dist="38100" dir="2700000" algn="tl">
                    <a:srgbClr val="C0C0C0"/>
                  </a:outerShdw>
                </a:effectLst>
                <a:latin typeface="Tahoma" pitchFamily="34" charset="0"/>
                <a:ea typeface="宋体" pitchFamily="2" charset="-122"/>
              </a:rPr>
              <a:t>)</a:t>
            </a:r>
            <a:endParaRPr lang="en-US" altLang="zh-CN" sz="2800" b="1">
              <a:effectLst>
                <a:outerShdw blurRad="38100" dist="38100" dir="2700000" algn="tl">
                  <a:srgbClr val="C0C0C0"/>
                </a:outerShdw>
              </a:effectLst>
              <a:latin typeface="Tahoma" pitchFamily="34" charset="0"/>
              <a:ea typeface="宋体" pitchFamily="2" charset="-122"/>
            </a:endParaRPr>
          </a:p>
        </p:txBody>
      </p:sp>
      <p:sp>
        <p:nvSpPr>
          <p:cNvPr id="14365" name="Line 39"/>
          <p:cNvSpPr>
            <a:spLocks noChangeShapeType="1"/>
          </p:cNvSpPr>
          <p:nvPr/>
        </p:nvSpPr>
        <p:spPr bwMode="auto">
          <a:xfrm>
            <a:off x="3425825" y="3868738"/>
            <a:ext cx="301625" cy="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66" name="Line 40"/>
          <p:cNvSpPr>
            <a:spLocks noChangeShapeType="1"/>
          </p:cNvSpPr>
          <p:nvPr/>
        </p:nvSpPr>
        <p:spPr bwMode="auto">
          <a:xfrm>
            <a:off x="3048000" y="4706938"/>
            <a:ext cx="301625" cy="0"/>
          </a:xfrm>
          <a:prstGeom prst="line">
            <a:avLst/>
          </a:prstGeom>
          <a:noFill/>
          <a:ln w="38100">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67" name="Line 41"/>
          <p:cNvSpPr>
            <a:spLocks noChangeShapeType="1"/>
          </p:cNvSpPr>
          <p:nvPr/>
        </p:nvSpPr>
        <p:spPr bwMode="auto">
          <a:xfrm>
            <a:off x="2667000" y="5545138"/>
            <a:ext cx="300038" cy="0"/>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68" name="Line 42"/>
          <p:cNvSpPr>
            <a:spLocks noChangeShapeType="1"/>
          </p:cNvSpPr>
          <p:nvPr/>
        </p:nvSpPr>
        <p:spPr bwMode="auto">
          <a:xfrm>
            <a:off x="5667375" y="4524375"/>
            <a:ext cx="1438275" cy="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69" name="Line 43"/>
          <p:cNvSpPr>
            <a:spLocks noChangeShapeType="1"/>
          </p:cNvSpPr>
          <p:nvPr/>
        </p:nvSpPr>
        <p:spPr bwMode="auto">
          <a:xfrm>
            <a:off x="7772400" y="4129088"/>
            <a:ext cx="0" cy="1289050"/>
          </a:xfrm>
          <a:prstGeom prst="line">
            <a:avLst/>
          </a:prstGeom>
          <a:noFill/>
          <a:ln w="38100">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70" name="Text Box 44"/>
          <p:cNvSpPr txBox="1">
            <a:spLocks noChangeArrowheads="1"/>
          </p:cNvSpPr>
          <p:nvPr/>
        </p:nvSpPr>
        <p:spPr bwMode="auto">
          <a:xfrm>
            <a:off x="7772400" y="4935538"/>
            <a:ext cx="7651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0"/>
              </a:spcBef>
              <a:buClrTx/>
              <a:buFontTx/>
              <a:buNone/>
            </a:pPr>
            <a:r>
              <a:rPr lang="zh-CN" altLang="en-US" sz="2400">
                <a:latin typeface="Tahoma" pitchFamily="34" charset="0"/>
                <a:ea typeface="宋体" charset="-122"/>
              </a:rPr>
              <a:t>001</a:t>
            </a:r>
          </a:p>
        </p:txBody>
      </p:sp>
      <p:sp>
        <p:nvSpPr>
          <p:cNvPr id="14371" name="Line 45"/>
          <p:cNvSpPr>
            <a:spLocks noChangeShapeType="1"/>
          </p:cNvSpPr>
          <p:nvPr/>
        </p:nvSpPr>
        <p:spPr bwMode="auto">
          <a:xfrm>
            <a:off x="5653088" y="4524375"/>
            <a:ext cx="0" cy="1289050"/>
          </a:xfrm>
          <a:prstGeom prst="line">
            <a:avLst/>
          </a:prstGeom>
          <a:noFill/>
          <a:ln w="38100">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72" name="Line 46"/>
          <p:cNvSpPr>
            <a:spLocks noChangeShapeType="1"/>
          </p:cNvSpPr>
          <p:nvPr/>
        </p:nvSpPr>
        <p:spPr bwMode="auto">
          <a:xfrm>
            <a:off x="5630863" y="5810250"/>
            <a:ext cx="1438275" cy="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73" name="Oval 47"/>
          <p:cNvSpPr>
            <a:spLocks noChangeArrowheads="1"/>
          </p:cNvSpPr>
          <p:nvPr/>
        </p:nvSpPr>
        <p:spPr bwMode="auto">
          <a:xfrm>
            <a:off x="5599113" y="4452938"/>
            <a:ext cx="142875" cy="142875"/>
          </a:xfrm>
          <a:prstGeom prst="ellipse">
            <a:avLst/>
          </a:prstGeom>
          <a:solidFill>
            <a:srgbClr val="FFFF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14374" name="Oval 48"/>
          <p:cNvSpPr>
            <a:spLocks noChangeArrowheads="1"/>
          </p:cNvSpPr>
          <p:nvPr/>
        </p:nvSpPr>
        <p:spPr bwMode="auto">
          <a:xfrm>
            <a:off x="5581650" y="5722938"/>
            <a:ext cx="142875" cy="142875"/>
          </a:xfrm>
          <a:prstGeom prst="ellipse">
            <a:avLst/>
          </a:prstGeom>
          <a:solidFill>
            <a:srgbClr val="FFFF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14375" name="Oval 49"/>
          <p:cNvSpPr>
            <a:spLocks noChangeArrowheads="1"/>
          </p:cNvSpPr>
          <p:nvPr/>
        </p:nvSpPr>
        <p:spPr bwMode="auto">
          <a:xfrm>
            <a:off x="7015163" y="5738813"/>
            <a:ext cx="142875" cy="142875"/>
          </a:xfrm>
          <a:prstGeom prst="ellipse">
            <a:avLst/>
          </a:prstGeom>
          <a:solidFill>
            <a:srgbClr val="FFFF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14376" name="Oval 50"/>
          <p:cNvSpPr>
            <a:spLocks noChangeArrowheads="1"/>
          </p:cNvSpPr>
          <p:nvPr/>
        </p:nvSpPr>
        <p:spPr bwMode="auto">
          <a:xfrm>
            <a:off x="7015163" y="4452938"/>
            <a:ext cx="142875" cy="142875"/>
          </a:xfrm>
          <a:prstGeom prst="ellipse">
            <a:avLst/>
          </a:prstGeom>
          <a:solidFill>
            <a:srgbClr val="FFFF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14377" name="Oval 51"/>
          <p:cNvSpPr>
            <a:spLocks noChangeArrowheads="1"/>
          </p:cNvSpPr>
          <p:nvPr/>
        </p:nvSpPr>
        <p:spPr bwMode="auto">
          <a:xfrm>
            <a:off x="7700963" y="4057650"/>
            <a:ext cx="142875" cy="142875"/>
          </a:xfrm>
          <a:prstGeom prst="ellipse">
            <a:avLst/>
          </a:prstGeom>
          <a:solidFill>
            <a:srgbClr val="FFFF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14378" name="Oval 52"/>
          <p:cNvSpPr>
            <a:spLocks noChangeArrowheads="1"/>
          </p:cNvSpPr>
          <p:nvPr/>
        </p:nvSpPr>
        <p:spPr bwMode="auto">
          <a:xfrm>
            <a:off x="7708900" y="5321300"/>
            <a:ext cx="142875" cy="142875"/>
          </a:xfrm>
          <a:prstGeom prst="ellipse">
            <a:avLst/>
          </a:prstGeom>
          <a:solidFill>
            <a:srgbClr val="FFFF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14379" name="Oval 53"/>
          <p:cNvSpPr>
            <a:spLocks noChangeArrowheads="1"/>
          </p:cNvSpPr>
          <p:nvPr/>
        </p:nvSpPr>
        <p:spPr bwMode="auto">
          <a:xfrm>
            <a:off x="6265863" y="4037013"/>
            <a:ext cx="142875" cy="142875"/>
          </a:xfrm>
          <a:prstGeom prst="ellipse">
            <a:avLst/>
          </a:prstGeom>
          <a:solidFill>
            <a:srgbClr val="FFFF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14380" name="Oval 54"/>
          <p:cNvSpPr>
            <a:spLocks noChangeArrowheads="1"/>
          </p:cNvSpPr>
          <p:nvPr/>
        </p:nvSpPr>
        <p:spPr bwMode="auto">
          <a:xfrm>
            <a:off x="6265863" y="5316538"/>
            <a:ext cx="142875" cy="142875"/>
          </a:xfrm>
          <a:prstGeom prst="ellipse">
            <a:avLst/>
          </a:prstGeom>
          <a:solidFill>
            <a:srgbClr val="FFFF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42" name="Rectangle 2"/>
          <p:cNvSpPr>
            <a:spLocks noGrp="1" noChangeArrowheads="1"/>
          </p:cNvSpPr>
          <p:nvPr>
            <p:ph type="title"/>
          </p:nvPr>
        </p:nvSpPr>
        <p:spPr/>
        <p:txBody>
          <a:bodyPr/>
          <a:lstStyle/>
          <a:p>
            <a:pPr eaLnBrk="1" hangingPunct="1">
              <a:defRPr/>
            </a:pPr>
            <a:r>
              <a:rPr lang="zh-CN" altLang="en-US" smtClean="0"/>
              <a:t>均匀洗牌置换</a:t>
            </a:r>
            <a:r>
              <a:rPr lang="zh-CN" altLang="en-US" sz="3200" smtClean="0"/>
              <a:t/>
            </a:r>
            <a:br>
              <a:rPr lang="zh-CN" altLang="en-US" sz="3200" smtClean="0"/>
            </a:br>
            <a:r>
              <a:rPr lang="zh-CN" altLang="en-US" sz="3200" smtClean="0"/>
              <a:t>                  — 互连函数</a:t>
            </a:r>
          </a:p>
        </p:txBody>
      </p:sp>
      <p:sp>
        <p:nvSpPr>
          <p:cNvPr id="15363"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基本概念</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常用互连函数</a:t>
            </a:r>
            <a:endParaRPr lang="zh-CN" altLang="en-US" sz="1200" b="0">
              <a:latin typeface="Times New Roman" pitchFamily="18" charset="0"/>
              <a:ea typeface="幼圆" pitchFamily="49" charset="-122"/>
            </a:endParaRPr>
          </a:p>
        </p:txBody>
      </p:sp>
      <p:sp>
        <p:nvSpPr>
          <p:cNvPr id="880645" name="Rectangle 5"/>
          <p:cNvSpPr>
            <a:spLocks noGrp="1" noChangeArrowheads="1"/>
          </p:cNvSpPr>
          <p:nvPr>
            <p:ph type="body" idx="1"/>
          </p:nvPr>
        </p:nvSpPr>
        <p:spPr>
          <a:xfrm>
            <a:off x="762000" y="1989138"/>
            <a:ext cx="8077200" cy="4564062"/>
          </a:xfrm>
        </p:spPr>
        <p:txBody>
          <a:bodyPr/>
          <a:lstStyle/>
          <a:p>
            <a:pPr marL="100013" indent="0" eaLnBrk="1" hangingPunct="1">
              <a:lnSpc>
                <a:spcPct val="110000"/>
              </a:lnSpc>
              <a:spcBef>
                <a:spcPct val="10000"/>
              </a:spcBef>
              <a:spcAft>
                <a:spcPct val="10000"/>
              </a:spcAft>
              <a:buClr>
                <a:srgbClr val="FF0000"/>
              </a:buClr>
              <a:defRPr/>
            </a:pPr>
            <a:r>
              <a:rPr lang="zh-CN" altLang="en-US" sz="2800" dirty="0" smtClean="0">
                <a:solidFill>
                  <a:srgbClr val="FF0000"/>
                </a:solidFill>
                <a:effectLst>
                  <a:outerShdw blurRad="38100" dist="38100" dir="2700000" algn="tl">
                    <a:srgbClr val="C0C0C0"/>
                  </a:outerShdw>
                </a:effectLst>
                <a:latin typeface="Comic Sans MS" pitchFamily="66" charset="0"/>
              </a:rPr>
              <a:t> 均匀洗牌</a:t>
            </a:r>
            <a:r>
              <a:rPr lang="en-US" altLang="zh-CN" sz="2800" dirty="0" smtClean="0">
                <a:effectLst>
                  <a:outerShdw blurRad="38100" dist="38100" dir="2700000" algn="tl">
                    <a:srgbClr val="C0C0C0"/>
                  </a:outerShdw>
                </a:effectLst>
                <a:latin typeface="Comic Sans MS" pitchFamily="66" charset="0"/>
              </a:rPr>
              <a:t>(shuffle:</a:t>
            </a:r>
            <a:r>
              <a:rPr lang="zh-CN" altLang="en-US" sz="2800" dirty="0" smtClean="0">
                <a:effectLst>
                  <a:outerShdw blurRad="38100" dist="38100" dir="2700000" algn="tl">
                    <a:srgbClr val="C0C0C0"/>
                  </a:outerShdw>
                </a:effectLst>
                <a:latin typeface="Comic Sans MS" pitchFamily="66" charset="0"/>
              </a:rPr>
              <a:t>循环左移一位</a:t>
            </a:r>
            <a:r>
              <a:rPr lang="en-US" altLang="zh-CN" sz="2800" dirty="0" smtClean="0">
                <a:effectLst>
                  <a:outerShdw blurRad="38100" dist="38100" dir="2700000" algn="tl">
                    <a:srgbClr val="C0C0C0"/>
                  </a:outerShdw>
                </a:effectLst>
                <a:latin typeface="Comic Sans MS" pitchFamily="66" charset="0"/>
              </a:rPr>
              <a:t>)</a:t>
            </a:r>
          </a:p>
          <a:p>
            <a:pPr marL="100013" indent="0" eaLnBrk="1" hangingPunct="1">
              <a:lnSpc>
                <a:spcPct val="110000"/>
              </a:lnSpc>
              <a:spcBef>
                <a:spcPct val="10000"/>
              </a:spcBef>
              <a:spcAft>
                <a:spcPct val="10000"/>
              </a:spcAft>
              <a:buFont typeface="Wingdings" pitchFamily="2" charset="2"/>
              <a:buNone/>
              <a:defRPr/>
            </a:pPr>
            <a:r>
              <a:rPr lang="en-US" altLang="zh-CN" sz="2800" dirty="0" smtClean="0">
                <a:effectLst>
                  <a:outerShdw blurRad="38100" dist="38100" dir="2700000" algn="tl">
                    <a:srgbClr val="C0C0C0"/>
                  </a:outerShdw>
                </a:effectLst>
                <a:latin typeface="Comic Sans MS" pitchFamily="66" charset="0"/>
              </a:rPr>
              <a:t>σ(</a:t>
            </a:r>
            <a:r>
              <a:rPr lang="en-US" altLang="zh-CN" sz="2800" dirty="0" smtClean="0">
                <a:solidFill>
                  <a:srgbClr val="FF0000"/>
                </a:solidFill>
                <a:effectLst>
                  <a:outerShdw blurRad="38100" dist="38100" dir="2700000" algn="tl">
                    <a:srgbClr val="C0C0C0"/>
                  </a:outerShdw>
                </a:effectLst>
                <a:latin typeface="Comic Sans MS" pitchFamily="66" charset="0"/>
              </a:rPr>
              <a:t>x</a:t>
            </a:r>
            <a:r>
              <a:rPr lang="en-US" altLang="zh-CN" sz="2800" baseline="-25000" dirty="0" smtClean="0">
                <a:solidFill>
                  <a:srgbClr val="FF0000"/>
                </a:solidFill>
                <a:effectLst>
                  <a:outerShdw blurRad="38100" dist="38100" dir="2700000" algn="tl">
                    <a:srgbClr val="C0C0C0"/>
                  </a:outerShdw>
                </a:effectLst>
                <a:latin typeface="Comic Sans MS" pitchFamily="66" charset="0"/>
              </a:rPr>
              <a:t>n-1</a:t>
            </a:r>
            <a:r>
              <a:rPr lang="en-US" altLang="zh-CN" sz="2800" dirty="0" smtClean="0">
                <a:solidFill>
                  <a:srgbClr val="009900"/>
                </a:solidFill>
                <a:effectLst>
                  <a:outerShdw blurRad="38100" dist="38100" dir="2700000" algn="tl">
                    <a:srgbClr val="C0C0C0"/>
                  </a:outerShdw>
                </a:effectLst>
                <a:latin typeface="Comic Sans MS" pitchFamily="66" charset="0"/>
              </a:rPr>
              <a:t>x</a:t>
            </a:r>
            <a:r>
              <a:rPr lang="en-US" altLang="zh-CN" sz="2800" baseline="-25000" dirty="0" smtClean="0">
                <a:solidFill>
                  <a:srgbClr val="009900"/>
                </a:solidFill>
                <a:effectLst>
                  <a:outerShdw blurRad="38100" dist="38100" dir="2700000" algn="tl">
                    <a:srgbClr val="C0C0C0"/>
                  </a:outerShdw>
                </a:effectLst>
                <a:latin typeface="Comic Sans MS" pitchFamily="66" charset="0"/>
              </a:rPr>
              <a:t>n-2</a:t>
            </a:r>
            <a:r>
              <a:rPr lang="en-US" altLang="zh-CN" sz="2800" dirty="0" smtClean="0">
                <a:solidFill>
                  <a:srgbClr val="009900"/>
                </a:solidFill>
                <a:effectLst>
                  <a:outerShdw blurRad="38100" dist="38100" dir="2700000" algn="tl">
                    <a:srgbClr val="C0C0C0"/>
                  </a:outerShdw>
                </a:effectLst>
                <a:latin typeface="Comic Sans MS" pitchFamily="66" charset="0"/>
              </a:rPr>
              <a:t>...</a:t>
            </a:r>
            <a:r>
              <a:rPr lang="en-US" altLang="zh-CN" sz="2800" dirty="0" err="1" smtClean="0">
                <a:solidFill>
                  <a:srgbClr val="009900"/>
                </a:solidFill>
                <a:effectLst>
                  <a:outerShdw blurRad="38100" dist="38100" dir="2700000" algn="tl">
                    <a:srgbClr val="C0C0C0"/>
                  </a:outerShdw>
                </a:effectLst>
                <a:latin typeface="Comic Sans MS" pitchFamily="66" charset="0"/>
              </a:rPr>
              <a:t>x</a:t>
            </a:r>
            <a:r>
              <a:rPr lang="en-US" altLang="zh-CN" sz="2800" baseline="-25000" dirty="0" err="1" smtClean="0">
                <a:solidFill>
                  <a:srgbClr val="009900"/>
                </a:solidFill>
                <a:effectLst>
                  <a:outerShdw blurRad="38100" dist="38100" dir="2700000" algn="tl">
                    <a:srgbClr val="C0C0C0"/>
                  </a:outerShdw>
                </a:effectLst>
                <a:latin typeface="Comic Sans MS" pitchFamily="66" charset="0"/>
              </a:rPr>
              <a:t>k</a:t>
            </a:r>
            <a:r>
              <a:rPr lang="en-US" altLang="zh-CN" sz="2800" dirty="0" smtClean="0">
                <a:solidFill>
                  <a:srgbClr val="009900"/>
                </a:solidFill>
                <a:effectLst>
                  <a:outerShdw blurRad="38100" dist="38100" dir="2700000" algn="tl">
                    <a:srgbClr val="C0C0C0"/>
                  </a:outerShdw>
                </a:effectLst>
                <a:latin typeface="Comic Sans MS" pitchFamily="66" charset="0"/>
              </a:rPr>
              <a:t>...x</a:t>
            </a:r>
            <a:r>
              <a:rPr lang="en-US" altLang="zh-CN" sz="2800" baseline="-25000" dirty="0" smtClean="0">
                <a:solidFill>
                  <a:srgbClr val="009900"/>
                </a:solidFill>
                <a:effectLst>
                  <a:outerShdw blurRad="38100" dist="38100" dir="2700000" algn="tl">
                    <a:srgbClr val="C0C0C0"/>
                  </a:outerShdw>
                </a:effectLst>
                <a:latin typeface="Comic Sans MS" pitchFamily="66" charset="0"/>
              </a:rPr>
              <a:t>1</a:t>
            </a:r>
            <a:r>
              <a:rPr lang="en-US" altLang="zh-CN" sz="2800" dirty="0" smtClean="0">
                <a:solidFill>
                  <a:srgbClr val="009900"/>
                </a:solidFill>
                <a:effectLst>
                  <a:outerShdw blurRad="38100" dist="38100" dir="2700000" algn="tl">
                    <a:srgbClr val="C0C0C0"/>
                  </a:outerShdw>
                </a:effectLst>
                <a:latin typeface="Comic Sans MS" pitchFamily="66" charset="0"/>
              </a:rPr>
              <a:t>x</a:t>
            </a:r>
            <a:r>
              <a:rPr lang="en-US" altLang="zh-CN" sz="2800" baseline="-25000" dirty="0" smtClean="0">
                <a:solidFill>
                  <a:srgbClr val="009900"/>
                </a:solidFill>
                <a:effectLst>
                  <a:outerShdw blurRad="38100" dist="38100" dir="2700000" algn="tl">
                    <a:srgbClr val="C0C0C0"/>
                  </a:outerShdw>
                </a:effectLst>
                <a:latin typeface="Comic Sans MS" pitchFamily="66" charset="0"/>
              </a:rPr>
              <a:t>0</a:t>
            </a:r>
            <a:r>
              <a:rPr lang="en-US" altLang="zh-CN" sz="2800" dirty="0" smtClean="0">
                <a:effectLst>
                  <a:outerShdw blurRad="38100" dist="38100" dir="2700000" algn="tl">
                    <a:srgbClr val="C0C0C0"/>
                  </a:outerShdw>
                </a:effectLst>
                <a:latin typeface="Comic Sans MS" pitchFamily="66" charset="0"/>
              </a:rPr>
              <a:t>)=</a:t>
            </a:r>
            <a:r>
              <a:rPr lang="en-US" altLang="zh-CN" sz="2800" dirty="0" smtClean="0">
                <a:solidFill>
                  <a:srgbClr val="009900"/>
                </a:solidFill>
                <a:effectLst>
                  <a:outerShdw blurRad="38100" dist="38100" dir="2700000" algn="tl">
                    <a:srgbClr val="C0C0C0"/>
                  </a:outerShdw>
                </a:effectLst>
                <a:latin typeface="Comic Sans MS" pitchFamily="66" charset="0"/>
              </a:rPr>
              <a:t>x</a:t>
            </a:r>
            <a:r>
              <a:rPr lang="en-US" altLang="zh-CN" sz="2800" baseline="-25000" dirty="0" smtClean="0">
                <a:solidFill>
                  <a:srgbClr val="009900"/>
                </a:solidFill>
                <a:effectLst>
                  <a:outerShdw blurRad="38100" dist="38100" dir="2700000" algn="tl">
                    <a:srgbClr val="C0C0C0"/>
                  </a:outerShdw>
                </a:effectLst>
                <a:latin typeface="Comic Sans MS" pitchFamily="66" charset="0"/>
              </a:rPr>
              <a:t>n-2</a:t>
            </a:r>
            <a:r>
              <a:rPr lang="en-US" altLang="zh-CN" sz="2800" dirty="0" smtClean="0">
                <a:solidFill>
                  <a:srgbClr val="009900"/>
                </a:solidFill>
                <a:effectLst>
                  <a:outerShdw blurRad="38100" dist="38100" dir="2700000" algn="tl">
                    <a:srgbClr val="C0C0C0"/>
                  </a:outerShdw>
                </a:effectLst>
                <a:latin typeface="Comic Sans MS" pitchFamily="66" charset="0"/>
              </a:rPr>
              <a:t>...</a:t>
            </a:r>
            <a:r>
              <a:rPr lang="en-US" altLang="zh-CN" sz="2800" dirty="0" err="1" smtClean="0">
                <a:solidFill>
                  <a:srgbClr val="009900"/>
                </a:solidFill>
                <a:effectLst>
                  <a:outerShdw blurRad="38100" dist="38100" dir="2700000" algn="tl">
                    <a:srgbClr val="C0C0C0"/>
                  </a:outerShdw>
                </a:effectLst>
                <a:latin typeface="Comic Sans MS" pitchFamily="66" charset="0"/>
              </a:rPr>
              <a:t>x</a:t>
            </a:r>
            <a:r>
              <a:rPr lang="en-US" altLang="zh-CN" sz="2800" baseline="-25000" dirty="0" err="1" smtClean="0">
                <a:solidFill>
                  <a:srgbClr val="009900"/>
                </a:solidFill>
                <a:effectLst>
                  <a:outerShdw blurRad="38100" dist="38100" dir="2700000" algn="tl">
                    <a:srgbClr val="C0C0C0"/>
                  </a:outerShdw>
                </a:effectLst>
                <a:latin typeface="Comic Sans MS" pitchFamily="66" charset="0"/>
              </a:rPr>
              <a:t>k</a:t>
            </a:r>
            <a:r>
              <a:rPr lang="en-US" altLang="zh-CN" sz="2800" dirty="0" smtClean="0">
                <a:solidFill>
                  <a:srgbClr val="009900"/>
                </a:solidFill>
                <a:effectLst>
                  <a:outerShdw blurRad="38100" dist="38100" dir="2700000" algn="tl">
                    <a:srgbClr val="C0C0C0"/>
                  </a:outerShdw>
                </a:effectLst>
                <a:latin typeface="Comic Sans MS" pitchFamily="66" charset="0"/>
              </a:rPr>
              <a:t>...x</a:t>
            </a:r>
            <a:r>
              <a:rPr lang="en-US" altLang="zh-CN" sz="2800" baseline="-25000" dirty="0" smtClean="0">
                <a:solidFill>
                  <a:srgbClr val="009900"/>
                </a:solidFill>
                <a:effectLst>
                  <a:outerShdw blurRad="38100" dist="38100" dir="2700000" algn="tl">
                    <a:srgbClr val="C0C0C0"/>
                  </a:outerShdw>
                </a:effectLst>
                <a:latin typeface="Comic Sans MS" pitchFamily="66" charset="0"/>
              </a:rPr>
              <a:t>1</a:t>
            </a:r>
            <a:r>
              <a:rPr lang="en-US" altLang="zh-CN" sz="2800" dirty="0" smtClean="0">
                <a:solidFill>
                  <a:srgbClr val="009900"/>
                </a:solidFill>
                <a:effectLst>
                  <a:outerShdw blurRad="38100" dist="38100" dir="2700000" algn="tl">
                    <a:srgbClr val="C0C0C0"/>
                  </a:outerShdw>
                </a:effectLst>
                <a:latin typeface="Comic Sans MS" pitchFamily="66" charset="0"/>
              </a:rPr>
              <a:t>x</a:t>
            </a:r>
            <a:r>
              <a:rPr lang="en-US" altLang="zh-CN" sz="2800" baseline="-25000" dirty="0" smtClean="0">
                <a:solidFill>
                  <a:srgbClr val="009900"/>
                </a:solidFill>
                <a:effectLst>
                  <a:outerShdw blurRad="38100" dist="38100" dir="2700000" algn="tl">
                    <a:srgbClr val="C0C0C0"/>
                  </a:outerShdw>
                </a:effectLst>
                <a:latin typeface="Comic Sans MS" pitchFamily="66" charset="0"/>
              </a:rPr>
              <a:t>0</a:t>
            </a:r>
            <a:r>
              <a:rPr lang="en-US" altLang="zh-CN" sz="2800" dirty="0" smtClean="0">
                <a:solidFill>
                  <a:srgbClr val="FF0000"/>
                </a:solidFill>
                <a:effectLst>
                  <a:outerShdw blurRad="38100" dist="38100" dir="2700000" algn="tl">
                    <a:srgbClr val="C0C0C0"/>
                  </a:outerShdw>
                </a:effectLst>
                <a:latin typeface="Comic Sans MS" pitchFamily="66" charset="0"/>
              </a:rPr>
              <a:t>x</a:t>
            </a:r>
            <a:r>
              <a:rPr lang="en-US" altLang="zh-CN" sz="2800" baseline="-25000" dirty="0" smtClean="0">
                <a:solidFill>
                  <a:srgbClr val="FF0000"/>
                </a:solidFill>
                <a:effectLst>
                  <a:outerShdw blurRad="38100" dist="38100" dir="2700000" algn="tl">
                    <a:srgbClr val="C0C0C0"/>
                  </a:outerShdw>
                </a:effectLst>
                <a:latin typeface="Comic Sans MS" pitchFamily="66" charset="0"/>
              </a:rPr>
              <a:t>n-1</a:t>
            </a:r>
          </a:p>
          <a:p>
            <a:pPr marL="100013" indent="0" eaLnBrk="1" hangingPunct="1">
              <a:lnSpc>
                <a:spcPct val="110000"/>
              </a:lnSpc>
              <a:spcBef>
                <a:spcPct val="10000"/>
              </a:spcBef>
              <a:spcAft>
                <a:spcPct val="10000"/>
              </a:spcAft>
              <a:buClr>
                <a:srgbClr val="FF0000"/>
              </a:buClr>
              <a:defRPr/>
            </a:pPr>
            <a:r>
              <a:rPr lang="zh-CN" altLang="en-US" sz="2800" dirty="0" smtClean="0">
                <a:solidFill>
                  <a:srgbClr val="FF0000"/>
                </a:solidFill>
                <a:effectLst>
                  <a:outerShdw blurRad="38100" dist="38100" dir="2700000" algn="tl">
                    <a:srgbClr val="C0C0C0"/>
                  </a:outerShdw>
                </a:effectLst>
                <a:latin typeface="Comic Sans MS" pitchFamily="66" charset="0"/>
              </a:rPr>
              <a:t> 子洗牌</a:t>
            </a:r>
            <a:r>
              <a:rPr lang="en-US" altLang="zh-CN" sz="2800" dirty="0" smtClean="0">
                <a:effectLst>
                  <a:outerShdw blurRad="38100" dist="38100" dir="2700000" algn="tl">
                    <a:srgbClr val="C0C0C0"/>
                  </a:outerShdw>
                </a:effectLst>
                <a:latin typeface="Comic Sans MS" pitchFamily="66" charset="0"/>
              </a:rPr>
              <a:t>(</a:t>
            </a:r>
            <a:r>
              <a:rPr lang="en-US" altLang="zh-CN" sz="2800" dirty="0" err="1" smtClean="0">
                <a:effectLst>
                  <a:outerShdw blurRad="38100" dist="38100" dir="2700000" algn="tl">
                    <a:srgbClr val="C0C0C0"/>
                  </a:outerShdw>
                </a:effectLst>
                <a:latin typeface="Comic Sans MS" pitchFamily="66" charset="0"/>
              </a:rPr>
              <a:t>subshuffle</a:t>
            </a:r>
            <a:r>
              <a:rPr lang="en-US" altLang="zh-CN" sz="2800" dirty="0" smtClean="0">
                <a:effectLst>
                  <a:outerShdw blurRad="38100" dist="38100" dir="2700000" algn="tl">
                    <a:srgbClr val="C0C0C0"/>
                  </a:outerShdw>
                </a:effectLst>
                <a:latin typeface="Comic Sans MS" pitchFamily="66" charset="0"/>
              </a:rPr>
              <a:t>:</a:t>
            </a:r>
            <a:r>
              <a:rPr lang="zh-CN" altLang="en-US" sz="2800" dirty="0" smtClean="0">
                <a:effectLst>
                  <a:outerShdw blurRad="38100" dist="38100" dir="2700000" algn="tl">
                    <a:srgbClr val="C0C0C0"/>
                  </a:outerShdw>
                </a:effectLst>
                <a:latin typeface="Comic Sans MS" pitchFamily="66" charset="0"/>
              </a:rPr>
              <a:t>最低</a:t>
            </a:r>
            <a:r>
              <a:rPr lang="en-US" altLang="zh-CN" sz="2800" dirty="0" smtClean="0">
                <a:effectLst>
                  <a:outerShdw blurRad="38100" dist="38100" dir="2700000" algn="tl">
                    <a:srgbClr val="C0C0C0"/>
                  </a:outerShdw>
                </a:effectLst>
                <a:latin typeface="Comic Sans MS" pitchFamily="66" charset="0"/>
              </a:rPr>
              <a:t>k</a:t>
            </a:r>
            <a:r>
              <a:rPr lang="zh-CN" altLang="en-US" sz="2800" dirty="0" smtClean="0">
                <a:effectLst>
                  <a:outerShdw blurRad="38100" dist="38100" dir="2700000" algn="tl">
                    <a:srgbClr val="C0C0C0"/>
                  </a:outerShdw>
                </a:effectLst>
                <a:latin typeface="Comic Sans MS" pitchFamily="66" charset="0"/>
              </a:rPr>
              <a:t>位循环左移一位</a:t>
            </a:r>
            <a:r>
              <a:rPr lang="en-US" altLang="zh-CN" sz="2800" dirty="0" smtClean="0">
                <a:effectLst>
                  <a:outerShdw blurRad="38100" dist="38100" dir="2700000" algn="tl">
                    <a:srgbClr val="C0C0C0"/>
                  </a:outerShdw>
                </a:effectLst>
                <a:latin typeface="Comic Sans MS" pitchFamily="66" charset="0"/>
              </a:rPr>
              <a:t>)</a:t>
            </a:r>
          </a:p>
          <a:p>
            <a:pPr marL="100013" indent="0" eaLnBrk="1" hangingPunct="1">
              <a:lnSpc>
                <a:spcPct val="110000"/>
              </a:lnSpc>
              <a:spcBef>
                <a:spcPct val="10000"/>
              </a:spcBef>
              <a:spcAft>
                <a:spcPct val="10000"/>
              </a:spcAft>
              <a:buFont typeface="Wingdings" pitchFamily="2" charset="2"/>
              <a:buNone/>
              <a:defRPr/>
            </a:pPr>
            <a:r>
              <a:rPr lang="en-US" altLang="zh-CN" sz="2800" dirty="0" smtClean="0">
                <a:effectLst>
                  <a:outerShdw blurRad="38100" dist="38100" dir="2700000" algn="tl">
                    <a:srgbClr val="C0C0C0"/>
                  </a:outerShdw>
                </a:effectLst>
                <a:latin typeface="Comic Sans MS" pitchFamily="66" charset="0"/>
              </a:rPr>
              <a:t>σ</a:t>
            </a:r>
            <a:r>
              <a:rPr lang="en-US" altLang="zh-CN" sz="2800" baseline="-25000" dirty="0" smtClean="0">
                <a:effectLst>
                  <a:outerShdw blurRad="38100" dist="38100" dir="2700000" algn="tl">
                    <a:srgbClr val="C0C0C0"/>
                  </a:outerShdw>
                </a:effectLst>
                <a:latin typeface="Comic Sans MS" pitchFamily="66" charset="0"/>
              </a:rPr>
              <a:t>(k)</a:t>
            </a:r>
            <a:r>
              <a:rPr lang="en-US" altLang="zh-CN" sz="2800" dirty="0" smtClean="0">
                <a:effectLst>
                  <a:outerShdw blurRad="38100" dist="38100" dir="2700000" algn="tl">
                    <a:srgbClr val="C0C0C0"/>
                  </a:outerShdw>
                </a:effectLst>
                <a:latin typeface="Comic Sans MS" pitchFamily="66" charset="0"/>
              </a:rPr>
              <a:t>(x</a:t>
            </a:r>
            <a:r>
              <a:rPr lang="en-US" altLang="zh-CN" sz="2800" baseline="-25000" dirty="0" smtClean="0">
                <a:effectLst>
                  <a:outerShdw blurRad="38100" dist="38100" dir="2700000" algn="tl">
                    <a:srgbClr val="C0C0C0"/>
                  </a:outerShdw>
                </a:effectLst>
                <a:latin typeface="Comic Sans MS" pitchFamily="66" charset="0"/>
              </a:rPr>
              <a:t>n-1</a:t>
            </a:r>
            <a:r>
              <a:rPr lang="en-US" altLang="zh-CN" sz="2800" dirty="0" smtClean="0">
                <a:effectLst>
                  <a:outerShdw blurRad="38100" dist="38100" dir="2700000" algn="tl">
                    <a:srgbClr val="C0C0C0"/>
                  </a:outerShdw>
                </a:effectLst>
                <a:latin typeface="Comic Sans MS" pitchFamily="66" charset="0"/>
              </a:rPr>
              <a:t>x</a:t>
            </a:r>
            <a:r>
              <a:rPr lang="en-US" altLang="zh-CN" sz="2800" baseline="-25000" dirty="0" smtClean="0">
                <a:effectLst>
                  <a:outerShdw blurRad="38100" dist="38100" dir="2700000" algn="tl">
                    <a:srgbClr val="C0C0C0"/>
                  </a:outerShdw>
                </a:effectLst>
                <a:latin typeface="Comic Sans MS" pitchFamily="66" charset="0"/>
              </a:rPr>
              <a:t>n-2</a:t>
            </a:r>
            <a:r>
              <a:rPr lang="en-US" altLang="zh-CN" sz="2800" dirty="0" smtClean="0">
                <a:effectLst>
                  <a:outerShdw blurRad="38100" dist="38100" dir="2700000" algn="tl">
                    <a:srgbClr val="C0C0C0"/>
                  </a:outerShdw>
                </a:effectLst>
                <a:latin typeface="Comic Sans MS" pitchFamily="66" charset="0"/>
              </a:rPr>
              <a:t>...x</a:t>
            </a:r>
            <a:r>
              <a:rPr lang="en-US" altLang="zh-CN" sz="2800" baseline="-25000" dirty="0" smtClean="0">
                <a:effectLst>
                  <a:outerShdw blurRad="38100" dist="38100" dir="2700000" algn="tl">
                    <a:srgbClr val="C0C0C0"/>
                  </a:outerShdw>
                </a:effectLst>
                <a:latin typeface="Comic Sans MS" pitchFamily="66" charset="0"/>
              </a:rPr>
              <a:t>k</a:t>
            </a:r>
            <a:r>
              <a:rPr lang="en-US" altLang="zh-CN" sz="2800" dirty="0" smtClean="0">
                <a:solidFill>
                  <a:srgbClr val="FF0000"/>
                </a:solidFill>
                <a:effectLst>
                  <a:outerShdw blurRad="38100" dist="38100" dir="2700000" algn="tl">
                    <a:srgbClr val="C0C0C0"/>
                  </a:outerShdw>
                </a:effectLst>
                <a:latin typeface="Comic Sans MS" pitchFamily="66" charset="0"/>
              </a:rPr>
              <a:t>x</a:t>
            </a:r>
            <a:r>
              <a:rPr lang="en-US" altLang="zh-CN" sz="2800" baseline="-25000" dirty="0" smtClean="0">
                <a:solidFill>
                  <a:srgbClr val="FF0000"/>
                </a:solidFill>
                <a:effectLst>
                  <a:outerShdw blurRad="38100" dist="38100" dir="2700000" algn="tl">
                    <a:srgbClr val="C0C0C0"/>
                  </a:outerShdw>
                </a:effectLst>
                <a:latin typeface="Comic Sans MS" pitchFamily="66" charset="0"/>
              </a:rPr>
              <a:t>k-1</a:t>
            </a:r>
            <a:r>
              <a:rPr lang="en-US" altLang="zh-CN" sz="2800" dirty="0" smtClean="0">
                <a:solidFill>
                  <a:srgbClr val="009900"/>
                </a:solidFill>
                <a:effectLst>
                  <a:outerShdw blurRad="38100" dist="38100" dir="2700000" algn="tl">
                    <a:srgbClr val="C0C0C0"/>
                  </a:outerShdw>
                </a:effectLst>
                <a:latin typeface="Comic Sans MS" pitchFamily="66" charset="0"/>
              </a:rPr>
              <a:t>x</a:t>
            </a:r>
            <a:r>
              <a:rPr lang="en-US" altLang="zh-CN" sz="2800" baseline="-25000" dirty="0" smtClean="0">
                <a:solidFill>
                  <a:srgbClr val="009900"/>
                </a:solidFill>
                <a:effectLst>
                  <a:outerShdw blurRad="38100" dist="38100" dir="2700000" algn="tl">
                    <a:srgbClr val="C0C0C0"/>
                  </a:outerShdw>
                </a:effectLst>
                <a:latin typeface="Comic Sans MS" pitchFamily="66" charset="0"/>
              </a:rPr>
              <a:t>k-2</a:t>
            </a:r>
            <a:r>
              <a:rPr lang="en-US" altLang="zh-CN" sz="2800" dirty="0" smtClean="0">
                <a:solidFill>
                  <a:srgbClr val="009900"/>
                </a:solidFill>
                <a:effectLst>
                  <a:outerShdw blurRad="38100" dist="38100" dir="2700000" algn="tl">
                    <a:srgbClr val="C0C0C0"/>
                  </a:outerShdw>
                </a:effectLst>
                <a:latin typeface="Comic Sans MS" pitchFamily="66" charset="0"/>
              </a:rPr>
              <a:t>...x</a:t>
            </a:r>
            <a:r>
              <a:rPr lang="en-US" altLang="zh-CN" sz="2800" baseline="-25000" dirty="0" smtClean="0">
                <a:solidFill>
                  <a:srgbClr val="009900"/>
                </a:solidFill>
                <a:effectLst>
                  <a:outerShdw blurRad="38100" dist="38100" dir="2700000" algn="tl">
                    <a:srgbClr val="C0C0C0"/>
                  </a:outerShdw>
                </a:effectLst>
                <a:latin typeface="Comic Sans MS" pitchFamily="66" charset="0"/>
              </a:rPr>
              <a:t>1</a:t>
            </a:r>
            <a:r>
              <a:rPr lang="en-US" altLang="zh-CN" sz="2800" dirty="0" smtClean="0">
                <a:solidFill>
                  <a:srgbClr val="009900"/>
                </a:solidFill>
                <a:effectLst>
                  <a:outerShdw blurRad="38100" dist="38100" dir="2700000" algn="tl">
                    <a:srgbClr val="C0C0C0"/>
                  </a:outerShdw>
                </a:effectLst>
                <a:latin typeface="Comic Sans MS" pitchFamily="66" charset="0"/>
              </a:rPr>
              <a:t>x</a:t>
            </a:r>
            <a:r>
              <a:rPr lang="en-US" altLang="zh-CN" sz="2800" baseline="-25000" dirty="0" smtClean="0">
                <a:solidFill>
                  <a:srgbClr val="009900"/>
                </a:solidFill>
                <a:effectLst>
                  <a:outerShdw blurRad="38100" dist="38100" dir="2700000" algn="tl">
                    <a:srgbClr val="C0C0C0"/>
                  </a:outerShdw>
                </a:effectLst>
                <a:latin typeface="Comic Sans MS" pitchFamily="66" charset="0"/>
              </a:rPr>
              <a:t>0</a:t>
            </a:r>
            <a:r>
              <a:rPr lang="en-US" altLang="zh-CN" sz="2800" dirty="0" smtClean="0">
                <a:effectLst>
                  <a:outerShdw blurRad="38100" dist="38100" dir="2700000" algn="tl">
                    <a:srgbClr val="C0C0C0"/>
                  </a:outerShdw>
                </a:effectLst>
                <a:latin typeface="Comic Sans MS" pitchFamily="66" charset="0"/>
              </a:rPr>
              <a:t>)=</a:t>
            </a:r>
          </a:p>
          <a:p>
            <a:pPr marL="100013" indent="0" eaLnBrk="1" hangingPunct="1">
              <a:lnSpc>
                <a:spcPct val="110000"/>
              </a:lnSpc>
              <a:spcBef>
                <a:spcPct val="10000"/>
              </a:spcBef>
              <a:spcAft>
                <a:spcPct val="10000"/>
              </a:spcAft>
              <a:buFont typeface="Wingdings" pitchFamily="2" charset="2"/>
              <a:buNone/>
              <a:defRPr/>
            </a:pPr>
            <a:r>
              <a:rPr lang="en-US" altLang="zh-CN" sz="2800" dirty="0" smtClean="0">
                <a:effectLst>
                  <a:outerShdw blurRad="38100" dist="38100" dir="2700000" algn="tl">
                    <a:srgbClr val="C0C0C0"/>
                  </a:outerShdw>
                </a:effectLst>
                <a:latin typeface="Comic Sans MS" pitchFamily="66" charset="0"/>
              </a:rPr>
              <a:t>                x</a:t>
            </a:r>
            <a:r>
              <a:rPr lang="en-US" altLang="zh-CN" sz="2800" baseline="-25000" dirty="0" smtClean="0">
                <a:effectLst>
                  <a:outerShdw blurRad="38100" dist="38100" dir="2700000" algn="tl">
                    <a:srgbClr val="C0C0C0"/>
                  </a:outerShdw>
                </a:effectLst>
                <a:latin typeface="Comic Sans MS" pitchFamily="66" charset="0"/>
              </a:rPr>
              <a:t>n-1</a:t>
            </a:r>
            <a:r>
              <a:rPr lang="en-US" altLang="zh-CN" sz="2800" dirty="0" smtClean="0">
                <a:effectLst>
                  <a:outerShdw blurRad="38100" dist="38100" dir="2700000" algn="tl">
                    <a:srgbClr val="C0C0C0"/>
                  </a:outerShdw>
                </a:effectLst>
                <a:latin typeface="Comic Sans MS" pitchFamily="66" charset="0"/>
              </a:rPr>
              <a:t>x</a:t>
            </a:r>
            <a:r>
              <a:rPr lang="en-US" altLang="zh-CN" sz="2800" baseline="-25000" dirty="0" smtClean="0">
                <a:effectLst>
                  <a:outerShdw blurRad="38100" dist="38100" dir="2700000" algn="tl">
                    <a:srgbClr val="C0C0C0"/>
                  </a:outerShdw>
                </a:effectLst>
                <a:latin typeface="Comic Sans MS" pitchFamily="66" charset="0"/>
              </a:rPr>
              <a:t>n-2</a:t>
            </a:r>
            <a:r>
              <a:rPr lang="en-US" altLang="zh-CN" sz="2800" dirty="0" smtClean="0">
                <a:effectLst>
                  <a:outerShdw blurRad="38100" dist="38100" dir="2700000" algn="tl">
                    <a:srgbClr val="C0C0C0"/>
                  </a:outerShdw>
                </a:effectLst>
                <a:latin typeface="Comic Sans MS" pitchFamily="66" charset="0"/>
              </a:rPr>
              <a:t>...x</a:t>
            </a:r>
            <a:r>
              <a:rPr lang="en-US" altLang="zh-CN" sz="2800" baseline="-25000" dirty="0" smtClean="0">
                <a:effectLst>
                  <a:outerShdw blurRad="38100" dist="38100" dir="2700000" algn="tl">
                    <a:srgbClr val="C0C0C0"/>
                  </a:outerShdw>
                </a:effectLst>
                <a:latin typeface="Comic Sans MS" pitchFamily="66" charset="0"/>
              </a:rPr>
              <a:t>k</a:t>
            </a:r>
            <a:r>
              <a:rPr lang="en-US" altLang="zh-CN" sz="2800" dirty="0" smtClean="0">
                <a:solidFill>
                  <a:srgbClr val="009900"/>
                </a:solidFill>
                <a:effectLst>
                  <a:outerShdw blurRad="38100" dist="38100" dir="2700000" algn="tl">
                    <a:srgbClr val="C0C0C0"/>
                  </a:outerShdw>
                </a:effectLst>
                <a:latin typeface="Comic Sans MS" pitchFamily="66" charset="0"/>
              </a:rPr>
              <a:t>x</a:t>
            </a:r>
            <a:r>
              <a:rPr lang="en-US" altLang="zh-CN" sz="2800" baseline="-25000" dirty="0" smtClean="0">
                <a:solidFill>
                  <a:srgbClr val="009900"/>
                </a:solidFill>
                <a:effectLst>
                  <a:outerShdw blurRad="38100" dist="38100" dir="2700000" algn="tl">
                    <a:srgbClr val="C0C0C0"/>
                  </a:outerShdw>
                </a:effectLst>
                <a:latin typeface="Comic Sans MS" pitchFamily="66" charset="0"/>
              </a:rPr>
              <a:t>k-2</a:t>
            </a:r>
            <a:r>
              <a:rPr lang="en-US" altLang="zh-CN" sz="2800" dirty="0" smtClean="0">
                <a:solidFill>
                  <a:srgbClr val="009900"/>
                </a:solidFill>
                <a:effectLst>
                  <a:outerShdw blurRad="38100" dist="38100" dir="2700000" algn="tl">
                    <a:srgbClr val="C0C0C0"/>
                  </a:outerShdw>
                </a:effectLst>
                <a:latin typeface="Comic Sans MS" pitchFamily="66" charset="0"/>
              </a:rPr>
              <a:t>...x</a:t>
            </a:r>
            <a:r>
              <a:rPr lang="en-US" altLang="zh-CN" sz="2800" baseline="-25000" dirty="0" smtClean="0">
                <a:solidFill>
                  <a:srgbClr val="009900"/>
                </a:solidFill>
                <a:effectLst>
                  <a:outerShdw blurRad="38100" dist="38100" dir="2700000" algn="tl">
                    <a:srgbClr val="C0C0C0"/>
                  </a:outerShdw>
                </a:effectLst>
                <a:latin typeface="Comic Sans MS" pitchFamily="66" charset="0"/>
              </a:rPr>
              <a:t>1</a:t>
            </a:r>
            <a:r>
              <a:rPr lang="en-US" altLang="zh-CN" sz="2800" dirty="0" smtClean="0">
                <a:solidFill>
                  <a:srgbClr val="009900"/>
                </a:solidFill>
                <a:effectLst>
                  <a:outerShdw blurRad="38100" dist="38100" dir="2700000" algn="tl">
                    <a:srgbClr val="C0C0C0"/>
                  </a:outerShdw>
                </a:effectLst>
                <a:latin typeface="Comic Sans MS" pitchFamily="66" charset="0"/>
              </a:rPr>
              <a:t>x</a:t>
            </a:r>
            <a:r>
              <a:rPr lang="en-US" altLang="zh-CN" sz="2800" baseline="-25000" dirty="0" smtClean="0">
                <a:solidFill>
                  <a:srgbClr val="009900"/>
                </a:solidFill>
                <a:effectLst>
                  <a:outerShdw blurRad="38100" dist="38100" dir="2700000" algn="tl">
                    <a:srgbClr val="C0C0C0"/>
                  </a:outerShdw>
                </a:effectLst>
                <a:latin typeface="Comic Sans MS" pitchFamily="66" charset="0"/>
              </a:rPr>
              <a:t>0</a:t>
            </a:r>
            <a:r>
              <a:rPr lang="en-US" altLang="zh-CN" sz="2800" dirty="0" smtClean="0">
                <a:solidFill>
                  <a:srgbClr val="FF0000"/>
                </a:solidFill>
                <a:effectLst>
                  <a:outerShdw blurRad="38100" dist="38100" dir="2700000" algn="tl">
                    <a:srgbClr val="C0C0C0"/>
                  </a:outerShdw>
                </a:effectLst>
                <a:latin typeface="Comic Sans MS" pitchFamily="66" charset="0"/>
              </a:rPr>
              <a:t>x</a:t>
            </a:r>
            <a:r>
              <a:rPr lang="en-US" altLang="zh-CN" sz="2800" baseline="-25000" dirty="0" smtClean="0">
                <a:solidFill>
                  <a:srgbClr val="FF0000"/>
                </a:solidFill>
                <a:effectLst>
                  <a:outerShdw blurRad="38100" dist="38100" dir="2700000" algn="tl">
                    <a:srgbClr val="C0C0C0"/>
                  </a:outerShdw>
                </a:effectLst>
                <a:latin typeface="Comic Sans MS" pitchFamily="66" charset="0"/>
              </a:rPr>
              <a:t>k-1</a:t>
            </a:r>
          </a:p>
          <a:p>
            <a:pPr marL="100013" indent="0" eaLnBrk="1" hangingPunct="1">
              <a:lnSpc>
                <a:spcPct val="110000"/>
              </a:lnSpc>
              <a:spcBef>
                <a:spcPct val="10000"/>
              </a:spcBef>
              <a:spcAft>
                <a:spcPct val="10000"/>
              </a:spcAft>
              <a:buClr>
                <a:srgbClr val="FF0000"/>
              </a:buClr>
              <a:defRPr/>
            </a:pPr>
            <a:r>
              <a:rPr lang="zh-CN" altLang="en-US" sz="2800" dirty="0" smtClean="0">
                <a:solidFill>
                  <a:srgbClr val="FF0000"/>
                </a:solidFill>
                <a:effectLst>
                  <a:outerShdw blurRad="38100" dist="38100" dir="2700000" algn="tl">
                    <a:srgbClr val="C0C0C0"/>
                  </a:outerShdw>
                </a:effectLst>
                <a:latin typeface="Comic Sans MS" pitchFamily="66" charset="0"/>
              </a:rPr>
              <a:t> 超洗牌</a:t>
            </a:r>
            <a:r>
              <a:rPr lang="en-US" altLang="zh-CN" sz="2800" dirty="0" smtClean="0">
                <a:effectLst>
                  <a:outerShdw blurRad="38100" dist="38100" dir="2700000" algn="tl">
                    <a:srgbClr val="C0C0C0"/>
                  </a:outerShdw>
                </a:effectLst>
                <a:latin typeface="Comic Sans MS" pitchFamily="66" charset="0"/>
              </a:rPr>
              <a:t>(</a:t>
            </a:r>
            <a:r>
              <a:rPr lang="en-US" altLang="zh-CN" sz="2800" dirty="0" err="1" smtClean="0">
                <a:effectLst>
                  <a:outerShdw blurRad="38100" dist="38100" dir="2700000" algn="tl">
                    <a:srgbClr val="C0C0C0"/>
                  </a:outerShdw>
                </a:effectLst>
                <a:latin typeface="Comic Sans MS" pitchFamily="66" charset="0"/>
              </a:rPr>
              <a:t>supershuffle</a:t>
            </a:r>
            <a:r>
              <a:rPr lang="en-US" altLang="zh-CN" sz="2800" dirty="0" smtClean="0">
                <a:effectLst>
                  <a:outerShdw blurRad="38100" dist="38100" dir="2700000" algn="tl">
                    <a:srgbClr val="C0C0C0"/>
                  </a:outerShdw>
                </a:effectLst>
                <a:latin typeface="Comic Sans MS" pitchFamily="66" charset="0"/>
              </a:rPr>
              <a:t>:</a:t>
            </a:r>
            <a:r>
              <a:rPr lang="zh-CN" altLang="en-US" sz="2800" dirty="0" smtClean="0">
                <a:effectLst>
                  <a:outerShdw blurRad="38100" dist="38100" dir="2700000" algn="tl">
                    <a:srgbClr val="C0C0C0"/>
                  </a:outerShdw>
                </a:effectLst>
                <a:latin typeface="Comic Sans MS" pitchFamily="66" charset="0"/>
              </a:rPr>
              <a:t>最高</a:t>
            </a:r>
            <a:r>
              <a:rPr lang="en-US" altLang="zh-CN" sz="2800" dirty="0" smtClean="0">
                <a:effectLst>
                  <a:outerShdw blurRad="38100" dist="38100" dir="2700000" algn="tl">
                    <a:srgbClr val="C0C0C0"/>
                  </a:outerShdw>
                </a:effectLst>
                <a:latin typeface="Comic Sans MS" pitchFamily="66" charset="0"/>
              </a:rPr>
              <a:t>k</a:t>
            </a:r>
            <a:r>
              <a:rPr lang="zh-CN" altLang="en-US" sz="2800" dirty="0" smtClean="0">
                <a:effectLst>
                  <a:outerShdw blurRad="38100" dist="38100" dir="2700000" algn="tl">
                    <a:srgbClr val="C0C0C0"/>
                  </a:outerShdw>
                </a:effectLst>
                <a:latin typeface="Comic Sans MS" pitchFamily="66" charset="0"/>
              </a:rPr>
              <a:t>位循环左移一位</a:t>
            </a:r>
            <a:r>
              <a:rPr lang="en-US" altLang="zh-CN" sz="2800" dirty="0" smtClean="0">
                <a:effectLst>
                  <a:outerShdw blurRad="38100" dist="38100" dir="2700000" algn="tl">
                    <a:srgbClr val="C0C0C0"/>
                  </a:outerShdw>
                </a:effectLst>
                <a:latin typeface="Comic Sans MS" pitchFamily="66" charset="0"/>
              </a:rPr>
              <a:t>)</a:t>
            </a:r>
          </a:p>
          <a:p>
            <a:pPr marL="100013" indent="0" eaLnBrk="1" hangingPunct="1">
              <a:lnSpc>
                <a:spcPct val="110000"/>
              </a:lnSpc>
              <a:spcBef>
                <a:spcPct val="10000"/>
              </a:spcBef>
              <a:spcAft>
                <a:spcPct val="10000"/>
              </a:spcAft>
              <a:buFont typeface="Wingdings" pitchFamily="2" charset="2"/>
              <a:buNone/>
              <a:defRPr/>
            </a:pPr>
            <a:r>
              <a:rPr lang="en-US" altLang="zh-CN" sz="2800" dirty="0" smtClean="0">
                <a:effectLst>
                  <a:outerShdw blurRad="38100" dist="38100" dir="2700000" algn="tl">
                    <a:srgbClr val="C0C0C0"/>
                  </a:outerShdw>
                </a:effectLst>
                <a:latin typeface="Comic Sans MS" pitchFamily="66" charset="0"/>
              </a:rPr>
              <a:t>σ</a:t>
            </a:r>
            <a:r>
              <a:rPr lang="en-US" altLang="zh-CN" sz="2800" baseline="30000" dirty="0" smtClean="0">
                <a:effectLst>
                  <a:outerShdw blurRad="38100" dist="38100" dir="2700000" algn="tl">
                    <a:srgbClr val="C0C0C0"/>
                  </a:outerShdw>
                </a:effectLst>
                <a:latin typeface="Comic Sans MS" pitchFamily="66" charset="0"/>
              </a:rPr>
              <a:t>(k)</a:t>
            </a:r>
            <a:r>
              <a:rPr lang="en-US" altLang="zh-CN" sz="2800" dirty="0" smtClean="0">
                <a:effectLst>
                  <a:outerShdw blurRad="38100" dist="38100" dir="2700000" algn="tl">
                    <a:srgbClr val="C0C0C0"/>
                  </a:outerShdw>
                </a:effectLst>
                <a:latin typeface="Comic Sans MS" pitchFamily="66" charset="0"/>
              </a:rPr>
              <a:t>(</a:t>
            </a:r>
            <a:r>
              <a:rPr lang="en-US" altLang="zh-CN" sz="2800" dirty="0" smtClean="0">
                <a:solidFill>
                  <a:srgbClr val="FF0000"/>
                </a:solidFill>
                <a:effectLst>
                  <a:outerShdw blurRad="38100" dist="38100" dir="2700000" algn="tl">
                    <a:srgbClr val="C0C0C0"/>
                  </a:outerShdw>
                </a:effectLst>
                <a:latin typeface="Comic Sans MS" pitchFamily="66" charset="0"/>
              </a:rPr>
              <a:t>x</a:t>
            </a:r>
            <a:r>
              <a:rPr lang="en-US" altLang="zh-CN" sz="2800" baseline="-25000" dirty="0" smtClean="0">
                <a:solidFill>
                  <a:srgbClr val="FF0000"/>
                </a:solidFill>
                <a:effectLst>
                  <a:outerShdw blurRad="38100" dist="38100" dir="2700000" algn="tl">
                    <a:srgbClr val="C0C0C0"/>
                  </a:outerShdw>
                </a:effectLst>
                <a:latin typeface="Comic Sans MS" pitchFamily="66" charset="0"/>
              </a:rPr>
              <a:t>n-1</a:t>
            </a:r>
            <a:r>
              <a:rPr lang="en-US" altLang="zh-CN" sz="2800" dirty="0" smtClean="0">
                <a:solidFill>
                  <a:srgbClr val="009900"/>
                </a:solidFill>
                <a:effectLst>
                  <a:outerShdw blurRad="38100" dist="38100" dir="2700000" algn="tl">
                    <a:srgbClr val="C0C0C0"/>
                  </a:outerShdw>
                </a:effectLst>
                <a:latin typeface="Comic Sans MS" pitchFamily="66" charset="0"/>
              </a:rPr>
              <a:t>x</a:t>
            </a:r>
            <a:r>
              <a:rPr lang="en-US" altLang="zh-CN" sz="2800" baseline="-25000" dirty="0" smtClean="0">
                <a:solidFill>
                  <a:srgbClr val="009900"/>
                </a:solidFill>
                <a:effectLst>
                  <a:outerShdw blurRad="38100" dist="38100" dir="2700000" algn="tl">
                    <a:srgbClr val="C0C0C0"/>
                  </a:outerShdw>
                </a:effectLst>
                <a:latin typeface="Comic Sans MS" pitchFamily="66" charset="0"/>
              </a:rPr>
              <a:t>n-2</a:t>
            </a:r>
            <a:r>
              <a:rPr lang="en-US" altLang="zh-CN" sz="2800" dirty="0" smtClean="0">
                <a:solidFill>
                  <a:srgbClr val="009900"/>
                </a:solidFill>
                <a:effectLst>
                  <a:outerShdw blurRad="38100" dist="38100" dir="2700000" algn="tl">
                    <a:srgbClr val="C0C0C0"/>
                  </a:outerShdw>
                </a:effectLst>
                <a:latin typeface="Comic Sans MS" pitchFamily="66" charset="0"/>
              </a:rPr>
              <a:t>...x</a:t>
            </a:r>
            <a:r>
              <a:rPr lang="en-US" altLang="zh-CN" sz="2800" baseline="-25000" dirty="0" smtClean="0">
                <a:solidFill>
                  <a:srgbClr val="009900"/>
                </a:solidFill>
                <a:effectLst>
                  <a:outerShdw blurRad="38100" dist="38100" dir="2700000" algn="tl">
                    <a:srgbClr val="C0C0C0"/>
                  </a:outerShdw>
                </a:effectLst>
                <a:latin typeface="Comic Sans MS" pitchFamily="66" charset="0"/>
              </a:rPr>
              <a:t>n-k</a:t>
            </a:r>
            <a:r>
              <a:rPr lang="en-US" altLang="zh-CN" sz="2800" dirty="0" smtClean="0">
                <a:effectLst>
                  <a:outerShdw blurRad="38100" dist="38100" dir="2700000" algn="tl">
                    <a:srgbClr val="C0C0C0"/>
                  </a:outerShdw>
                </a:effectLst>
                <a:latin typeface="Comic Sans MS" pitchFamily="66" charset="0"/>
              </a:rPr>
              <a:t>x</a:t>
            </a:r>
            <a:r>
              <a:rPr lang="en-US" altLang="zh-CN" sz="2800" baseline="-25000" dirty="0" smtClean="0">
                <a:effectLst>
                  <a:outerShdw blurRad="38100" dist="38100" dir="2700000" algn="tl">
                    <a:srgbClr val="C0C0C0"/>
                  </a:outerShdw>
                </a:effectLst>
                <a:latin typeface="Comic Sans MS" pitchFamily="66" charset="0"/>
              </a:rPr>
              <a:t>n-k-1</a:t>
            </a:r>
            <a:r>
              <a:rPr lang="en-US" altLang="zh-CN" sz="2800" dirty="0" smtClean="0">
                <a:effectLst>
                  <a:outerShdw blurRad="38100" dist="38100" dir="2700000" algn="tl">
                    <a:srgbClr val="C0C0C0"/>
                  </a:outerShdw>
                </a:effectLst>
                <a:latin typeface="Comic Sans MS" pitchFamily="66" charset="0"/>
              </a:rPr>
              <a:t>...x</a:t>
            </a:r>
            <a:r>
              <a:rPr lang="en-US" altLang="zh-CN" sz="2800" baseline="-25000" dirty="0" smtClean="0">
                <a:effectLst>
                  <a:outerShdw blurRad="38100" dist="38100" dir="2700000" algn="tl">
                    <a:srgbClr val="C0C0C0"/>
                  </a:outerShdw>
                </a:effectLst>
                <a:latin typeface="Comic Sans MS" pitchFamily="66" charset="0"/>
              </a:rPr>
              <a:t>1</a:t>
            </a:r>
            <a:r>
              <a:rPr lang="en-US" altLang="zh-CN" sz="2800" dirty="0" smtClean="0">
                <a:effectLst>
                  <a:outerShdw blurRad="38100" dist="38100" dir="2700000" algn="tl">
                    <a:srgbClr val="C0C0C0"/>
                  </a:outerShdw>
                </a:effectLst>
                <a:latin typeface="Comic Sans MS" pitchFamily="66" charset="0"/>
              </a:rPr>
              <a:t>x</a:t>
            </a:r>
            <a:r>
              <a:rPr lang="en-US" altLang="zh-CN" sz="2800" baseline="-25000" dirty="0" smtClean="0">
                <a:effectLst>
                  <a:outerShdw blurRad="38100" dist="38100" dir="2700000" algn="tl">
                    <a:srgbClr val="C0C0C0"/>
                  </a:outerShdw>
                </a:effectLst>
                <a:latin typeface="Comic Sans MS" pitchFamily="66" charset="0"/>
              </a:rPr>
              <a:t>0</a:t>
            </a:r>
            <a:r>
              <a:rPr lang="en-US" altLang="zh-CN" sz="2800" dirty="0" smtClean="0">
                <a:effectLst>
                  <a:outerShdw blurRad="38100" dist="38100" dir="2700000" algn="tl">
                    <a:srgbClr val="C0C0C0"/>
                  </a:outerShdw>
                </a:effectLst>
                <a:latin typeface="Comic Sans MS" pitchFamily="66" charset="0"/>
              </a:rPr>
              <a:t>)=</a:t>
            </a:r>
            <a:br>
              <a:rPr lang="en-US" altLang="zh-CN" sz="2800" dirty="0" smtClean="0">
                <a:effectLst>
                  <a:outerShdw blurRad="38100" dist="38100" dir="2700000" algn="tl">
                    <a:srgbClr val="C0C0C0"/>
                  </a:outerShdw>
                </a:effectLst>
                <a:latin typeface="Comic Sans MS" pitchFamily="66" charset="0"/>
              </a:rPr>
            </a:br>
            <a:r>
              <a:rPr lang="en-US" altLang="zh-CN" sz="2800" dirty="0" smtClean="0">
                <a:effectLst>
                  <a:outerShdw blurRad="38100" dist="38100" dir="2700000" algn="tl">
                    <a:srgbClr val="C0C0C0"/>
                  </a:outerShdw>
                </a:effectLst>
                <a:latin typeface="Comic Sans MS" pitchFamily="66" charset="0"/>
              </a:rPr>
              <a:t>                </a:t>
            </a:r>
            <a:r>
              <a:rPr lang="en-US" altLang="zh-CN" sz="2800" dirty="0" smtClean="0">
                <a:solidFill>
                  <a:srgbClr val="009900"/>
                </a:solidFill>
                <a:effectLst>
                  <a:outerShdw blurRad="38100" dist="38100" dir="2700000" algn="tl">
                    <a:srgbClr val="C0C0C0"/>
                  </a:outerShdw>
                </a:effectLst>
                <a:latin typeface="Comic Sans MS" pitchFamily="66" charset="0"/>
              </a:rPr>
              <a:t>x</a:t>
            </a:r>
            <a:r>
              <a:rPr lang="en-US" altLang="zh-CN" sz="2800" baseline="-25000" dirty="0" smtClean="0">
                <a:solidFill>
                  <a:srgbClr val="009900"/>
                </a:solidFill>
                <a:effectLst>
                  <a:outerShdw blurRad="38100" dist="38100" dir="2700000" algn="tl">
                    <a:srgbClr val="C0C0C0"/>
                  </a:outerShdw>
                </a:effectLst>
                <a:latin typeface="Comic Sans MS" pitchFamily="66" charset="0"/>
              </a:rPr>
              <a:t>n-2</a:t>
            </a:r>
            <a:r>
              <a:rPr lang="en-US" altLang="zh-CN" sz="2800" dirty="0" smtClean="0">
                <a:solidFill>
                  <a:srgbClr val="009900"/>
                </a:solidFill>
                <a:effectLst>
                  <a:outerShdw blurRad="38100" dist="38100" dir="2700000" algn="tl">
                    <a:srgbClr val="C0C0C0"/>
                  </a:outerShdw>
                </a:effectLst>
                <a:latin typeface="Comic Sans MS" pitchFamily="66" charset="0"/>
              </a:rPr>
              <a:t>...x</a:t>
            </a:r>
            <a:r>
              <a:rPr lang="en-US" altLang="zh-CN" sz="2800" baseline="-25000" dirty="0" smtClean="0">
                <a:solidFill>
                  <a:srgbClr val="009900"/>
                </a:solidFill>
                <a:effectLst>
                  <a:outerShdw blurRad="38100" dist="38100" dir="2700000" algn="tl">
                    <a:srgbClr val="C0C0C0"/>
                  </a:outerShdw>
                </a:effectLst>
                <a:latin typeface="Comic Sans MS" pitchFamily="66" charset="0"/>
              </a:rPr>
              <a:t>n-k</a:t>
            </a:r>
            <a:r>
              <a:rPr lang="en-US" altLang="zh-CN" sz="2800" dirty="0" smtClean="0">
                <a:solidFill>
                  <a:srgbClr val="FF0000"/>
                </a:solidFill>
                <a:effectLst>
                  <a:outerShdw blurRad="38100" dist="38100" dir="2700000" algn="tl">
                    <a:srgbClr val="C0C0C0"/>
                  </a:outerShdw>
                </a:effectLst>
                <a:latin typeface="Comic Sans MS" pitchFamily="66" charset="0"/>
              </a:rPr>
              <a:t>x</a:t>
            </a:r>
            <a:r>
              <a:rPr lang="en-US" altLang="zh-CN" sz="2800" baseline="-25000" dirty="0" smtClean="0">
                <a:solidFill>
                  <a:srgbClr val="FF0000"/>
                </a:solidFill>
                <a:effectLst>
                  <a:outerShdw blurRad="38100" dist="38100" dir="2700000" algn="tl">
                    <a:srgbClr val="C0C0C0"/>
                  </a:outerShdw>
                </a:effectLst>
                <a:latin typeface="Comic Sans MS" pitchFamily="66" charset="0"/>
              </a:rPr>
              <a:t>n-1</a:t>
            </a:r>
            <a:r>
              <a:rPr lang="en-US" altLang="zh-CN" sz="2800" dirty="0" smtClean="0">
                <a:effectLst>
                  <a:outerShdw blurRad="38100" dist="38100" dir="2700000" algn="tl">
                    <a:srgbClr val="C0C0C0"/>
                  </a:outerShdw>
                </a:effectLst>
                <a:latin typeface="Comic Sans MS" pitchFamily="66" charset="0"/>
              </a:rPr>
              <a:t>x</a:t>
            </a:r>
            <a:r>
              <a:rPr lang="en-US" altLang="zh-CN" sz="2800" baseline="-25000" dirty="0" smtClean="0">
                <a:effectLst>
                  <a:outerShdw blurRad="38100" dist="38100" dir="2700000" algn="tl">
                    <a:srgbClr val="C0C0C0"/>
                  </a:outerShdw>
                </a:effectLst>
                <a:latin typeface="Comic Sans MS" pitchFamily="66" charset="0"/>
              </a:rPr>
              <a:t>n-k-1</a:t>
            </a:r>
            <a:r>
              <a:rPr lang="en-US" altLang="zh-CN" sz="2800" dirty="0" smtClean="0">
                <a:effectLst>
                  <a:outerShdw blurRad="38100" dist="38100" dir="2700000" algn="tl">
                    <a:srgbClr val="C0C0C0"/>
                  </a:outerShdw>
                </a:effectLst>
                <a:latin typeface="Comic Sans MS" pitchFamily="66" charset="0"/>
              </a:rPr>
              <a:t>...x</a:t>
            </a:r>
            <a:r>
              <a:rPr lang="en-US" altLang="zh-CN" sz="2800" baseline="-25000" dirty="0" smtClean="0">
                <a:effectLst>
                  <a:outerShdw blurRad="38100" dist="38100" dir="2700000" algn="tl">
                    <a:srgbClr val="C0C0C0"/>
                  </a:outerShdw>
                </a:effectLst>
                <a:latin typeface="Comic Sans MS" pitchFamily="66" charset="0"/>
              </a:rPr>
              <a:t>1</a:t>
            </a:r>
            <a:r>
              <a:rPr lang="en-US" altLang="zh-CN" sz="2800" dirty="0" smtClean="0">
                <a:effectLst>
                  <a:outerShdw blurRad="38100" dist="38100" dir="2700000" algn="tl">
                    <a:srgbClr val="C0C0C0"/>
                  </a:outerShdw>
                </a:effectLst>
                <a:latin typeface="Comic Sans MS" pitchFamily="66" charset="0"/>
              </a:rPr>
              <a:t>x</a:t>
            </a:r>
            <a:r>
              <a:rPr lang="en-US" altLang="zh-CN" sz="2800" baseline="-25000" dirty="0" smtClean="0">
                <a:effectLst>
                  <a:outerShdw blurRad="38100" dist="38100" dir="2700000" algn="tl">
                    <a:srgbClr val="C0C0C0"/>
                  </a:outerShdw>
                </a:effectLst>
                <a:latin typeface="Comic Sans MS" pitchFamily="66" charset="0"/>
              </a:rPr>
              <a:t>0</a:t>
            </a:r>
            <a:endParaRPr lang="zh-CN" altLang="en-US" sz="2800" baseline="-25000" dirty="0" smtClean="0">
              <a:effectLst>
                <a:outerShdw blurRad="38100" dist="38100" dir="2700000" algn="tl">
                  <a:srgbClr val="C0C0C0"/>
                </a:outerShdw>
              </a:effectLst>
              <a:latin typeface="Comic Sans MS" pitchFamily="66" charset="0"/>
            </a:endParaRPr>
          </a:p>
        </p:txBody>
      </p:sp>
      <p:sp>
        <p:nvSpPr>
          <p:cNvPr id="15365"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4 之 1</a:t>
            </a:r>
          </a:p>
        </p:txBody>
      </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7810" name="Rectangle 2"/>
          <p:cNvSpPr>
            <a:spLocks noGrp="1" noChangeArrowheads="1"/>
          </p:cNvSpPr>
          <p:nvPr>
            <p:ph type="title"/>
          </p:nvPr>
        </p:nvSpPr>
        <p:spPr/>
        <p:txBody>
          <a:bodyPr/>
          <a:lstStyle/>
          <a:p>
            <a:pPr eaLnBrk="1" hangingPunct="1">
              <a:defRPr/>
            </a:pPr>
            <a:r>
              <a:rPr lang="zh-CN" altLang="en-US" smtClean="0"/>
              <a:t>均匀洗牌置换</a:t>
            </a:r>
            <a:r>
              <a:rPr lang="zh-CN" altLang="en-US" sz="3200" smtClean="0"/>
              <a:t/>
            </a:r>
            <a:br>
              <a:rPr lang="zh-CN" altLang="en-US" sz="3200" smtClean="0"/>
            </a:br>
            <a:r>
              <a:rPr lang="zh-CN" altLang="en-US" sz="3200" smtClean="0"/>
              <a:t>                — 图示（</a:t>
            </a:r>
            <a:r>
              <a:rPr lang="en-US" altLang="zh-CN" sz="3200" smtClean="0"/>
              <a:t>N=8）</a:t>
            </a:r>
            <a:endParaRPr lang="zh-CN" altLang="en-US" sz="3200" smtClean="0"/>
          </a:p>
        </p:txBody>
      </p:sp>
      <p:sp>
        <p:nvSpPr>
          <p:cNvPr id="1638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基本概念</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常用互连函数</a:t>
            </a:r>
            <a:endParaRPr lang="zh-CN" altLang="en-US" sz="1200" b="0">
              <a:latin typeface="Times New Roman" pitchFamily="18" charset="0"/>
              <a:ea typeface="幼圆" pitchFamily="49" charset="-122"/>
            </a:endParaRPr>
          </a:p>
        </p:txBody>
      </p:sp>
      <p:sp>
        <p:nvSpPr>
          <p:cNvPr id="16388"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4 之 2</a:t>
            </a:r>
          </a:p>
        </p:txBody>
      </p:sp>
      <p:sp>
        <p:nvSpPr>
          <p:cNvPr id="16389" name="Rectangle 9"/>
          <p:cNvSpPr>
            <a:spLocks noChangeArrowheads="1"/>
          </p:cNvSpPr>
          <p:nvPr/>
        </p:nvSpPr>
        <p:spPr bwMode="auto">
          <a:xfrm>
            <a:off x="838200" y="1989138"/>
            <a:ext cx="7958138" cy="426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har char="w"/>
              <a:defRPr kumimoji="1" sz="3200" b="1">
                <a:solidFill>
                  <a:schemeClr val="tx1"/>
                </a:solidFill>
                <a:latin typeface="Arial" charset="0"/>
                <a:ea typeface="楷体_GB2312" pitchFamily="49" charset="-122"/>
              </a:defRPr>
            </a:lvl1pPr>
            <a:lvl2pPr marL="765175"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84275"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3375"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22475" indent="-228600" eaLnBrk="0" hangingPunct="0">
              <a:buClr>
                <a:schemeClr val="accent2"/>
              </a:buClr>
              <a:buSzPct val="80000"/>
              <a:buChar char="§"/>
              <a:defRPr kumimoji="1" b="1">
                <a:solidFill>
                  <a:schemeClr val="tx1"/>
                </a:solidFill>
                <a:latin typeface="Arial" charset="0"/>
                <a:ea typeface="楷体_GB2312" pitchFamily="49" charset="-122"/>
              </a:defRPr>
            </a:lvl5pPr>
            <a:lvl6pPr marL="2479675"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36875"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394075"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51275"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lnSpc>
                <a:spcPct val="90000"/>
              </a:lnSpc>
              <a:buFont typeface="Wingdings" pitchFamily="2" charset="2"/>
              <a:buNone/>
            </a:pPr>
            <a:r>
              <a:rPr lang="zh-CN" altLang="en-US" sz="2800">
                <a:latin typeface="Tahoma" pitchFamily="34" charset="0"/>
              </a:rPr>
              <a:t>0		0	0		0	0		0</a:t>
            </a:r>
          </a:p>
          <a:p>
            <a:pPr eaLnBrk="1" hangingPunct="1">
              <a:lnSpc>
                <a:spcPct val="90000"/>
              </a:lnSpc>
              <a:buFont typeface="Wingdings" pitchFamily="2" charset="2"/>
              <a:buNone/>
            </a:pPr>
            <a:r>
              <a:rPr lang="zh-CN" altLang="en-US" sz="2800">
                <a:latin typeface="Tahoma" pitchFamily="34" charset="0"/>
              </a:rPr>
              <a:t>1               1	1		1	1		1</a:t>
            </a:r>
          </a:p>
          <a:p>
            <a:pPr eaLnBrk="1" hangingPunct="1">
              <a:lnSpc>
                <a:spcPct val="90000"/>
              </a:lnSpc>
              <a:buFont typeface="Wingdings" pitchFamily="2" charset="2"/>
              <a:buNone/>
            </a:pPr>
            <a:r>
              <a:rPr lang="zh-CN" altLang="en-US" sz="2800">
                <a:latin typeface="Tahoma" pitchFamily="34" charset="0"/>
              </a:rPr>
              <a:t>2               2	2		2	2		2</a:t>
            </a:r>
          </a:p>
          <a:p>
            <a:pPr eaLnBrk="1" hangingPunct="1">
              <a:lnSpc>
                <a:spcPct val="90000"/>
              </a:lnSpc>
              <a:buFont typeface="Wingdings" pitchFamily="2" charset="2"/>
              <a:buNone/>
            </a:pPr>
            <a:r>
              <a:rPr lang="zh-CN" altLang="en-US" sz="2800">
                <a:latin typeface="Tahoma" pitchFamily="34" charset="0"/>
              </a:rPr>
              <a:t>3               3	3		3	3		3</a:t>
            </a:r>
          </a:p>
          <a:p>
            <a:pPr eaLnBrk="1" hangingPunct="1">
              <a:lnSpc>
                <a:spcPct val="90000"/>
              </a:lnSpc>
              <a:buFont typeface="Wingdings" pitchFamily="2" charset="2"/>
              <a:buNone/>
            </a:pPr>
            <a:r>
              <a:rPr lang="zh-CN" altLang="en-US" sz="2800">
                <a:latin typeface="Tahoma" pitchFamily="34" charset="0"/>
              </a:rPr>
              <a:t>4               4	4		4	4		4</a:t>
            </a:r>
          </a:p>
          <a:p>
            <a:pPr eaLnBrk="1" hangingPunct="1">
              <a:lnSpc>
                <a:spcPct val="90000"/>
              </a:lnSpc>
              <a:buFont typeface="Wingdings" pitchFamily="2" charset="2"/>
              <a:buNone/>
            </a:pPr>
            <a:r>
              <a:rPr lang="zh-CN" altLang="en-US" sz="2800">
                <a:latin typeface="Tahoma" pitchFamily="34" charset="0"/>
              </a:rPr>
              <a:t>5               5	5		5	5		5</a:t>
            </a:r>
          </a:p>
          <a:p>
            <a:pPr eaLnBrk="1" hangingPunct="1">
              <a:lnSpc>
                <a:spcPct val="90000"/>
              </a:lnSpc>
              <a:buFont typeface="Wingdings" pitchFamily="2" charset="2"/>
              <a:buNone/>
            </a:pPr>
            <a:r>
              <a:rPr lang="zh-CN" altLang="en-US" sz="2800">
                <a:latin typeface="Tahoma" pitchFamily="34" charset="0"/>
              </a:rPr>
              <a:t>6               6	6		6	6		6</a:t>
            </a:r>
          </a:p>
          <a:p>
            <a:pPr eaLnBrk="1" hangingPunct="1">
              <a:lnSpc>
                <a:spcPct val="90000"/>
              </a:lnSpc>
              <a:buFont typeface="Wingdings" pitchFamily="2" charset="2"/>
              <a:buNone/>
            </a:pPr>
            <a:r>
              <a:rPr lang="zh-CN" altLang="en-US" sz="2800">
                <a:latin typeface="Tahoma" pitchFamily="34" charset="0"/>
              </a:rPr>
              <a:t>7               7	7		7	7		7</a:t>
            </a:r>
          </a:p>
          <a:p>
            <a:pPr eaLnBrk="1" hangingPunct="1">
              <a:lnSpc>
                <a:spcPct val="90000"/>
              </a:lnSpc>
              <a:buFont typeface="Wingdings" pitchFamily="2" charset="2"/>
              <a:buNone/>
            </a:pPr>
            <a:r>
              <a:rPr lang="zh-CN" altLang="en-US" sz="2800">
                <a:latin typeface="Tahoma" pitchFamily="34" charset="0"/>
              </a:rPr>
              <a:t>均匀洗牌</a:t>
            </a:r>
            <a:r>
              <a:rPr lang="en-US" altLang="zh-CN" sz="2800">
                <a:latin typeface="Tahoma" pitchFamily="34" charset="0"/>
              </a:rPr>
              <a:t>σ	          </a:t>
            </a:r>
            <a:r>
              <a:rPr lang="zh-CN" altLang="en-US" sz="2800">
                <a:latin typeface="Tahoma" pitchFamily="34" charset="0"/>
              </a:rPr>
              <a:t>子洗牌</a:t>
            </a:r>
            <a:r>
              <a:rPr lang="en-US" altLang="zh-CN" sz="2800">
                <a:latin typeface="Tahoma" pitchFamily="34" charset="0"/>
              </a:rPr>
              <a:t>σ</a:t>
            </a:r>
            <a:r>
              <a:rPr lang="en-US" altLang="zh-CN" sz="2800" baseline="-25000">
                <a:latin typeface="Tahoma" pitchFamily="34" charset="0"/>
              </a:rPr>
              <a:t>(2)</a:t>
            </a:r>
            <a:r>
              <a:rPr lang="en-US" altLang="zh-CN" sz="2800">
                <a:latin typeface="Tahoma" pitchFamily="34" charset="0"/>
              </a:rPr>
              <a:t>	            </a:t>
            </a:r>
            <a:r>
              <a:rPr lang="zh-CN" altLang="en-US" sz="2800">
                <a:latin typeface="Tahoma" pitchFamily="34" charset="0"/>
              </a:rPr>
              <a:t>超洗牌</a:t>
            </a:r>
            <a:r>
              <a:rPr lang="en-US" altLang="zh-CN" sz="2800">
                <a:latin typeface="Tahoma" pitchFamily="34" charset="0"/>
              </a:rPr>
              <a:t>σ</a:t>
            </a:r>
            <a:r>
              <a:rPr lang="en-US" altLang="zh-CN" sz="2800" baseline="30000">
                <a:latin typeface="Tahoma" pitchFamily="34" charset="0"/>
              </a:rPr>
              <a:t>(2)</a:t>
            </a:r>
          </a:p>
        </p:txBody>
      </p:sp>
      <p:sp>
        <p:nvSpPr>
          <p:cNvPr id="16390" name="Line 11"/>
          <p:cNvSpPr>
            <a:spLocks noChangeShapeType="1"/>
          </p:cNvSpPr>
          <p:nvPr/>
        </p:nvSpPr>
        <p:spPr bwMode="auto">
          <a:xfrm>
            <a:off x="1447800" y="2293938"/>
            <a:ext cx="11430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6391" name="Line 12"/>
          <p:cNvSpPr>
            <a:spLocks noChangeShapeType="1"/>
          </p:cNvSpPr>
          <p:nvPr/>
        </p:nvSpPr>
        <p:spPr bwMode="auto">
          <a:xfrm>
            <a:off x="1447800" y="2727325"/>
            <a:ext cx="1143000" cy="481013"/>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6392" name="Line 13"/>
          <p:cNvSpPr>
            <a:spLocks noChangeShapeType="1"/>
          </p:cNvSpPr>
          <p:nvPr/>
        </p:nvSpPr>
        <p:spPr bwMode="auto">
          <a:xfrm>
            <a:off x="1447800" y="3200400"/>
            <a:ext cx="1143000" cy="92233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6393" name="Line 14"/>
          <p:cNvSpPr>
            <a:spLocks noChangeShapeType="1"/>
          </p:cNvSpPr>
          <p:nvPr/>
        </p:nvSpPr>
        <p:spPr bwMode="auto">
          <a:xfrm flipV="1">
            <a:off x="1447800" y="2751138"/>
            <a:ext cx="1143000" cy="1341437"/>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6394" name="Line 15"/>
          <p:cNvSpPr>
            <a:spLocks noChangeShapeType="1"/>
          </p:cNvSpPr>
          <p:nvPr/>
        </p:nvSpPr>
        <p:spPr bwMode="auto">
          <a:xfrm>
            <a:off x="1447800" y="3646488"/>
            <a:ext cx="1143000" cy="139065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6395" name="Line 16"/>
          <p:cNvSpPr>
            <a:spLocks noChangeShapeType="1"/>
          </p:cNvSpPr>
          <p:nvPr/>
        </p:nvSpPr>
        <p:spPr bwMode="auto">
          <a:xfrm flipV="1">
            <a:off x="1447800" y="3665538"/>
            <a:ext cx="1143000" cy="887412"/>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6396" name="Line 17"/>
          <p:cNvSpPr>
            <a:spLocks noChangeShapeType="1"/>
          </p:cNvSpPr>
          <p:nvPr/>
        </p:nvSpPr>
        <p:spPr bwMode="auto">
          <a:xfrm flipV="1">
            <a:off x="1447800" y="4579938"/>
            <a:ext cx="1143000" cy="446087"/>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6397" name="Line 18"/>
          <p:cNvSpPr>
            <a:spLocks noChangeShapeType="1"/>
          </p:cNvSpPr>
          <p:nvPr/>
        </p:nvSpPr>
        <p:spPr bwMode="auto">
          <a:xfrm>
            <a:off x="1447800" y="5484813"/>
            <a:ext cx="1143000" cy="9525"/>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6398" name="Line 19"/>
          <p:cNvSpPr>
            <a:spLocks noChangeShapeType="1"/>
          </p:cNvSpPr>
          <p:nvPr/>
        </p:nvSpPr>
        <p:spPr bwMode="auto">
          <a:xfrm>
            <a:off x="4114800" y="2293938"/>
            <a:ext cx="12192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6399" name="Line 20"/>
          <p:cNvSpPr>
            <a:spLocks noChangeShapeType="1"/>
          </p:cNvSpPr>
          <p:nvPr/>
        </p:nvSpPr>
        <p:spPr bwMode="auto">
          <a:xfrm>
            <a:off x="4114800" y="2751138"/>
            <a:ext cx="1219200" cy="3810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6400" name="Line 21"/>
          <p:cNvSpPr>
            <a:spLocks noChangeShapeType="1"/>
          </p:cNvSpPr>
          <p:nvPr/>
        </p:nvSpPr>
        <p:spPr bwMode="auto">
          <a:xfrm flipV="1">
            <a:off x="4114800" y="2751138"/>
            <a:ext cx="1219200" cy="449262"/>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6401" name="Line 22"/>
          <p:cNvSpPr>
            <a:spLocks noChangeShapeType="1"/>
          </p:cNvSpPr>
          <p:nvPr/>
        </p:nvSpPr>
        <p:spPr bwMode="auto">
          <a:xfrm>
            <a:off x="4114800" y="4122738"/>
            <a:ext cx="11430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6402" name="Line 23"/>
          <p:cNvSpPr>
            <a:spLocks noChangeShapeType="1"/>
          </p:cNvSpPr>
          <p:nvPr/>
        </p:nvSpPr>
        <p:spPr bwMode="auto">
          <a:xfrm>
            <a:off x="4114800" y="3665538"/>
            <a:ext cx="12192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6403" name="Line 24"/>
          <p:cNvSpPr>
            <a:spLocks noChangeShapeType="1"/>
          </p:cNvSpPr>
          <p:nvPr/>
        </p:nvSpPr>
        <p:spPr bwMode="auto">
          <a:xfrm>
            <a:off x="4114800" y="4552950"/>
            <a:ext cx="1219200" cy="56038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6404" name="Line 25"/>
          <p:cNvSpPr>
            <a:spLocks noChangeShapeType="1"/>
          </p:cNvSpPr>
          <p:nvPr/>
        </p:nvSpPr>
        <p:spPr bwMode="auto">
          <a:xfrm flipV="1">
            <a:off x="4114800" y="4656138"/>
            <a:ext cx="1219200" cy="369887"/>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6405" name="Line 26"/>
          <p:cNvSpPr>
            <a:spLocks noChangeShapeType="1"/>
          </p:cNvSpPr>
          <p:nvPr/>
        </p:nvSpPr>
        <p:spPr bwMode="auto">
          <a:xfrm>
            <a:off x="4114800" y="5484813"/>
            <a:ext cx="1219200" cy="9525"/>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6406" name="Line 27"/>
          <p:cNvSpPr>
            <a:spLocks noChangeShapeType="1"/>
          </p:cNvSpPr>
          <p:nvPr/>
        </p:nvSpPr>
        <p:spPr bwMode="auto">
          <a:xfrm>
            <a:off x="6858000" y="2293938"/>
            <a:ext cx="12192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6407" name="Line 28"/>
          <p:cNvSpPr>
            <a:spLocks noChangeShapeType="1"/>
          </p:cNvSpPr>
          <p:nvPr/>
        </p:nvSpPr>
        <p:spPr bwMode="auto">
          <a:xfrm>
            <a:off x="6858000" y="2751138"/>
            <a:ext cx="12192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6408" name="Line 29"/>
          <p:cNvSpPr>
            <a:spLocks noChangeShapeType="1"/>
          </p:cNvSpPr>
          <p:nvPr/>
        </p:nvSpPr>
        <p:spPr bwMode="auto">
          <a:xfrm>
            <a:off x="6858000" y="3200400"/>
            <a:ext cx="1219200" cy="92233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6409" name="Line 30"/>
          <p:cNvSpPr>
            <a:spLocks noChangeShapeType="1"/>
          </p:cNvSpPr>
          <p:nvPr/>
        </p:nvSpPr>
        <p:spPr bwMode="auto">
          <a:xfrm flipV="1">
            <a:off x="6858000" y="3208338"/>
            <a:ext cx="1219200" cy="884237"/>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6410" name="Line 31"/>
          <p:cNvSpPr>
            <a:spLocks noChangeShapeType="1"/>
          </p:cNvSpPr>
          <p:nvPr/>
        </p:nvSpPr>
        <p:spPr bwMode="auto">
          <a:xfrm>
            <a:off x="6858000" y="3646488"/>
            <a:ext cx="1143000" cy="85725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6411" name="Line 32"/>
          <p:cNvSpPr>
            <a:spLocks noChangeShapeType="1"/>
          </p:cNvSpPr>
          <p:nvPr/>
        </p:nvSpPr>
        <p:spPr bwMode="auto">
          <a:xfrm flipV="1">
            <a:off x="6858000" y="3665538"/>
            <a:ext cx="1219200" cy="887412"/>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6412" name="Line 33"/>
          <p:cNvSpPr>
            <a:spLocks noChangeShapeType="1"/>
          </p:cNvSpPr>
          <p:nvPr/>
        </p:nvSpPr>
        <p:spPr bwMode="auto">
          <a:xfrm>
            <a:off x="6858000" y="5026025"/>
            <a:ext cx="1219200" cy="11113"/>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6413" name="Line 34"/>
          <p:cNvSpPr>
            <a:spLocks noChangeShapeType="1"/>
          </p:cNvSpPr>
          <p:nvPr/>
        </p:nvSpPr>
        <p:spPr bwMode="auto">
          <a:xfrm>
            <a:off x="6858000" y="5484813"/>
            <a:ext cx="1219200" cy="9525"/>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8834" name="Rectangle 2"/>
          <p:cNvSpPr>
            <a:spLocks noGrp="1" noChangeArrowheads="1"/>
          </p:cNvSpPr>
          <p:nvPr>
            <p:ph type="title"/>
          </p:nvPr>
        </p:nvSpPr>
        <p:spPr/>
        <p:txBody>
          <a:bodyPr/>
          <a:lstStyle/>
          <a:p>
            <a:pPr eaLnBrk="1" hangingPunct="1">
              <a:defRPr/>
            </a:pPr>
            <a:r>
              <a:rPr lang="zh-CN" altLang="en-US" smtClean="0"/>
              <a:t>均匀洗牌置换</a:t>
            </a:r>
            <a:r>
              <a:rPr lang="zh-CN" altLang="en-US" sz="3200" smtClean="0"/>
              <a:t/>
            </a:r>
            <a:br>
              <a:rPr lang="zh-CN" altLang="en-US" sz="3200" smtClean="0"/>
            </a:br>
            <a:r>
              <a:rPr lang="zh-CN" altLang="en-US" sz="3200" smtClean="0"/>
              <a:t>                 — 提示</a:t>
            </a:r>
          </a:p>
        </p:txBody>
      </p:sp>
      <p:sp>
        <p:nvSpPr>
          <p:cNvPr id="1741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4"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基本概念</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常用互连函数</a:t>
            </a:r>
            <a:endParaRPr lang="zh-CN" altLang="en-US" sz="1200" b="0">
              <a:latin typeface="Times New Roman" pitchFamily="18" charset="0"/>
              <a:ea typeface="幼圆" pitchFamily="49" charset="-122"/>
            </a:endParaRPr>
          </a:p>
        </p:txBody>
      </p:sp>
      <p:sp>
        <p:nvSpPr>
          <p:cNvPr id="17412"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4 之 3</a:t>
            </a:r>
          </a:p>
        </p:txBody>
      </p:sp>
      <p:sp>
        <p:nvSpPr>
          <p:cNvPr id="888837" name="Rectangle 5"/>
          <p:cNvSpPr>
            <a:spLocks noGrp="1" noChangeArrowheads="1"/>
          </p:cNvSpPr>
          <p:nvPr>
            <p:ph type="body" idx="1"/>
          </p:nvPr>
        </p:nvSpPr>
        <p:spPr/>
        <p:txBody>
          <a:bodyPr/>
          <a:lstStyle/>
          <a:p>
            <a:pPr eaLnBrk="1" hangingPunct="1">
              <a:buClr>
                <a:srgbClr val="FF0000"/>
              </a:buClr>
              <a:defRPr/>
            </a:pPr>
            <a:r>
              <a:rPr lang="zh-CN" altLang="en-US" dirty="0" smtClean="0">
                <a:solidFill>
                  <a:srgbClr val="FF0000"/>
                </a:solidFill>
                <a:effectLst>
                  <a:outerShdw blurRad="38100" dist="38100" dir="2700000" algn="tl">
                    <a:srgbClr val="C0C0C0"/>
                  </a:outerShdw>
                </a:effectLst>
              </a:rPr>
              <a:t>三种置换之间的关系</a:t>
            </a:r>
          </a:p>
          <a:p>
            <a:pPr eaLnBrk="1" hangingPunct="1">
              <a:defRPr/>
            </a:pPr>
            <a:endParaRPr lang="zh-CN" altLang="en-US" dirty="0" smtClean="0"/>
          </a:p>
          <a:p>
            <a:pPr eaLnBrk="1" hangingPunct="1">
              <a:defRPr/>
            </a:pPr>
            <a:endParaRPr lang="zh-CN" altLang="en-US" dirty="0" smtClean="0"/>
          </a:p>
          <a:p>
            <a:pPr eaLnBrk="1" hangingPunct="1">
              <a:defRPr/>
            </a:pPr>
            <a:endParaRPr lang="zh-CN" altLang="en-US" dirty="0" smtClean="0"/>
          </a:p>
          <a:p>
            <a:pPr eaLnBrk="1" hangingPunct="1">
              <a:buClr>
                <a:srgbClr val="FF0000"/>
              </a:buClr>
              <a:defRPr/>
            </a:pPr>
            <a:r>
              <a:rPr lang="zh-CN" altLang="en-US" dirty="0" smtClean="0">
                <a:solidFill>
                  <a:srgbClr val="FF0000"/>
                </a:solidFill>
                <a:effectLst>
                  <a:outerShdw blurRad="38100" dist="38100" dir="2700000" algn="tl">
                    <a:srgbClr val="C0C0C0"/>
                  </a:outerShdw>
                </a:effectLst>
              </a:rPr>
              <a:t>逆洗牌</a:t>
            </a:r>
            <a:r>
              <a:rPr lang="zh-CN" altLang="en-US" dirty="0" smtClean="0">
                <a:effectLst>
                  <a:outerShdw blurRad="38100" dist="38100" dir="2700000" algn="tl">
                    <a:srgbClr val="C0C0C0"/>
                  </a:outerShdw>
                </a:effectLst>
              </a:rPr>
              <a:t>（二进制节点号循环右移一位）</a:t>
            </a:r>
          </a:p>
          <a:p>
            <a:pPr algn="ctr" eaLnBrk="1" hangingPunct="1">
              <a:spcBef>
                <a:spcPct val="50000"/>
              </a:spcBef>
              <a:buFont typeface="Wingdings" pitchFamily="2" charset="2"/>
              <a:buNone/>
              <a:defRPr/>
            </a:pPr>
            <a:r>
              <a:rPr lang="en-US" altLang="zh-CN" dirty="0" smtClean="0">
                <a:effectLst>
                  <a:outerShdw blurRad="38100" dist="38100" dir="2700000" algn="tl">
                    <a:srgbClr val="C0C0C0"/>
                  </a:outerShdw>
                </a:effectLst>
                <a:latin typeface="Comic Sans MS" pitchFamily="66" charset="0"/>
              </a:rPr>
              <a:t>σ</a:t>
            </a:r>
            <a:r>
              <a:rPr lang="en-US" altLang="zh-CN" baseline="30000" dirty="0" smtClean="0">
                <a:effectLst>
                  <a:outerShdw blurRad="38100" dist="38100" dir="2700000" algn="tl">
                    <a:srgbClr val="C0C0C0"/>
                  </a:outerShdw>
                </a:effectLst>
                <a:latin typeface="Comic Sans MS" pitchFamily="66" charset="0"/>
              </a:rPr>
              <a:t>-1</a:t>
            </a:r>
            <a:r>
              <a:rPr lang="en-US" altLang="zh-CN" dirty="0" smtClean="0">
                <a:effectLst>
                  <a:outerShdw blurRad="38100" dist="38100" dir="2700000" algn="tl">
                    <a:srgbClr val="C0C0C0"/>
                  </a:outerShdw>
                </a:effectLst>
                <a:latin typeface="Comic Sans MS" pitchFamily="66" charset="0"/>
              </a:rPr>
              <a:t>(x</a:t>
            </a:r>
            <a:r>
              <a:rPr lang="en-US" altLang="zh-CN" baseline="-25000" dirty="0" smtClean="0">
                <a:effectLst>
                  <a:outerShdw blurRad="38100" dist="38100" dir="2700000" algn="tl">
                    <a:srgbClr val="C0C0C0"/>
                  </a:outerShdw>
                </a:effectLst>
                <a:latin typeface="Comic Sans MS" pitchFamily="66" charset="0"/>
              </a:rPr>
              <a:t>n-1</a:t>
            </a:r>
            <a:r>
              <a:rPr lang="en-US" altLang="zh-CN" dirty="0" smtClean="0">
                <a:effectLst>
                  <a:outerShdw blurRad="38100" dist="38100" dir="2700000" algn="tl">
                    <a:srgbClr val="C0C0C0"/>
                  </a:outerShdw>
                </a:effectLst>
                <a:latin typeface="Comic Sans MS" pitchFamily="66" charset="0"/>
              </a:rPr>
              <a:t>x</a:t>
            </a:r>
            <a:r>
              <a:rPr lang="en-US" altLang="zh-CN" baseline="-25000" dirty="0" smtClean="0">
                <a:effectLst>
                  <a:outerShdw blurRad="38100" dist="38100" dir="2700000" algn="tl">
                    <a:srgbClr val="C0C0C0"/>
                  </a:outerShdw>
                </a:effectLst>
                <a:latin typeface="Comic Sans MS" pitchFamily="66" charset="0"/>
              </a:rPr>
              <a:t>n-2</a:t>
            </a:r>
            <a:r>
              <a:rPr lang="en-US" altLang="zh-CN" dirty="0" smtClean="0">
                <a:effectLst>
                  <a:outerShdw blurRad="38100" dist="38100" dir="2700000" algn="tl">
                    <a:srgbClr val="C0C0C0"/>
                  </a:outerShdw>
                </a:effectLst>
                <a:latin typeface="Comic Sans MS" pitchFamily="66" charset="0"/>
              </a:rPr>
              <a:t>... x</a:t>
            </a:r>
            <a:r>
              <a:rPr lang="en-US" altLang="zh-CN" baseline="-25000" dirty="0" smtClean="0">
                <a:effectLst>
                  <a:outerShdw blurRad="38100" dist="38100" dir="2700000" algn="tl">
                    <a:srgbClr val="C0C0C0"/>
                  </a:outerShdw>
                </a:effectLst>
                <a:latin typeface="Comic Sans MS" pitchFamily="66" charset="0"/>
              </a:rPr>
              <a:t>1</a:t>
            </a:r>
            <a:r>
              <a:rPr lang="en-US" altLang="zh-CN" dirty="0" smtClean="0">
                <a:solidFill>
                  <a:srgbClr val="FF0000"/>
                </a:solidFill>
                <a:effectLst>
                  <a:outerShdw blurRad="38100" dist="38100" dir="2700000" algn="tl">
                    <a:srgbClr val="C0C0C0"/>
                  </a:outerShdw>
                </a:effectLst>
                <a:latin typeface="Comic Sans MS" pitchFamily="66" charset="0"/>
              </a:rPr>
              <a:t>x</a:t>
            </a:r>
            <a:r>
              <a:rPr lang="en-US" altLang="zh-CN" baseline="-25000" dirty="0" smtClean="0">
                <a:solidFill>
                  <a:srgbClr val="FF0000"/>
                </a:solidFill>
                <a:effectLst>
                  <a:outerShdw blurRad="38100" dist="38100" dir="2700000" algn="tl">
                    <a:srgbClr val="C0C0C0"/>
                  </a:outerShdw>
                </a:effectLst>
                <a:latin typeface="Comic Sans MS" pitchFamily="66" charset="0"/>
              </a:rPr>
              <a:t>0</a:t>
            </a:r>
            <a:r>
              <a:rPr lang="en-US" altLang="zh-CN" dirty="0" smtClean="0">
                <a:effectLst>
                  <a:outerShdw blurRad="38100" dist="38100" dir="2700000" algn="tl">
                    <a:srgbClr val="C0C0C0"/>
                  </a:outerShdw>
                </a:effectLst>
                <a:latin typeface="Comic Sans MS" pitchFamily="66" charset="0"/>
              </a:rPr>
              <a:t>)=</a:t>
            </a:r>
            <a:r>
              <a:rPr lang="en-US" altLang="zh-CN" dirty="0" smtClean="0">
                <a:solidFill>
                  <a:srgbClr val="FF0000"/>
                </a:solidFill>
                <a:effectLst>
                  <a:outerShdw blurRad="38100" dist="38100" dir="2700000" algn="tl">
                    <a:srgbClr val="C0C0C0"/>
                  </a:outerShdw>
                </a:effectLst>
                <a:latin typeface="Comic Sans MS" pitchFamily="66" charset="0"/>
              </a:rPr>
              <a:t>x</a:t>
            </a:r>
            <a:r>
              <a:rPr lang="en-US" altLang="zh-CN" baseline="-25000" dirty="0" smtClean="0">
                <a:solidFill>
                  <a:srgbClr val="FF0000"/>
                </a:solidFill>
                <a:effectLst>
                  <a:outerShdw blurRad="38100" dist="38100" dir="2700000" algn="tl">
                    <a:srgbClr val="C0C0C0"/>
                  </a:outerShdw>
                </a:effectLst>
                <a:latin typeface="Comic Sans MS" pitchFamily="66" charset="0"/>
              </a:rPr>
              <a:t>0</a:t>
            </a:r>
            <a:r>
              <a:rPr lang="en-US" altLang="zh-CN" dirty="0" smtClean="0">
                <a:effectLst>
                  <a:outerShdw blurRad="38100" dist="38100" dir="2700000" algn="tl">
                    <a:srgbClr val="C0C0C0"/>
                  </a:outerShdw>
                </a:effectLst>
                <a:latin typeface="Comic Sans MS" pitchFamily="66" charset="0"/>
              </a:rPr>
              <a:t>x</a:t>
            </a:r>
            <a:r>
              <a:rPr lang="en-US" altLang="zh-CN" baseline="-25000" dirty="0" smtClean="0">
                <a:effectLst>
                  <a:outerShdw blurRad="38100" dist="38100" dir="2700000" algn="tl">
                    <a:srgbClr val="C0C0C0"/>
                  </a:outerShdw>
                </a:effectLst>
                <a:latin typeface="Comic Sans MS" pitchFamily="66" charset="0"/>
              </a:rPr>
              <a:t>n-1</a:t>
            </a:r>
            <a:r>
              <a:rPr lang="en-US" altLang="zh-CN" dirty="0" smtClean="0">
                <a:effectLst>
                  <a:outerShdw blurRad="38100" dist="38100" dir="2700000" algn="tl">
                    <a:srgbClr val="C0C0C0"/>
                  </a:outerShdw>
                </a:effectLst>
                <a:latin typeface="Comic Sans MS" pitchFamily="66" charset="0"/>
              </a:rPr>
              <a:t>x</a:t>
            </a:r>
            <a:r>
              <a:rPr lang="en-US" altLang="zh-CN" baseline="-25000" dirty="0" smtClean="0">
                <a:effectLst>
                  <a:outerShdw blurRad="38100" dist="38100" dir="2700000" algn="tl">
                    <a:srgbClr val="C0C0C0"/>
                  </a:outerShdw>
                </a:effectLst>
                <a:latin typeface="Comic Sans MS" pitchFamily="66" charset="0"/>
              </a:rPr>
              <a:t>n-2</a:t>
            </a:r>
            <a:r>
              <a:rPr lang="en-US" altLang="zh-CN" dirty="0" smtClean="0">
                <a:effectLst>
                  <a:outerShdw blurRad="38100" dist="38100" dir="2700000" algn="tl">
                    <a:srgbClr val="C0C0C0"/>
                  </a:outerShdw>
                </a:effectLst>
                <a:latin typeface="Comic Sans MS" pitchFamily="66" charset="0"/>
              </a:rPr>
              <a:t>... x</a:t>
            </a:r>
            <a:r>
              <a:rPr lang="en-US" altLang="zh-CN" baseline="-25000" dirty="0" smtClean="0">
                <a:effectLst>
                  <a:outerShdw blurRad="38100" dist="38100" dir="2700000" algn="tl">
                    <a:srgbClr val="C0C0C0"/>
                  </a:outerShdw>
                </a:effectLst>
                <a:latin typeface="Comic Sans MS" pitchFamily="66" charset="0"/>
              </a:rPr>
              <a:t>1</a:t>
            </a:r>
            <a:endParaRPr lang="zh-CN" altLang="en-US" baseline="-25000" dirty="0" smtClean="0">
              <a:effectLst>
                <a:outerShdw blurRad="38100" dist="38100" dir="2700000" algn="tl">
                  <a:srgbClr val="C0C0C0"/>
                </a:outerShdw>
              </a:effectLst>
              <a:latin typeface="Comic Sans MS" pitchFamily="66" charset="0"/>
            </a:endParaRPr>
          </a:p>
        </p:txBody>
      </p:sp>
      <p:graphicFrame>
        <p:nvGraphicFramePr>
          <p:cNvPr id="17414" name="Object 6"/>
          <p:cNvGraphicFramePr>
            <a:graphicFrameLocks noChangeAspect="1"/>
          </p:cNvGraphicFramePr>
          <p:nvPr/>
        </p:nvGraphicFramePr>
        <p:xfrm>
          <a:off x="2514600" y="2781300"/>
          <a:ext cx="4151313" cy="1152525"/>
        </p:xfrm>
        <a:graphic>
          <a:graphicData uri="http://schemas.openxmlformats.org/presentationml/2006/ole">
            <mc:AlternateContent xmlns:mc="http://schemas.openxmlformats.org/markup-compatibility/2006">
              <mc:Choice xmlns:v="urn:schemas-microsoft-com:vml" Requires="v">
                <p:oleObj spid="_x0000_s17484" name="Equation" r:id="rId7" imgW="1485900" imgH="533400" progId="Equation.3">
                  <p:embed/>
                </p:oleObj>
              </mc:Choice>
              <mc:Fallback>
                <p:oleObj name="Equation" r:id="rId7" imgW="1485900" imgH="533400" progId="Equation.3">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514600" y="2781300"/>
                        <a:ext cx="4151313" cy="1152525"/>
                      </a:xfrm>
                      <a:prstGeom prst="rect">
                        <a:avLst/>
                      </a:prstGeom>
                      <a:solidFill>
                        <a:srgbClr val="CCFFCC"/>
                      </a:solidFill>
                      <a:ln w="38100">
                        <a:solidFill>
                          <a:schemeClr val="tx1"/>
                        </a:solidFill>
                        <a:miter lim="800000"/>
                        <a:headEnd/>
                        <a:tailEnd/>
                      </a:ln>
                      <a:effectLst>
                        <a:outerShdw dist="107763" dir="2700000" algn="ctr" rotWithShape="0">
                          <a:srgbClr val="808080"/>
                        </a:outerShdw>
                      </a:effectLst>
                    </p:spPr>
                  </p:pic>
                </p:oleObj>
              </mc:Fallback>
            </mc:AlternateContent>
          </a:graphicData>
        </a:graphic>
      </p:graphicFrame>
    </p:spTree>
  </p:cSld>
  <p:clrMapOvr>
    <a:masterClrMapping/>
  </p:clrMapOvr>
  <p:transition spd="slow">
    <p:random/>
    <p:sndAc>
      <p:stSnd>
        <p:snd r:embed="rId3" name="projctor.wav"/>
      </p:stSnd>
    </p:sndAc>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9864" name="Rectangle 8"/>
          <p:cNvSpPr>
            <a:spLocks noGrp="1" noChangeArrowheads="1"/>
          </p:cNvSpPr>
          <p:nvPr>
            <p:ph type="title"/>
          </p:nvPr>
        </p:nvSpPr>
        <p:spPr/>
        <p:txBody>
          <a:bodyPr/>
          <a:lstStyle/>
          <a:p>
            <a:pPr eaLnBrk="1" hangingPunct="1">
              <a:defRPr/>
            </a:pPr>
            <a:r>
              <a:rPr lang="zh-CN" altLang="en-US" smtClean="0"/>
              <a:t>均匀洗牌置换</a:t>
            </a:r>
            <a:r>
              <a:rPr lang="zh-CN" altLang="en-US" sz="3200" smtClean="0"/>
              <a:t/>
            </a:r>
            <a:br>
              <a:rPr lang="zh-CN" altLang="en-US" sz="3200" smtClean="0"/>
            </a:br>
            <a:r>
              <a:rPr lang="zh-CN" altLang="en-US" sz="3200" smtClean="0"/>
              <a:t>                 — 应用</a:t>
            </a:r>
          </a:p>
        </p:txBody>
      </p:sp>
      <p:sp>
        <p:nvSpPr>
          <p:cNvPr id="18435" name="Rectangle 9"/>
          <p:cNvSpPr>
            <a:spLocks noGrp="1" noChangeArrowheads="1"/>
          </p:cNvSpPr>
          <p:nvPr>
            <p:ph type="body" idx="1"/>
          </p:nvPr>
        </p:nvSpPr>
        <p:spPr/>
        <p:txBody>
          <a:bodyPr/>
          <a:lstStyle/>
          <a:p>
            <a:pPr marL="0" indent="0" eaLnBrk="1" hangingPunct="1">
              <a:lnSpc>
                <a:spcPct val="120000"/>
              </a:lnSpc>
              <a:buFont typeface="Wingdings" pitchFamily="2" charset="2"/>
              <a:buNone/>
            </a:pPr>
            <a:r>
              <a:rPr lang="zh-CN" altLang="en-US" smtClean="0"/>
              <a:t>       均匀洗牌与逆均匀洗牌是两个十分有用的互连函数，以它们代表的链路与以交换置换代表的开关多级组合起来可构成</a:t>
            </a:r>
            <a:r>
              <a:rPr lang="en-US" altLang="zh-CN" smtClean="0">
                <a:solidFill>
                  <a:srgbClr val="FF0000"/>
                </a:solidFill>
              </a:rPr>
              <a:t>Omega（Ω）</a:t>
            </a:r>
            <a:r>
              <a:rPr lang="zh-CN" altLang="en-US" smtClean="0">
                <a:solidFill>
                  <a:srgbClr val="FF0000"/>
                </a:solidFill>
              </a:rPr>
              <a:t>网络</a:t>
            </a:r>
            <a:r>
              <a:rPr lang="zh-CN" altLang="en-US" smtClean="0"/>
              <a:t>与</a:t>
            </a:r>
            <a:r>
              <a:rPr lang="zh-CN" altLang="en-US" smtClean="0">
                <a:solidFill>
                  <a:srgbClr val="FF0000"/>
                </a:solidFill>
              </a:rPr>
              <a:t>逆</a:t>
            </a:r>
            <a:r>
              <a:rPr lang="en-US" altLang="zh-CN" smtClean="0">
                <a:solidFill>
                  <a:srgbClr val="FF0000"/>
                </a:solidFill>
              </a:rPr>
              <a:t>Omega（Ω）</a:t>
            </a:r>
            <a:r>
              <a:rPr lang="zh-CN" altLang="en-US" smtClean="0">
                <a:solidFill>
                  <a:srgbClr val="FF0000"/>
                </a:solidFill>
              </a:rPr>
              <a:t>网络</a:t>
            </a:r>
            <a:r>
              <a:rPr lang="zh-CN" altLang="en-US" smtClean="0"/>
              <a:t>。</a:t>
            </a:r>
            <a:r>
              <a:rPr lang="en-US" altLang="zh-CN" smtClean="0"/>
              <a:t>σ</a:t>
            </a:r>
            <a:r>
              <a:rPr lang="zh-CN" altLang="en-US" smtClean="0"/>
              <a:t>函数在实现多项式求值、矩阵转置和</a:t>
            </a:r>
            <a:r>
              <a:rPr lang="en-US" altLang="zh-CN" smtClean="0"/>
              <a:t>FFT</a:t>
            </a:r>
            <a:r>
              <a:rPr lang="zh-CN" altLang="en-US" smtClean="0"/>
              <a:t>等并行运算以及并行排序等方面都得到广泛的应用。</a:t>
            </a:r>
          </a:p>
        </p:txBody>
      </p:sp>
      <p:sp>
        <p:nvSpPr>
          <p:cNvPr id="18436"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基本概念</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常用互连函数</a:t>
            </a:r>
            <a:endParaRPr lang="zh-CN" altLang="en-US" sz="1200" b="0">
              <a:latin typeface="Times New Roman" pitchFamily="18" charset="0"/>
              <a:ea typeface="幼圆" pitchFamily="49" charset="-122"/>
            </a:endParaRPr>
          </a:p>
        </p:txBody>
      </p:sp>
      <p:sp>
        <p:nvSpPr>
          <p:cNvPr id="18437"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4 之 4</a:t>
            </a:r>
          </a:p>
        </p:txBody>
      </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1666" name="Rectangle 2"/>
          <p:cNvSpPr>
            <a:spLocks noGrp="1" noChangeArrowheads="1"/>
          </p:cNvSpPr>
          <p:nvPr>
            <p:ph type="title"/>
          </p:nvPr>
        </p:nvSpPr>
        <p:spPr/>
        <p:txBody>
          <a:bodyPr/>
          <a:lstStyle/>
          <a:p>
            <a:pPr eaLnBrk="1" hangingPunct="1">
              <a:defRPr/>
            </a:pPr>
            <a:r>
              <a:rPr lang="zh-CN" altLang="en-US" smtClean="0"/>
              <a:t>蝶式置换</a:t>
            </a:r>
            <a:r>
              <a:rPr lang="zh-CN" altLang="en-US" sz="3200" smtClean="0"/>
              <a:t/>
            </a:r>
            <a:br>
              <a:rPr lang="zh-CN" altLang="en-US" sz="3200" smtClean="0"/>
            </a:br>
            <a:r>
              <a:rPr lang="zh-CN" altLang="en-US" sz="3200" smtClean="0"/>
              <a:t>                — 互连函数</a:t>
            </a:r>
          </a:p>
        </p:txBody>
      </p:sp>
      <p:sp>
        <p:nvSpPr>
          <p:cNvPr id="19459"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基本概念</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常用互连函数</a:t>
            </a:r>
            <a:endParaRPr lang="zh-CN" altLang="en-US" sz="1200" b="0">
              <a:latin typeface="Times New Roman" pitchFamily="18" charset="0"/>
              <a:ea typeface="幼圆" pitchFamily="49" charset="-122"/>
            </a:endParaRPr>
          </a:p>
        </p:txBody>
      </p:sp>
      <p:sp>
        <p:nvSpPr>
          <p:cNvPr id="19460"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3 之 1</a:t>
            </a:r>
          </a:p>
        </p:txBody>
      </p:sp>
      <p:sp>
        <p:nvSpPr>
          <p:cNvPr id="881670" name="Rectangle 6"/>
          <p:cNvSpPr>
            <a:spLocks noGrp="1" noChangeArrowheads="1"/>
          </p:cNvSpPr>
          <p:nvPr>
            <p:ph type="body" idx="1"/>
          </p:nvPr>
        </p:nvSpPr>
        <p:spPr>
          <a:xfrm>
            <a:off x="914400" y="1916113"/>
            <a:ext cx="7924800" cy="4637087"/>
          </a:xfrm>
        </p:spPr>
        <p:txBody>
          <a:bodyPr/>
          <a:lstStyle/>
          <a:p>
            <a:pPr marL="6350" indent="0" eaLnBrk="1" hangingPunct="1">
              <a:lnSpc>
                <a:spcPct val="110000"/>
              </a:lnSpc>
              <a:spcBef>
                <a:spcPct val="10000"/>
              </a:spcBef>
              <a:spcAft>
                <a:spcPct val="10000"/>
              </a:spcAft>
              <a:buClr>
                <a:srgbClr val="FF0000"/>
              </a:buClr>
              <a:defRPr/>
            </a:pPr>
            <a:r>
              <a:rPr lang="zh-CN" altLang="en-US" sz="2800" smtClean="0">
                <a:solidFill>
                  <a:srgbClr val="FF0000"/>
                </a:solidFill>
                <a:effectLst>
                  <a:outerShdw blurRad="38100" dist="38100" dir="2700000" algn="tl">
                    <a:srgbClr val="C0C0C0"/>
                  </a:outerShdw>
                </a:effectLst>
                <a:latin typeface="Comic Sans MS" pitchFamily="66" charset="0"/>
              </a:rPr>
              <a:t> 蝶式</a:t>
            </a:r>
            <a:r>
              <a:rPr lang="en-US" altLang="zh-CN" sz="2800" smtClean="0">
                <a:effectLst>
                  <a:outerShdw blurRad="38100" dist="38100" dir="2700000" algn="tl">
                    <a:srgbClr val="C0C0C0"/>
                  </a:outerShdw>
                </a:effectLst>
                <a:latin typeface="Comic Sans MS" pitchFamily="66" charset="0"/>
              </a:rPr>
              <a:t>(butterfly:</a:t>
            </a:r>
            <a:r>
              <a:rPr lang="zh-CN" altLang="en-US" sz="2800" smtClean="0">
                <a:effectLst>
                  <a:outerShdw blurRad="38100" dist="38100" dir="2700000" algn="tl">
                    <a:srgbClr val="C0C0C0"/>
                  </a:outerShdw>
                </a:effectLst>
                <a:latin typeface="Comic Sans MS" pitchFamily="66" charset="0"/>
              </a:rPr>
              <a:t>高低位互换</a:t>
            </a:r>
            <a:r>
              <a:rPr lang="en-US" altLang="zh-CN" sz="2800" smtClean="0">
                <a:effectLst>
                  <a:outerShdw blurRad="38100" dist="38100" dir="2700000" algn="tl">
                    <a:srgbClr val="C0C0C0"/>
                  </a:outerShdw>
                </a:effectLst>
                <a:latin typeface="Comic Sans MS" pitchFamily="66" charset="0"/>
              </a:rPr>
              <a:t>)</a:t>
            </a:r>
            <a:endParaRPr lang="en-US" altLang="zh-CN" sz="2800" smtClean="0">
              <a:solidFill>
                <a:srgbClr val="FF0000"/>
              </a:solidFill>
              <a:effectLst>
                <a:outerShdw blurRad="38100" dist="38100" dir="2700000" algn="tl">
                  <a:srgbClr val="C0C0C0"/>
                </a:outerShdw>
              </a:effectLst>
              <a:latin typeface="Comic Sans MS" pitchFamily="66" charset="0"/>
            </a:endParaRPr>
          </a:p>
          <a:p>
            <a:pPr marL="6350" indent="0" algn="ctr" eaLnBrk="1" hangingPunct="1">
              <a:lnSpc>
                <a:spcPct val="110000"/>
              </a:lnSpc>
              <a:spcBef>
                <a:spcPct val="10000"/>
              </a:spcBef>
              <a:spcAft>
                <a:spcPct val="10000"/>
              </a:spcAft>
              <a:buFont typeface="Wingdings" pitchFamily="2" charset="2"/>
              <a:buNone/>
              <a:defRPr/>
            </a:pPr>
            <a:r>
              <a:rPr lang="en-US" altLang="zh-CN" sz="2800" smtClean="0">
                <a:effectLst>
                  <a:outerShdw blurRad="38100" dist="38100" dir="2700000" algn="tl">
                    <a:srgbClr val="C0C0C0"/>
                  </a:outerShdw>
                </a:effectLst>
                <a:latin typeface="Comic Sans MS" pitchFamily="66" charset="0"/>
              </a:rPr>
              <a:t>β(</a:t>
            </a:r>
            <a:r>
              <a:rPr lang="en-US" altLang="zh-CN" sz="2800" smtClean="0">
                <a:solidFill>
                  <a:srgbClr val="FF0000"/>
                </a:solidFill>
                <a:effectLst>
                  <a:outerShdw blurRad="38100" dist="38100" dir="2700000" algn="tl">
                    <a:srgbClr val="C0C0C0"/>
                  </a:outerShdw>
                </a:effectLst>
                <a:latin typeface="Comic Sans MS" pitchFamily="66" charset="0"/>
              </a:rPr>
              <a:t>x</a:t>
            </a:r>
            <a:r>
              <a:rPr lang="en-US" altLang="zh-CN" sz="2800" baseline="-25000" smtClean="0">
                <a:solidFill>
                  <a:srgbClr val="FF0000"/>
                </a:solidFill>
                <a:effectLst>
                  <a:outerShdw blurRad="38100" dist="38100" dir="2700000" algn="tl">
                    <a:srgbClr val="C0C0C0"/>
                  </a:outerShdw>
                </a:effectLst>
                <a:latin typeface="Comic Sans MS" pitchFamily="66" charset="0"/>
              </a:rPr>
              <a:t>n-1</a:t>
            </a:r>
            <a:r>
              <a:rPr lang="en-US" altLang="zh-CN" sz="2800" smtClean="0">
                <a:effectLst>
                  <a:outerShdw blurRad="38100" dist="38100" dir="2700000" algn="tl">
                    <a:srgbClr val="C0C0C0"/>
                  </a:outerShdw>
                </a:effectLst>
                <a:latin typeface="Comic Sans MS" pitchFamily="66" charset="0"/>
              </a:rPr>
              <a:t>x</a:t>
            </a:r>
            <a:r>
              <a:rPr lang="en-US" altLang="zh-CN" sz="2800" baseline="-25000" smtClean="0">
                <a:effectLst>
                  <a:outerShdw blurRad="38100" dist="38100" dir="2700000" algn="tl">
                    <a:srgbClr val="C0C0C0"/>
                  </a:outerShdw>
                </a:effectLst>
                <a:latin typeface="Comic Sans MS" pitchFamily="66" charset="0"/>
              </a:rPr>
              <a:t>n-2</a:t>
            </a:r>
            <a:r>
              <a:rPr lang="en-US" altLang="zh-CN" sz="2800" smtClean="0">
                <a:effectLst>
                  <a:outerShdw blurRad="38100" dist="38100" dir="2700000" algn="tl">
                    <a:srgbClr val="C0C0C0"/>
                  </a:outerShdw>
                </a:effectLst>
                <a:latin typeface="Comic Sans MS" pitchFamily="66" charset="0"/>
              </a:rPr>
              <a:t>...x</a:t>
            </a:r>
            <a:r>
              <a:rPr lang="en-US" altLang="zh-CN" sz="2800" baseline="-25000" smtClean="0">
                <a:effectLst>
                  <a:outerShdw blurRad="38100" dist="38100" dir="2700000" algn="tl">
                    <a:srgbClr val="C0C0C0"/>
                  </a:outerShdw>
                </a:effectLst>
                <a:latin typeface="Comic Sans MS" pitchFamily="66" charset="0"/>
              </a:rPr>
              <a:t>k</a:t>
            </a:r>
            <a:r>
              <a:rPr lang="en-US" altLang="zh-CN" sz="2800" smtClean="0">
                <a:effectLst>
                  <a:outerShdw blurRad="38100" dist="38100" dir="2700000" algn="tl">
                    <a:srgbClr val="C0C0C0"/>
                  </a:outerShdw>
                </a:effectLst>
                <a:latin typeface="Comic Sans MS" pitchFamily="66" charset="0"/>
              </a:rPr>
              <a:t>...x</a:t>
            </a:r>
            <a:r>
              <a:rPr lang="en-US" altLang="zh-CN" sz="2800" baseline="-25000" smtClean="0">
                <a:effectLst>
                  <a:outerShdw blurRad="38100" dist="38100" dir="2700000" algn="tl">
                    <a:srgbClr val="C0C0C0"/>
                  </a:outerShdw>
                </a:effectLst>
                <a:latin typeface="Comic Sans MS" pitchFamily="66" charset="0"/>
              </a:rPr>
              <a:t>1</a:t>
            </a:r>
            <a:r>
              <a:rPr lang="en-US" altLang="zh-CN" sz="2800" smtClean="0">
                <a:solidFill>
                  <a:srgbClr val="FF0000"/>
                </a:solidFill>
                <a:effectLst>
                  <a:outerShdw blurRad="38100" dist="38100" dir="2700000" algn="tl">
                    <a:srgbClr val="C0C0C0"/>
                  </a:outerShdw>
                </a:effectLst>
                <a:latin typeface="Comic Sans MS" pitchFamily="66" charset="0"/>
              </a:rPr>
              <a:t>x</a:t>
            </a:r>
            <a:r>
              <a:rPr lang="en-US" altLang="zh-CN" sz="2800" baseline="-25000" smtClean="0">
                <a:solidFill>
                  <a:srgbClr val="FF0000"/>
                </a:solidFill>
                <a:effectLst>
                  <a:outerShdw blurRad="38100" dist="38100" dir="2700000" algn="tl">
                    <a:srgbClr val="C0C0C0"/>
                  </a:outerShdw>
                </a:effectLst>
                <a:latin typeface="Comic Sans MS" pitchFamily="66" charset="0"/>
              </a:rPr>
              <a:t>0</a:t>
            </a:r>
            <a:r>
              <a:rPr lang="en-US" altLang="zh-CN" sz="2800" smtClean="0">
                <a:effectLst>
                  <a:outerShdw blurRad="38100" dist="38100" dir="2700000" algn="tl">
                    <a:srgbClr val="C0C0C0"/>
                  </a:outerShdw>
                </a:effectLst>
                <a:latin typeface="Comic Sans MS" pitchFamily="66" charset="0"/>
              </a:rPr>
              <a:t>)=</a:t>
            </a:r>
            <a:r>
              <a:rPr lang="en-US" altLang="zh-CN" sz="2800" smtClean="0">
                <a:solidFill>
                  <a:srgbClr val="FF0000"/>
                </a:solidFill>
                <a:effectLst>
                  <a:outerShdw blurRad="38100" dist="38100" dir="2700000" algn="tl">
                    <a:srgbClr val="C0C0C0"/>
                  </a:outerShdw>
                </a:effectLst>
                <a:latin typeface="Comic Sans MS" pitchFamily="66" charset="0"/>
              </a:rPr>
              <a:t>x</a:t>
            </a:r>
            <a:r>
              <a:rPr lang="en-US" altLang="zh-CN" sz="2800" baseline="-25000" smtClean="0">
                <a:solidFill>
                  <a:srgbClr val="FF0000"/>
                </a:solidFill>
                <a:effectLst>
                  <a:outerShdw blurRad="38100" dist="38100" dir="2700000" algn="tl">
                    <a:srgbClr val="C0C0C0"/>
                  </a:outerShdw>
                </a:effectLst>
                <a:latin typeface="Comic Sans MS" pitchFamily="66" charset="0"/>
              </a:rPr>
              <a:t>0</a:t>
            </a:r>
            <a:r>
              <a:rPr lang="en-US" altLang="zh-CN" sz="2800" smtClean="0">
                <a:effectLst>
                  <a:outerShdw blurRad="38100" dist="38100" dir="2700000" algn="tl">
                    <a:srgbClr val="C0C0C0"/>
                  </a:outerShdw>
                </a:effectLst>
                <a:latin typeface="Comic Sans MS" pitchFamily="66" charset="0"/>
              </a:rPr>
              <a:t>x</a:t>
            </a:r>
            <a:r>
              <a:rPr lang="en-US" altLang="zh-CN" sz="2800" baseline="-25000" smtClean="0">
                <a:effectLst>
                  <a:outerShdw blurRad="38100" dist="38100" dir="2700000" algn="tl">
                    <a:srgbClr val="C0C0C0"/>
                  </a:outerShdw>
                </a:effectLst>
                <a:latin typeface="Comic Sans MS" pitchFamily="66" charset="0"/>
              </a:rPr>
              <a:t>n-2</a:t>
            </a:r>
            <a:r>
              <a:rPr lang="en-US" altLang="zh-CN" sz="2800" smtClean="0">
                <a:effectLst>
                  <a:outerShdw blurRad="38100" dist="38100" dir="2700000" algn="tl">
                    <a:srgbClr val="C0C0C0"/>
                  </a:outerShdw>
                </a:effectLst>
                <a:latin typeface="Comic Sans MS" pitchFamily="66" charset="0"/>
              </a:rPr>
              <a:t>...x</a:t>
            </a:r>
            <a:r>
              <a:rPr lang="en-US" altLang="zh-CN" sz="2800" baseline="-25000" smtClean="0">
                <a:effectLst>
                  <a:outerShdw blurRad="38100" dist="38100" dir="2700000" algn="tl">
                    <a:srgbClr val="C0C0C0"/>
                  </a:outerShdw>
                </a:effectLst>
                <a:latin typeface="Comic Sans MS" pitchFamily="66" charset="0"/>
              </a:rPr>
              <a:t>k</a:t>
            </a:r>
            <a:r>
              <a:rPr lang="en-US" altLang="zh-CN" sz="2800" smtClean="0">
                <a:effectLst>
                  <a:outerShdw blurRad="38100" dist="38100" dir="2700000" algn="tl">
                    <a:srgbClr val="C0C0C0"/>
                  </a:outerShdw>
                </a:effectLst>
                <a:latin typeface="Comic Sans MS" pitchFamily="66" charset="0"/>
              </a:rPr>
              <a:t>...x</a:t>
            </a:r>
            <a:r>
              <a:rPr lang="en-US" altLang="zh-CN" sz="2800" baseline="-25000" smtClean="0">
                <a:effectLst>
                  <a:outerShdw blurRad="38100" dist="38100" dir="2700000" algn="tl">
                    <a:srgbClr val="C0C0C0"/>
                  </a:outerShdw>
                </a:effectLst>
                <a:latin typeface="Comic Sans MS" pitchFamily="66" charset="0"/>
              </a:rPr>
              <a:t>1</a:t>
            </a:r>
            <a:r>
              <a:rPr lang="en-US" altLang="zh-CN" sz="2800" smtClean="0">
                <a:solidFill>
                  <a:srgbClr val="FF0000"/>
                </a:solidFill>
                <a:effectLst>
                  <a:outerShdw blurRad="38100" dist="38100" dir="2700000" algn="tl">
                    <a:srgbClr val="C0C0C0"/>
                  </a:outerShdw>
                </a:effectLst>
                <a:latin typeface="Comic Sans MS" pitchFamily="66" charset="0"/>
              </a:rPr>
              <a:t>x</a:t>
            </a:r>
            <a:r>
              <a:rPr lang="en-US" altLang="zh-CN" sz="2800" baseline="-25000" smtClean="0">
                <a:solidFill>
                  <a:srgbClr val="FF0000"/>
                </a:solidFill>
                <a:effectLst>
                  <a:outerShdw blurRad="38100" dist="38100" dir="2700000" algn="tl">
                    <a:srgbClr val="C0C0C0"/>
                  </a:outerShdw>
                </a:effectLst>
                <a:latin typeface="Comic Sans MS" pitchFamily="66" charset="0"/>
              </a:rPr>
              <a:t>n-1</a:t>
            </a:r>
          </a:p>
          <a:p>
            <a:pPr marL="6350" indent="0" eaLnBrk="1" hangingPunct="1">
              <a:lnSpc>
                <a:spcPct val="110000"/>
              </a:lnSpc>
              <a:spcBef>
                <a:spcPct val="10000"/>
              </a:spcBef>
              <a:spcAft>
                <a:spcPct val="10000"/>
              </a:spcAft>
              <a:buClr>
                <a:srgbClr val="FF0000"/>
              </a:buClr>
              <a:defRPr/>
            </a:pPr>
            <a:r>
              <a:rPr lang="zh-CN" altLang="en-US" sz="2800" smtClean="0">
                <a:solidFill>
                  <a:srgbClr val="FF0000"/>
                </a:solidFill>
                <a:effectLst>
                  <a:outerShdw blurRad="38100" dist="38100" dir="2700000" algn="tl">
                    <a:srgbClr val="C0C0C0"/>
                  </a:outerShdw>
                </a:effectLst>
                <a:latin typeface="Comic Sans MS" pitchFamily="66" charset="0"/>
              </a:rPr>
              <a:t> 子蝶式</a:t>
            </a:r>
            <a:r>
              <a:rPr lang="en-US" altLang="zh-CN" sz="2800" smtClean="0">
                <a:effectLst>
                  <a:outerShdw blurRad="38100" dist="38100" dir="2700000" algn="tl">
                    <a:srgbClr val="C0C0C0"/>
                  </a:outerShdw>
                </a:effectLst>
                <a:latin typeface="Comic Sans MS" pitchFamily="66" charset="0"/>
              </a:rPr>
              <a:t>(subbutterfly:</a:t>
            </a:r>
            <a:r>
              <a:rPr lang="zh-CN" altLang="en-US" sz="2800" smtClean="0">
                <a:effectLst>
                  <a:outerShdw blurRad="38100" dist="38100" dir="2700000" algn="tl">
                    <a:srgbClr val="C0C0C0"/>
                  </a:outerShdw>
                </a:effectLst>
                <a:latin typeface="Comic Sans MS" pitchFamily="66" charset="0"/>
              </a:rPr>
              <a:t>最低</a:t>
            </a:r>
            <a:r>
              <a:rPr lang="en-US" altLang="zh-CN" sz="2800" smtClean="0">
                <a:effectLst>
                  <a:outerShdw blurRad="38100" dist="38100" dir="2700000" algn="tl">
                    <a:srgbClr val="C0C0C0"/>
                  </a:outerShdw>
                </a:effectLst>
                <a:latin typeface="Comic Sans MS" pitchFamily="66" charset="0"/>
              </a:rPr>
              <a:t>k</a:t>
            </a:r>
            <a:r>
              <a:rPr lang="zh-CN" altLang="en-US" sz="2800" smtClean="0">
                <a:effectLst>
                  <a:outerShdw blurRad="38100" dist="38100" dir="2700000" algn="tl">
                    <a:srgbClr val="C0C0C0"/>
                  </a:outerShdw>
                </a:effectLst>
                <a:latin typeface="Comic Sans MS" pitchFamily="66" charset="0"/>
              </a:rPr>
              <a:t>位高低位互换</a:t>
            </a:r>
            <a:r>
              <a:rPr lang="en-US" altLang="zh-CN" sz="2800" smtClean="0">
                <a:effectLst>
                  <a:outerShdw blurRad="38100" dist="38100" dir="2700000" algn="tl">
                    <a:srgbClr val="C0C0C0"/>
                  </a:outerShdw>
                </a:effectLst>
                <a:latin typeface="Comic Sans MS" pitchFamily="66" charset="0"/>
              </a:rPr>
              <a:t>)</a:t>
            </a:r>
          </a:p>
          <a:p>
            <a:pPr marL="6350" indent="0" eaLnBrk="1" hangingPunct="1">
              <a:lnSpc>
                <a:spcPct val="110000"/>
              </a:lnSpc>
              <a:spcBef>
                <a:spcPct val="10000"/>
              </a:spcBef>
              <a:spcAft>
                <a:spcPct val="10000"/>
              </a:spcAft>
              <a:buFont typeface="Wingdings" pitchFamily="2" charset="2"/>
              <a:buNone/>
              <a:defRPr/>
            </a:pPr>
            <a:r>
              <a:rPr lang="en-US" altLang="zh-CN" sz="2800" smtClean="0">
                <a:effectLst>
                  <a:outerShdw blurRad="38100" dist="38100" dir="2700000" algn="tl">
                    <a:srgbClr val="C0C0C0"/>
                  </a:outerShdw>
                </a:effectLst>
                <a:latin typeface="Comic Sans MS" pitchFamily="66" charset="0"/>
              </a:rPr>
              <a:t> β</a:t>
            </a:r>
            <a:r>
              <a:rPr lang="en-US" altLang="zh-CN" sz="2800" baseline="-25000" smtClean="0">
                <a:effectLst>
                  <a:outerShdw blurRad="38100" dist="38100" dir="2700000" algn="tl">
                    <a:srgbClr val="C0C0C0"/>
                  </a:outerShdw>
                </a:effectLst>
                <a:latin typeface="Comic Sans MS" pitchFamily="66" charset="0"/>
              </a:rPr>
              <a:t>(k)</a:t>
            </a:r>
            <a:r>
              <a:rPr lang="en-US" altLang="zh-CN" sz="2800" smtClean="0">
                <a:effectLst>
                  <a:outerShdw blurRad="38100" dist="38100" dir="2700000" algn="tl">
                    <a:srgbClr val="C0C0C0"/>
                  </a:outerShdw>
                </a:effectLst>
                <a:latin typeface="Comic Sans MS" pitchFamily="66" charset="0"/>
              </a:rPr>
              <a:t>(x</a:t>
            </a:r>
            <a:r>
              <a:rPr lang="en-US" altLang="zh-CN" sz="2800" baseline="-25000" smtClean="0">
                <a:effectLst>
                  <a:outerShdw blurRad="38100" dist="38100" dir="2700000" algn="tl">
                    <a:srgbClr val="C0C0C0"/>
                  </a:outerShdw>
                </a:effectLst>
                <a:latin typeface="Comic Sans MS" pitchFamily="66" charset="0"/>
              </a:rPr>
              <a:t>n-1</a:t>
            </a:r>
            <a:r>
              <a:rPr lang="en-US" altLang="zh-CN" sz="2800" smtClean="0">
                <a:effectLst>
                  <a:outerShdw blurRad="38100" dist="38100" dir="2700000" algn="tl">
                    <a:srgbClr val="C0C0C0"/>
                  </a:outerShdw>
                </a:effectLst>
                <a:latin typeface="Comic Sans MS" pitchFamily="66" charset="0"/>
              </a:rPr>
              <a:t>x</a:t>
            </a:r>
            <a:r>
              <a:rPr lang="en-US" altLang="zh-CN" sz="2800" baseline="-25000" smtClean="0">
                <a:effectLst>
                  <a:outerShdw blurRad="38100" dist="38100" dir="2700000" algn="tl">
                    <a:srgbClr val="C0C0C0"/>
                  </a:outerShdw>
                </a:effectLst>
                <a:latin typeface="Comic Sans MS" pitchFamily="66" charset="0"/>
              </a:rPr>
              <a:t>n-2</a:t>
            </a:r>
            <a:r>
              <a:rPr lang="en-US" altLang="zh-CN" sz="2800" smtClean="0">
                <a:effectLst>
                  <a:outerShdw blurRad="38100" dist="38100" dir="2700000" algn="tl">
                    <a:srgbClr val="C0C0C0"/>
                  </a:outerShdw>
                </a:effectLst>
                <a:latin typeface="Comic Sans MS" pitchFamily="66" charset="0"/>
              </a:rPr>
              <a:t>...x</a:t>
            </a:r>
            <a:r>
              <a:rPr lang="en-US" altLang="zh-CN" sz="2800" baseline="-25000" smtClean="0">
                <a:effectLst>
                  <a:outerShdw blurRad="38100" dist="38100" dir="2700000" algn="tl">
                    <a:srgbClr val="C0C0C0"/>
                  </a:outerShdw>
                </a:effectLst>
                <a:latin typeface="Comic Sans MS" pitchFamily="66" charset="0"/>
              </a:rPr>
              <a:t>k</a:t>
            </a:r>
            <a:r>
              <a:rPr lang="en-US" altLang="zh-CN" sz="2800" smtClean="0">
                <a:solidFill>
                  <a:srgbClr val="FF0000"/>
                </a:solidFill>
                <a:effectLst>
                  <a:outerShdw blurRad="38100" dist="38100" dir="2700000" algn="tl">
                    <a:srgbClr val="C0C0C0"/>
                  </a:outerShdw>
                </a:effectLst>
                <a:latin typeface="Comic Sans MS" pitchFamily="66" charset="0"/>
              </a:rPr>
              <a:t>x</a:t>
            </a:r>
            <a:r>
              <a:rPr lang="en-US" altLang="zh-CN" sz="2800" baseline="-25000" smtClean="0">
                <a:solidFill>
                  <a:srgbClr val="FF0000"/>
                </a:solidFill>
                <a:effectLst>
                  <a:outerShdw blurRad="38100" dist="38100" dir="2700000" algn="tl">
                    <a:srgbClr val="C0C0C0"/>
                  </a:outerShdw>
                </a:effectLst>
                <a:latin typeface="Comic Sans MS" pitchFamily="66" charset="0"/>
              </a:rPr>
              <a:t>k-1</a:t>
            </a:r>
            <a:r>
              <a:rPr lang="en-US" altLang="zh-CN" sz="2800" smtClean="0">
                <a:solidFill>
                  <a:srgbClr val="009900"/>
                </a:solidFill>
                <a:effectLst>
                  <a:outerShdw blurRad="38100" dist="38100" dir="2700000" algn="tl">
                    <a:srgbClr val="C0C0C0"/>
                  </a:outerShdw>
                </a:effectLst>
                <a:latin typeface="Comic Sans MS" pitchFamily="66" charset="0"/>
              </a:rPr>
              <a:t>x</a:t>
            </a:r>
            <a:r>
              <a:rPr lang="en-US" altLang="zh-CN" sz="2800" baseline="-25000" smtClean="0">
                <a:solidFill>
                  <a:srgbClr val="009900"/>
                </a:solidFill>
                <a:effectLst>
                  <a:outerShdw blurRad="38100" dist="38100" dir="2700000" algn="tl">
                    <a:srgbClr val="C0C0C0"/>
                  </a:outerShdw>
                </a:effectLst>
                <a:latin typeface="Comic Sans MS" pitchFamily="66" charset="0"/>
              </a:rPr>
              <a:t>k-2</a:t>
            </a:r>
            <a:r>
              <a:rPr lang="en-US" altLang="zh-CN" sz="2800" smtClean="0">
                <a:solidFill>
                  <a:srgbClr val="009900"/>
                </a:solidFill>
                <a:effectLst>
                  <a:outerShdw blurRad="38100" dist="38100" dir="2700000" algn="tl">
                    <a:srgbClr val="C0C0C0"/>
                  </a:outerShdw>
                </a:effectLst>
                <a:latin typeface="Comic Sans MS" pitchFamily="66" charset="0"/>
              </a:rPr>
              <a:t>...x</a:t>
            </a:r>
            <a:r>
              <a:rPr lang="en-US" altLang="zh-CN" sz="2800" baseline="-25000" smtClean="0">
                <a:solidFill>
                  <a:srgbClr val="009900"/>
                </a:solidFill>
                <a:effectLst>
                  <a:outerShdw blurRad="38100" dist="38100" dir="2700000" algn="tl">
                    <a:srgbClr val="C0C0C0"/>
                  </a:outerShdw>
                </a:effectLst>
                <a:latin typeface="Comic Sans MS" pitchFamily="66" charset="0"/>
              </a:rPr>
              <a:t>1</a:t>
            </a:r>
            <a:r>
              <a:rPr lang="en-US" altLang="zh-CN" sz="2800" smtClean="0">
                <a:solidFill>
                  <a:srgbClr val="FF0000"/>
                </a:solidFill>
                <a:effectLst>
                  <a:outerShdw blurRad="38100" dist="38100" dir="2700000" algn="tl">
                    <a:srgbClr val="C0C0C0"/>
                  </a:outerShdw>
                </a:effectLst>
                <a:latin typeface="Comic Sans MS" pitchFamily="66" charset="0"/>
              </a:rPr>
              <a:t>x</a:t>
            </a:r>
            <a:r>
              <a:rPr lang="en-US" altLang="zh-CN" sz="2800" baseline="-25000" smtClean="0">
                <a:solidFill>
                  <a:srgbClr val="FF0000"/>
                </a:solidFill>
                <a:effectLst>
                  <a:outerShdw blurRad="38100" dist="38100" dir="2700000" algn="tl">
                    <a:srgbClr val="C0C0C0"/>
                  </a:outerShdw>
                </a:effectLst>
                <a:latin typeface="Comic Sans MS" pitchFamily="66" charset="0"/>
              </a:rPr>
              <a:t>0</a:t>
            </a:r>
            <a:r>
              <a:rPr lang="en-US" altLang="zh-CN" sz="2800" smtClean="0">
                <a:effectLst>
                  <a:outerShdw blurRad="38100" dist="38100" dir="2700000" algn="tl">
                    <a:srgbClr val="C0C0C0"/>
                  </a:outerShdw>
                </a:effectLst>
                <a:latin typeface="Comic Sans MS" pitchFamily="66" charset="0"/>
              </a:rPr>
              <a:t>)=</a:t>
            </a:r>
            <a:br>
              <a:rPr lang="en-US" altLang="zh-CN" sz="2800" smtClean="0">
                <a:effectLst>
                  <a:outerShdw blurRad="38100" dist="38100" dir="2700000" algn="tl">
                    <a:srgbClr val="C0C0C0"/>
                  </a:outerShdw>
                </a:effectLst>
                <a:latin typeface="Comic Sans MS" pitchFamily="66" charset="0"/>
              </a:rPr>
            </a:br>
            <a:r>
              <a:rPr lang="en-US" altLang="zh-CN" sz="2800" smtClean="0">
                <a:effectLst>
                  <a:outerShdw blurRad="38100" dist="38100" dir="2700000" algn="tl">
                    <a:srgbClr val="C0C0C0"/>
                  </a:outerShdw>
                </a:effectLst>
                <a:latin typeface="Comic Sans MS" pitchFamily="66" charset="0"/>
              </a:rPr>
              <a:t>             x</a:t>
            </a:r>
            <a:r>
              <a:rPr lang="en-US" altLang="zh-CN" sz="2800" baseline="-25000" smtClean="0">
                <a:effectLst>
                  <a:outerShdw blurRad="38100" dist="38100" dir="2700000" algn="tl">
                    <a:srgbClr val="C0C0C0"/>
                  </a:outerShdw>
                </a:effectLst>
                <a:latin typeface="Comic Sans MS" pitchFamily="66" charset="0"/>
              </a:rPr>
              <a:t>n-1</a:t>
            </a:r>
            <a:r>
              <a:rPr lang="en-US" altLang="zh-CN" sz="2800" smtClean="0">
                <a:effectLst>
                  <a:outerShdw blurRad="38100" dist="38100" dir="2700000" algn="tl">
                    <a:srgbClr val="C0C0C0"/>
                  </a:outerShdw>
                </a:effectLst>
                <a:latin typeface="Comic Sans MS" pitchFamily="66" charset="0"/>
              </a:rPr>
              <a:t>x</a:t>
            </a:r>
            <a:r>
              <a:rPr lang="en-US" altLang="zh-CN" sz="2800" baseline="-25000" smtClean="0">
                <a:effectLst>
                  <a:outerShdw blurRad="38100" dist="38100" dir="2700000" algn="tl">
                    <a:srgbClr val="C0C0C0"/>
                  </a:outerShdw>
                </a:effectLst>
                <a:latin typeface="Comic Sans MS" pitchFamily="66" charset="0"/>
              </a:rPr>
              <a:t>n-2</a:t>
            </a:r>
            <a:r>
              <a:rPr lang="en-US" altLang="zh-CN" sz="2800" smtClean="0">
                <a:effectLst>
                  <a:outerShdw blurRad="38100" dist="38100" dir="2700000" algn="tl">
                    <a:srgbClr val="C0C0C0"/>
                  </a:outerShdw>
                </a:effectLst>
                <a:latin typeface="Comic Sans MS" pitchFamily="66" charset="0"/>
              </a:rPr>
              <a:t>...x</a:t>
            </a:r>
            <a:r>
              <a:rPr lang="en-US" altLang="zh-CN" sz="2800" baseline="-25000" smtClean="0">
                <a:effectLst>
                  <a:outerShdw blurRad="38100" dist="38100" dir="2700000" algn="tl">
                    <a:srgbClr val="C0C0C0"/>
                  </a:outerShdw>
                </a:effectLst>
                <a:latin typeface="Comic Sans MS" pitchFamily="66" charset="0"/>
              </a:rPr>
              <a:t>k</a:t>
            </a:r>
            <a:r>
              <a:rPr lang="en-US" altLang="zh-CN" sz="2800" smtClean="0">
                <a:solidFill>
                  <a:srgbClr val="FF0000"/>
                </a:solidFill>
                <a:effectLst>
                  <a:outerShdw blurRad="38100" dist="38100" dir="2700000" algn="tl">
                    <a:srgbClr val="C0C0C0"/>
                  </a:outerShdw>
                </a:effectLst>
                <a:latin typeface="Comic Sans MS" pitchFamily="66" charset="0"/>
              </a:rPr>
              <a:t>x</a:t>
            </a:r>
            <a:r>
              <a:rPr lang="en-US" altLang="zh-CN" sz="2800" baseline="-25000" smtClean="0">
                <a:solidFill>
                  <a:srgbClr val="FF0000"/>
                </a:solidFill>
                <a:effectLst>
                  <a:outerShdw blurRad="38100" dist="38100" dir="2700000" algn="tl">
                    <a:srgbClr val="C0C0C0"/>
                  </a:outerShdw>
                </a:effectLst>
                <a:latin typeface="Comic Sans MS" pitchFamily="66" charset="0"/>
              </a:rPr>
              <a:t>0</a:t>
            </a:r>
            <a:r>
              <a:rPr lang="en-US" altLang="zh-CN" sz="2800" smtClean="0">
                <a:solidFill>
                  <a:srgbClr val="009900"/>
                </a:solidFill>
                <a:effectLst>
                  <a:outerShdw blurRad="38100" dist="38100" dir="2700000" algn="tl">
                    <a:srgbClr val="C0C0C0"/>
                  </a:outerShdw>
                </a:effectLst>
                <a:latin typeface="Comic Sans MS" pitchFamily="66" charset="0"/>
              </a:rPr>
              <a:t>x</a:t>
            </a:r>
            <a:r>
              <a:rPr lang="en-US" altLang="zh-CN" sz="2800" baseline="-25000" smtClean="0">
                <a:solidFill>
                  <a:srgbClr val="009900"/>
                </a:solidFill>
                <a:effectLst>
                  <a:outerShdw blurRad="38100" dist="38100" dir="2700000" algn="tl">
                    <a:srgbClr val="C0C0C0"/>
                  </a:outerShdw>
                </a:effectLst>
                <a:latin typeface="Comic Sans MS" pitchFamily="66" charset="0"/>
              </a:rPr>
              <a:t>k-2</a:t>
            </a:r>
            <a:r>
              <a:rPr lang="en-US" altLang="zh-CN" sz="2800" smtClean="0">
                <a:solidFill>
                  <a:srgbClr val="009900"/>
                </a:solidFill>
                <a:effectLst>
                  <a:outerShdw blurRad="38100" dist="38100" dir="2700000" algn="tl">
                    <a:srgbClr val="C0C0C0"/>
                  </a:outerShdw>
                </a:effectLst>
                <a:latin typeface="Comic Sans MS" pitchFamily="66" charset="0"/>
              </a:rPr>
              <a:t>...x</a:t>
            </a:r>
            <a:r>
              <a:rPr lang="en-US" altLang="zh-CN" sz="2800" baseline="-25000" smtClean="0">
                <a:solidFill>
                  <a:srgbClr val="009900"/>
                </a:solidFill>
                <a:effectLst>
                  <a:outerShdw blurRad="38100" dist="38100" dir="2700000" algn="tl">
                    <a:srgbClr val="C0C0C0"/>
                  </a:outerShdw>
                </a:effectLst>
                <a:latin typeface="Comic Sans MS" pitchFamily="66" charset="0"/>
              </a:rPr>
              <a:t>1</a:t>
            </a:r>
            <a:r>
              <a:rPr lang="en-US" altLang="zh-CN" sz="2800" smtClean="0">
                <a:solidFill>
                  <a:srgbClr val="FF0000"/>
                </a:solidFill>
                <a:effectLst>
                  <a:outerShdw blurRad="38100" dist="38100" dir="2700000" algn="tl">
                    <a:srgbClr val="C0C0C0"/>
                  </a:outerShdw>
                </a:effectLst>
                <a:latin typeface="Comic Sans MS" pitchFamily="66" charset="0"/>
              </a:rPr>
              <a:t>x</a:t>
            </a:r>
            <a:r>
              <a:rPr lang="en-US" altLang="zh-CN" sz="2800" baseline="-25000" smtClean="0">
                <a:solidFill>
                  <a:srgbClr val="FF0000"/>
                </a:solidFill>
                <a:effectLst>
                  <a:outerShdw blurRad="38100" dist="38100" dir="2700000" algn="tl">
                    <a:srgbClr val="C0C0C0"/>
                  </a:outerShdw>
                </a:effectLst>
                <a:latin typeface="Comic Sans MS" pitchFamily="66" charset="0"/>
              </a:rPr>
              <a:t>k-1</a:t>
            </a:r>
          </a:p>
          <a:p>
            <a:pPr marL="6350" indent="0" eaLnBrk="1" hangingPunct="1">
              <a:lnSpc>
                <a:spcPct val="110000"/>
              </a:lnSpc>
              <a:spcBef>
                <a:spcPct val="10000"/>
              </a:spcBef>
              <a:spcAft>
                <a:spcPct val="10000"/>
              </a:spcAft>
              <a:buClr>
                <a:srgbClr val="FF0000"/>
              </a:buClr>
              <a:defRPr/>
            </a:pPr>
            <a:r>
              <a:rPr lang="zh-CN" altLang="en-US" sz="2800" smtClean="0">
                <a:solidFill>
                  <a:srgbClr val="FF0000"/>
                </a:solidFill>
                <a:effectLst>
                  <a:outerShdw blurRad="38100" dist="38100" dir="2700000" algn="tl">
                    <a:srgbClr val="C0C0C0"/>
                  </a:outerShdw>
                </a:effectLst>
                <a:latin typeface="Comic Sans MS" pitchFamily="66" charset="0"/>
              </a:rPr>
              <a:t> 超蝶式</a:t>
            </a:r>
            <a:r>
              <a:rPr lang="en-US" altLang="zh-CN" sz="2800" smtClean="0">
                <a:effectLst>
                  <a:outerShdw blurRad="38100" dist="38100" dir="2700000" algn="tl">
                    <a:srgbClr val="C0C0C0"/>
                  </a:outerShdw>
                </a:effectLst>
                <a:latin typeface="Comic Sans MS" pitchFamily="66" charset="0"/>
              </a:rPr>
              <a:t>(superbutterfly:</a:t>
            </a:r>
            <a:r>
              <a:rPr lang="zh-CN" altLang="en-US" sz="2800" smtClean="0">
                <a:effectLst>
                  <a:outerShdw blurRad="38100" dist="38100" dir="2700000" algn="tl">
                    <a:srgbClr val="C0C0C0"/>
                  </a:outerShdw>
                </a:effectLst>
                <a:latin typeface="Comic Sans MS" pitchFamily="66" charset="0"/>
              </a:rPr>
              <a:t>最高</a:t>
            </a:r>
            <a:r>
              <a:rPr lang="en-US" altLang="zh-CN" sz="2800" smtClean="0">
                <a:effectLst>
                  <a:outerShdw blurRad="38100" dist="38100" dir="2700000" algn="tl">
                    <a:srgbClr val="C0C0C0"/>
                  </a:outerShdw>
                </a:effectLst>
                <a:latin typeface="Comic Sans MS" pitchFamily="66" charset="0"/>
              </a:rPr>
              <a:t>k</a:t>
            </a:r>
            <a:r>
              <a:rPr lang="zh-CN" altLang="en-US" sz="2800" smtClean="0">
                <a:effectLst>
                  <a:outerShdw blurRad="38100" dist="38100" dir="2700000" algn="tl">
                    <a:srgbClr val="C0C0C0"/>
                  </a:outerShdw>
                </a:effectLst>
                <a:latin typeface="Comic Sans MS" pitchFamily="66" charset="0"/>
              </a:rPr>
              <a:t>位高低位互换</a:t>
            </a:r>
            <a:r>
              <a:rPr lang="en-US" altLang="zh-CN" sz="2800" smtClean="0">
                <a:effectLst>
                  <a:outerShdw blurRad="38100" dist="38100" dir="2700000" algn="tl">
                    <a:srgbClr val="C0C0C0"/>
                  </a:outerShdw>
                </a:effectLst>
                <a:latin typeface="Comic Sans MS" pitchFamily="66" charset="0"/>
              </a:rPr>
              <a:t>)</a:t>
            </a:r>
            <a:endParaRPr lang="en-US" altLang="zh-CN" sz="2800" smtClean="0">
              <a:solidFill>
                <a:srgbClr val="FF0000"/>
              </a:solidFill>
              <a:effectLst>
                <a:outerShdw blurRad="38100" dist="38100" dir="2700000" algn="tl">
                  <a:srgbClr val="C0C0C0"/>
                </a:outerShdw>
              </a:effectLst>
              <a:latin typeface="Comic Sans MS" pitchFamily="66" charset="0"/>
            </a:endParaRPr>
          </a:p>
          <a:p>
            <a:pPr marL="6350" indent="0" eaLnBrk="1" hangingPunct="1">
              <a:lnSpc>
                <a:spcPct val="110000"/>
              </a:lnSpc>
              <a:spcBef>
                <a:spcPct val="10000"/>
              </a:spcBef>
              <a:spcAft>
                <a:spcPct val="10000"/>
              </a:spcAft>
              <a:buFont typeface="Wingdings" pitchFamily="2" charset="2"/>
              <a:buNone/>
              <a:defRPr/>
            </a:pPr>
            <a:r>
              <a:rPr lang="en-US" altLang="zh-CN" sz="2800" smtClean="0">
                <a:effectLst>
                  <a:outerShdw blurRad="38100" dist="38100" dir="2700000" algn="tl">
                    <a:srgbClr val="C0C0C0"/>
                  </a:outerShdw>
                </a:effectLst>
                <a:latin typeface="Comic Sans MS" pitchFamily="66" charset="0"/>
              </a:rPr>
              <a:t> β</a:t>
            </a:r>
            <a:r>
              <a:rPr lang="en-US" altLang="zh-CN" sz="2800" baseline="30000" smtClean="0">
                <a:effectLst>
                  <a:outerShdw blurRad="38100" dist="38100" dir="2700000" algn="tl">
                    <a:srgbClr val="C0C0C0"/>
                  </a:outerShdw>
                </a:effectLst>
                <a:latin typeface="Comic Sans MS" pitchFamily="66" charset="0"/>
              </a:rPr>
              <a:t>(k)</a:t>
            </a:r>
            <a:r>
              <a:rPr lang="en-US" altLang="zh-CN" sz="2800" smtClean="0">
                <a:effectLst>
                  <a:outerShdw blurRad="38100" dist="38100" dir="2700000" algn="tl">
                    <a:srgbClr val="C0C0C0"/>
                  </a:outerShdw>
                </a:effectLst>
                <a:latin typeface="Comic Sans MS" pitchFamily="66" charset="0"/>
              </a:rPr>
              <a:t>(</a:t>
            </a:r>
            <a:r>
              <a:rPr lang="en-US" altLang="zh-CN" sz="2800" smtClean="0">
                <a:solidFill>
                  <a:srgbClr val="FF0000"/>
                </a:solidFill>
                <a:effectLst>
                  <a:outerShdw blurRad="38100" dist="38100" dir="2700000" algn="tl">
                    <a:srgbClr val="C0C0C0"/>
                  </a:outerShdw>
                </a:effectLst>
                <a:latin typeface="Comic Sans MS" pitchFamily="66" charset="0"/>
              </a:rPr>
              <a:t>x</a:t>
            </a:r>
            <a:r>
              <a:rPr lang="en-US" altLang="zh-CN" sz="2800" baseline="-25000" smtClean="0">
                <a:solidFill>
                  <a:srgbClr val="FF0000"/>
                </a:solidFill>
                <a:effectLst>
                  <a:outerShdw blurRad="38100" dist="38100" dir="2700000" algn="tl">
                    <a:srgbClr val="C0C0C0"/>
                  </a:outerShdw>
                </a:effectLst>
                <a:latin typeface="Comic Sans MS" pitchFamily="66" charset="0"/>
              </a:rPr>
              <a:t>n-1</a:t>
            </a:r>
            <a:r>
              <a:rPr lang="en-US" altLang="zh-CN" sz="2800" smtClean="0">
                <a:solidFill>
                  <a:srgbClr val="009900"/>
                </a:solidFill>
                <a:effectLst>
                  <a:outerShdw blurRad="38100" dist="38100" dir="2700000" algn="tl">
                    <a:srgbClr val="C0C0C0"/>
                  </a:outerShdw>
                </a:effectLst>
                <a:latin typeface="Comic Sans MS" pitchFamily="66" charset="0"/>
              </a:rPr>
              <a:t>x</a:t>
            </a:r>
            <a:r>
              <a:rPr lang="en-US" altLang="zh-CN" sz="2800" baseline="-25000" smtClean="0">
                <a:solidFill>
                  <a:srgbClr val="009900"/>
                </a:solidFill>
                <a:effectLst>
                  <a:outerShdw blurRad="38100" dist="38100" dir="2700000" algn="tl">
                    <a:srgbClr val="C0C0C0"/>
                  </a:outerShdw>
                </a:effectLst>
                <a:latin typeface="Comic Sans MS" pitchFamily="66" charset="0"/>
              </a:rPr>
              <a:t>n-2</a:t>
            </a:r>
            <a:r>
              <a:rPr lang="en-US" altLang="zh-CN" sz="2800" smtClean="0">
                <a:solidFill>
                  <a:srgbClr val="009900"/>
                </a:solidFill>
                <a:effectLst>
                  <a:outerShdw blurRad="38100" dist="38100" dir="2700000" algn="tl">
                    <a:srgbClr val="C0C0C0"/>
                  </a:outerShdw>
                </a:effectLst>
                <a:latin typeface="Comic Sans MS" pitchFamily="66" charset="0"/>
              </a:rPr>
              <a:t>...x</a:t>
            </a:r>
            <a:r>
              <a:rPr lang="en-US" altLang="zh-CN" sz="2800" baseline="-25000" smtClean="0">
                <a:solidFill>
                  <a:srgbClr val="009900"/>
                </a:solidFill>
                <a:effectLst>
                  <a:outerShdw blurRad="38100" dist="38100" dir="2700000" algn="tl">
                    <a:srgbClr val="C0C0C0"/>
                  </a:outerShdw>
                </a:effectLst>
                <a:latin typeface="Comic Sans MS" pitchFamily="66" charset="0"/>
              </a:rPr>
              <a:t>n-k+1</a:t>
            </a:r>
            <a:r>
              <a:rPr lang="en-US" altLang="zh-CN" sz="2800" smtClean="0">
                <a:solidFill>
                  <a:srgbClr val="FF0000"/>
                </a:solidFill>
                <a:effectLst>
                  <a:outerShdw blurRad="38100" dist="38100" dir="2700000" algn="tl">
                    <a:srgbClr val="C0C0C0"/>
                  </a:outerShdw>
                </a:effectLst>
                <a:latin typeface="Comic Sans MS" pitchFamily="66" charset="0"/>
              </a:rPr>
              <a:t>x</a:t>
            </a:r>
            <a:r>
              <a:rPr lang="en-US" altLang="zh-CN" sz="2800" baseline="-25000" smtClean="0">
                <a:solidFill>
                  <a:srgbClr val="FF0000"/>
                </a:solidFill>
                <a:effectLst>
                  <a:outerShdw blurRad="38100" dist="38100" dir="2700000" algn="tl">
                    <a:srgbClr val="C0C0C0"/>
                  </a:outerShdw>
                </a:effectLst>
                <a:latin typeface="Comic Sans MS" pitchFamily="66" charset="0"/>
              </a:rPr>
              <a:t>n-k</a:t>
            </a:r>
            <a:r>
              <a:rPr lang="en-US" altLang="zh-CN" sz="2800" smtClean="0">
                <a:effectLst>
                  <a:outerShdw blurRad="38100" dist="38100" dir="2700000" algn="tl">
                    <a:srgbClr val="C0C0C0"/>
                  </a:outerShdw>
                </a:effectLst>
                <a:latin typeface="Comic Sans MS" pitchFamily="66" charset="0"/>
              </a:rPr>
              <a:t>x</a:t>
            </a:r>
            <a:r>
              <a:rPr lang="en-US" altLang="zh-CN" sz="2800" baseline="-25000" smtClean="0">
                <a:effectLst>
                  <a:outerShdw blurRad="38100" dist="38100" dir="2700000" algn="tl">
                    <a:srgbClr val="C0C0C0"/>
                  </a:outerShdw>
                </a:effectLst>
                <a:latin typeface="Comic Sans MS" pitchFamily="66" charset="0"/>
              </a:rPr>
              <a:t>n-k-1</a:t>
            </a:r>
            <a:r>
              <a:rPr lang="en-US" altLang="zh-CN" sz="2800" smtClean="0">
                <a:effectLst>
                  <a:outerShdw blurRad="38100" dist="38100" dir="2700000" algn="tl">
                    <a:srgbClr val="C0C0C0"/>
                  </a:outerShdw>
                </a:effectLst>
                <a:latin typeface="Comic Sans MS" pitchFamily="66" charset="0"/>
              </a:rPr>
              <a:t>...x</a:t>
            </a:r>
            <a:r>
              <a:rPr lang="en-US" altLang="zh-CN" sz="2800" baseline="-25000" smtClean="0">
                <a:effectLst>
                  <a:outerShdw blurRad="38100" dist="38100" dir="2700000" algn="tl">
                    <a:srgbClr val="C0C0C0"/>
                  </a:outerShdw>
                </a:effectLst>
                <a:latin typeface="Comic Sans MS" pitchFamily="66" charset="0"/>
              </a:rPr>
              <a:t>1</a:t>
            </a:r>
            <a:r>
              <a:rPr lang="en-US" altLang="zh-CN" sz="2800" smtClean="0">
                <a:effectLst>
                  <a:outerShdw blurRad="38100" dist="38100" dir="2700000" algn="tl">
                    <a:srgbClr val="C0C0C0"/>
                  </a:outerShdw>
                </a:effectLst>
                <a:latin typeface="Comic Sans MS" pitchFamily="66" charset="0"/>
              </a:rPr>
              <a:t>x</a:t>
            </a:r>
            <a:r>
              <a:rPr lang="en-US" altLang="zh-CN" sz="2800" baseline="-25000" smtClean="0">
                <a:effectLst>
                  <a:outerShdw blurRad="38100" dist="38100" dir="2700000" algn="tl">
                    <a:srgbClr val="C0C0C0"/>
                  </a:outerShdw>
                </a:effectLst>
                <a:latin typeface="Comic Sans MS" pitchFamily="66" charset="0"/>
              </a:rPr>
              <a:t>0</a:t>
            </a:r>
            <a:r>
              <a:rPr lang="en-US" altLang="zh-CN" sz="2800" smtClean="0">
                <a:effectLst>
                  <a:outerShdw blurRad="38100" dist="38100" dir="2700000" algn="tl">
                    <a:srgbClr val="C0C0C0"/>
                  </a:outerShdw>
                </a:effectLst>
                <a:latin typeface="Comic Sans MS" pitchFamily="66" charset="0"/>
              </a:rPr>
              <a:t>)=</a:t>
            </a:r>
            <a:br>
              <a:rPr lang="en-US" altLang="zh-CN" sz="2800" smtClean="0">
                <a:effectLst>
                  <a:outerShdw blurRad="38100" dist="38100" dir="2700000" algn="tl">
                    <a:srgbClr val="C0C0C0"/>
                  </a:outerShdw>
                </a:effectLst>
                <a:latin typeface="Comic Sans MS" pitchFamily="66" charset="0"/>
              </a:rPr>
            </a:br>
            <a:r>
              <a:rPr lang="en-US" altLang="zh-CN" sz="2800" smtClean="0">
                <a:effectLst>
                  <a:outerShdw blurRad="38100" dist="38100" dir="2700000" algn="tl">
                    <a:srgbClr val="C0C0C0"/>
                  </a:outerShdw>
                </a:effectLst>
                <a:latin typeface="Comic Sans MS" pitchFamily="66" charset="0"/>
              </a:rPr>
              <a:t> 		 </a:t>
            </a:r>
            <a:r>
              <a:rPr lang="en-US" altLang="zh-CN" sz="2800" smtClean="0">
                <a:solidFill>
                  <a:srgbClr val="FF0000"/>
                </a:solidFill>
                <a:effectLst>
                  <a:outerShdw blurRad="38100" dist="38100" dir="2700000" algn="tl">
                    <a:srgbClr val="C0C0C0"/>
                  </a:outerShdw>
                </a:effectLst>
                <a:latin typeface="Comic Sans MS" pitchFamily="66" charset="0"/>
              </a:rPr>
              <a:t>x</a:t>
            </a:r>
            <a:r>
              <a:rPr lang="en-US" altLang="zh-CN" sz="2800" baseline="-25000" smtClean="0">
                <a:solidFill>
                  <a:srgbClr val="FF0000"/>
                </a:solidFill>
                <a:effectLst>
                  <a:outerShdw blurRad="38100" dist="38100" dir="2700000" algn="tl">
                    <a:srgbClr val="C0C0C0"/>
                  </a:outerShdw>
                </a:effectLst>
                <a:latin typeface="Comic Sans MS" pitchFamily="66" charset="0"/>
              </a:rPr>
              <a:t>n-k</a:t>
            </a:r>
            <a:r>
              <a:rPr lang="en-US" altLang="zh-CN" sz="2800" smtClean="0">
                <a:solidFill>
                  <a:srgbClr val="009900"/>
                </a:solidFill>
                <a:effectLst>
                  <a:outerShdw blurRad="38100" dist="38100" dir="2700000" algn="tl">
                    <a:srgbClr val="C0C0C0"/>
                  </a:outerShdw>
                </a:effectLst>
                <a:latin typeface="Comic Sans MS" pitchFamily="66" charset="0"/>
              </a:rPr>
              <a:t>x</a:t>
            </a:r>
            <a:r>
              <a:rPr lang="en-US" altLang="zh-CN" sz="2800" baseline="-25000" smtClean="0">
                <a:solidFill>
                  <a:srgbClr val="009900"/>
                </a:solidFill>
                <a:effectLst>
                  <a:outerShdw blurRad="38100" dist="38100" dir="2700000" algn="tl">
                    <a:srgbClr val="C0C0C0"/>
                  </a:outerShdw>
                </a:effectLst>
                <a:latin typeface="Comic Sans MS" pitchFamily="66" charset="0"/>
              </a:rPr>
              <a:t>n-2</a:t>
            </a:r>
            <a:r>
              <a:rPr lang="en-US" altLang="zh-CN" sz="2800" smtClean="0">
                <a:solidFill>
                  <a:srgbClr val="009900"/>
                </a:solidFill>
                <a:effectLst>
                  <a:outerShdw blurRad="38100" dist="38100" dir="2700000" algn="tl">
                    <a:srgbClr val="C0C0C0"/>
                  </a:outerShdw>
                </a:effectLst>
                <a:latin typeface="Comic Sans MS" pitchFamily="66" charset="0"/>
              </a:rPr>
              <a:t>...x</a:t>
            </a:r>
            <a:r>
              <a:rPr lang="en-US" altLang="zh-CN" sz="2800" baseline="-25000" smtClean="0">
                <a:solidFill>
                  <a:srgbClr val="009900"/>
                </a:solidFill>
                <a:effectLst>
                  <a:outerShdw blurRad="38100" dist="38100" dir="2700000" algn="tl">
                    <a:srgbClr val="C0C0C0"/>
                  </a:outerShdw>
                </a:effectLst>
                <a:latin typeface="Comic Sans MS" pitchFamily="66" charset="0"/>
              </a:rPr>
              <a:t>n-k+1</a:t>
            </a:r>
            <a:r>
              <a:rPr lang="en-US" altLang="zh-CN" sz="2800" smtClean="0">
                <a:solidFill>
                  <a:srgbClr val="FF0000"/>
                </a:solidFill>
                <a:effectLst>
                  <a:outerShdw blurRad="38100" dist="38100" dir="2700000" algn="tl">
                    <a:srgbClr val="C0C0C0"/>
                  </a:outerShdw>
                </a:effectLst>
                <a:latin typeface="Comic Sans MS" pitchFamily="66" charset="0"/>
              </a:rPr>
              <a:t>x</a:t>
            </a:r>
            <a:r>
              <a:rPr lang="en-US" altLang="zh-CN" sz="2800" baseline="-25000" smtClean="0">
                <a:solidFill>
                  <a:srgbClr val="FF0000"/>
                </a:solidFill>
                <a:effectLst>
                  <a:outerShdw blurRad="38100" dist="38100" dir="2700000" algn="tl">
                    <a:srgbClr val="C0C0C0"/>
                  </a:outerShdw>
                </a:effectLst>
                <a:latin typeface="Comic Sans MS" pitchFamily="66" charset="0"/>
              </a:rPr>
              <a:t>n-1</a:t>
            </a:r>
            <a:r>
              <a:rPr lang="en-US" altLang="zh-CN" sz="2800" smtClean="0">
                <a:effectLst>
                  <a:outerShdw blurRad="38100" dist="38100" dir="2700000" algn="tl">
                    <a:srgbClr val="C0C0C0"/>
                  </a:outerShdw>
                </a:effectLst>
                <a:latin typeface="Comic Sans MS" pitchFamily="66" charset="0"/>
              </a:rPr>
              <a:t>x</a:t>
            </a:r>
            <a:r>
              <a:rPr lang="en-US" altLang="zh-CN" sz="2800" baseline="-25000" smtClean="0">
                <a:effectLst>
                  <a:outerShdw blurRad="38100" dist="38100" dir="2700000" algn="tl">
                    <a:srgbClr val="C0C0C0"/>
                  </a:outerShdw>
                </a:effectLst>
                <a:latin typeface="Comic Sans MS" pitchFamily="66" charset="0"/>
              </a:rPr>
              <a:t>n-k-1</a:t>
            </a:r>
            <a:r>
              <a:rPr lang="en-US" altLang="zh-CN" sz="2800" smtClean="0">
                <a:effectLst>
                  <a:outerShdw blurRad="38100" dist="38100" dir="2700000" algn="tl">
                    <a:srgbClr val="C0C0C0"/>
                  </a:outerShdw>
                </a:effectLst>
                <a:latin typeface="Comic Sans MS" pitchFamily="66" charset="0"/>
              </a:rPr>
              <a:t>...x</a:t>
            </a:r>
            <a:r>
              <a:rPr lang="en-US" altLang="zh-CN" sz="2800" baseline="-25000" smtClean="0">
                <a:effectLst>
                  <a:outerShdw blurRad="38100" dist="38100" dir="2700000" algn="tl">
                    <a:srgbClr val="C0C0C0"/>
                  </a:outerShdw>
                </a:effectLst>
                <a:latin typeface="Comic Sans MS" pitchFamily="66" charset="0"/>
              </a:rPr>
              <a:t>1</a:t>
            </a:r>
            <a:r>
              <a:rPr lang="en-US" altLang="zh-CN" sz="2800" smtClean="0">
                <a:effectLst>
                  <a:outerShdw blurRad="38100" dist="38100" dir="2700000" algn="tl">
                    <a:srgbClr val="C0C0C0"/>
                  </a:outerShdw>
                </a:effectLst>
                <a:latin typeface="Comic Sans MS" pitchFamily="66" charset="0"/>
              </a:rPr>
              <a:t>x</a:t>
            </a:r>
            <a:r>
              <a:rPr lang="en-US" altLang="zh-CN" sz="2800" baseline="-25000" smtClean="0">
                <a:effectLst>
                  <a:outerShdw blurRad="38100" dist="38100" dir="2700000" algn="tl">
                    <a:srgbClr val="C0C0C0"/>
                  </a:outerShdw>
                </a:effectLst>
                <a:latin typeface="Comic Sans MS" pitchFamily="66" charset="0"/>
              </a:rPr>
              <a:t>0</a:t>
            </a:r>
            <a:endParaRPr lang="zh-CN" altLang="en-US" sz="2800" baseline="-25000" smtClean="0">
              <a:effectLst>
                <a:outerShdw blurRad="38100" dist="38100" dir="2700000" algn="tl">
                  <a:srgbClr val="C0C0C0"/>
                </a:outerShdw>
              </a:effectLst>
              <a:latin typeface="Comic Sans MS" pitchFamily="66" charset="0"/>
            </a:endParaRPr>
          </a:p>
        </p:txBody>
      </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82" name="Rectangle 2"/>
          <p:cNvSpPr>
            <a:spLocks noGrp="1" noChangeArrowheads="1"/>
          </p:cNvSpPr>
          <p:nvPr>
            <p:ph type="title"/>
          </p:nvPr>
        </p:nvSpPr>
        <p:spPr/>
        <p:txBody>
          <a:bodyPr/>
          <a:lstStyle/>
          <a:p>
            <a:pPr eaLnBrk="1" hangingPunct="1">
              <a:defRPr/>
            </a:pPr>
            <a:r>
              <a:rPr lang="zh-CN" altLang="en-US" smtClean="0"/>
              <a:t>蝶式置换</a:t>
            </a:r>
            <a:r>
              <a:rPr lang="zh-CN" altLang="en-US" sz="3200" smtClean="0"/>
              <a:t/>
            </a:r>
            <a:br>
              <a:rPr lang="zh-CN" altLang="en-US" sz="3200" smtClean="0"/>
            </a:br>
            <a:r>
              <a:rPr lang="zh-CN" altLang="en-US" sz="3200" smtClean="0"/>
              <a:t>                — 图示（</a:t>
            </a:r>
            <a:r>
              <a:rPr lang="en-US" altLang="zh-CN" sz="3200" smtClean="0"/>
              <a:t>N=8）</a:t>
            </a:r>
            <a:endParaRPr lang="zh-CN" altLang="en-US" sz="3200" smtClean="0"/>
          </a:p>
        </p:txBody>
      </p:sp>
      <p:sp>
        <p:nvSpPr>
          <p:cNvPr id="20483"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基本概念</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常用互连函数</a:t>
            </a:r>
            <a:endParaRPr lang="zh-CN" altLang="en-US" sz="1200" b="0">
              <a:latin typeface="Times New Roman" pitchFamily="18" charset="0"/>
              <a:ea typeface="幼圆" pitchFamily="49" charset="-122"/>
            </a:endParaRPr>
          </a:p>
        </p:txBody>
      </p:sp>
      <p:sp>
        <p:nvSpPr>
          <p:cNvPr id="20484" name="Rectangle 5"/>
          <p:cNvSpPr>
            <a:spLocks noChangeArrowheads="1"/>
          </p:cNvSpPr>
          <p:nvPr/>
        </p:nvSpPr>
        <p:spPr bwMode="auto">
          <a:xfrm>
            <a:off x="838200" y="1989138"/>
            <a:ext cx="7958138" cy="426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har char="w"/>
              <a:defRPr kumimoji="1" sz="3200" b="1">
                <a:solidFill>
                  <a:schemeClr val="tx1"/>
                </a:solidFill>
                <a:latin typeface="Arial" charset="0"/>
                <a:ea typeface="楷体_GB2312" pitchFamily="49" charset="-122"/>
              </a:defRPr>
            </a:lvl1pPr>
            <a:lvl2pPr marL="765175"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84275"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3375"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22475" indent="-228600" eaLnBrk="0" hangingPunct="0">
              <a:buClr>
                <a:schemeClr val="accent2"/>
              </a:buClr>
              <a:buSzPct val="80000"/>
              <a:buChar char="§"/>
              <a:defRPr kumimoji="1" b="1">
                <a:solidFill>
                  <a:schemeClr val="tx1"/>
                </a:solidFill>
                <a:latin typeface="Arial" charset="0"/>
                <a:ea typeface="楷体_GB2312" pitchFamily="49" charset="-122"/>
              </a:defRPr>
            </a:lvl5pPr>
            <a:lvl6pPr marL="2479675"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36875"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394075"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51275"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lnSpc>
                <a:spcPct val="90000"/>
              </a:lnSpc>
              <a:buFont typeface="Wingdings" pitchFamily="2" charset="2"/>
              <a:buNone/>
            </a:pPr>
            <a:r>
              <a:rPr lang="zh-CN" altLang="en-US" sz="2800">
                <a:latin typeface="Tahoma" pitchFamily="34" charset="0"/>
                <a:ea typeface="黑体" pitchFamily="2" charset="-122"/>
              </a:rPr>
              <a:t>0		0	0		0	0		0</a:t>
            </a:r>
          </a:p>
          <a:p>
            <a:pPr eaLnBrk="1" hangingPunct="1">
              <a:lnSpc>
                <a:spcPct val="90000"/>
              </a:lnSpc>
              <a:buFont typeface="Wingdings" pitchFamily="2" charset="2"/>
              <a:buNone/>
            </a:pPr>
            <a:r>
              <a:rPr lang="zh-CN" altLang="en-US" sz="2800">
                <a:latin typeface="Tahoma" pitchFamily="34" charset="0"/>
                <a:ea typeface="黑体" pitchFamily="2" charset="-122"/>
              </a:rPr>
              <a:t>1               1	1		1	1		1</a:t>
            </a:r>
          </a:p>
          <a:p>
            <a:pPr eaLnBrk="1" hangingPunct="1">
              <a:lnSpc>
                <a:spcPct val="90000"/>
              </a:lnSpc>
              <a:buFont typeface="Wingdings" pitchFamily="2" charset="2"/>
              <a:buNone/>
            </a:pPr>
            <a:r>
              <a:rPr lang="zh-CN" altLang="en-US" sz="2800">
                <a:latin typeface="Tahoma" pitchFamily="34" charset="0"/>
                <a:ea typeface="黑体" pitchFamily="2" charset="-122"/>
              </a:rPr>
              <a:t>2               2	2		2	2		2</a:t>
            </a:r>
          </a:p>
          <a:p>
            <a:pPr eaLnBrk="1" hangingPunct="1">
              <a:lnSpc>
                <a:spcPct val="90000"/>
              </a:lnSpc>
              <a:buFont typeface="Wingdings" pitchFamily="2" charset="2"/>
              <a:buNone/>
            </a:pPr>
            <a:r>
              <a:rPr lang="zh-CN" altLang="en-US" sz="2800">
                <a:latin typeface="Tahoma" pitchFamily="34" charset="0"/>
                <a:ea typeface="黑体" pitchFamily="2" charset="-122"/>
              </a:rPr>
              <a:t>3               3	3		3	3		3</a:t>
            </a:r>
          </a:p>
          <a:p>
            <a:pPr eaLnBrk="1" hangingPunct="1">
              <a:lnSpc>
                <a:spcPct val="90000"/>
              </a:lnSpc>
              <a:buFont typeface="Wingdings" pitchFamily="2" charset="2"/>
              <a:buNone/>
            </a:pPr>
            <a:r>
              <a:rPr lang="zh-CN" altLang="en-US" sz="2800">
                <a:latin typeface="Tahoma" pitchFamily="34" charset="0"/>
                <a:ea typeface="黑体" pitchFamily="2" charset="-122"/>
              </a:rPr>
              <a:t>4               4	4		4	4		4</a:t>
            </a:r>
          </a:p>
          <a:p>
            <a:pPr eaLnBrk="1" hangingPunct="1">
              <a:lnSpc>
                <a:spcPct val="90000"/>
              </a:lnSpc>
              <a:buFont typeface="Wingdings" pitchFamily="2" charset="2"/>
              <a:buNone/>
            </a:pPr>
            <a:r>
              <a:rPr lang="zh-CN" altLang="en-US" sz="2800">
                <a:latin typeface="Tahoma" pitchFamily="34" charset="0"/>
                <a:ea typeface="黑体" pitchFamily="2" charset="-122"/>
              </a:rPr>
              <a:t>5               5	5		5	5		5</a:t>
            </a:r>
          </a:p>
          <a:p>
            <a:pPr eaLnBrk="1" hangingPunct="1">
              <a:lnSpc>
                <a:spcPct val="90000"/>
              </a:lnSpc>
              <a:buFont typeface="Wingdings" pitchFamily="2" charset="2"/>
              <a:buNone/>
            </a:pPr>
            <a:r>
              <a:rPr lang="zh-CN" altLang="en-US" sz="2800">
                <a:latin typeface="Tahoma" pitchFamily="34" charset="0"/>
                <a:ea typeface="黑体" pitchFamily="2" charset="-122"/>
              </a:rPr>
              <a:t>6               6	6		6	6		6</a:t>
            </a:r>
          </a:p>
          <a:p>
            <a:pPr eaLnBrk="1" hangingPunct="1">
              <a:lnSpc>
                <a:spcPct val="90000"/>
              </a:lnSpc>
              <a:buFont typeface="Wingdings" pitchFamily="2" charset="2"/>
              <a:buNone/>
            </a:pPr>
            <a:r>
              <a:rPr lang="zh-CN" altLang="en-US" sz="2800">
                <a:latin typeface="Tahoma" pitchFamily="34" charset="0"/>
                <a:ea typeface="黑体" pitchFamily="2" charset="-122"/>
              </a:rPr>
              <a:t>7               7	7		7	7		7</a:t>
            </a:r>
          </a:p>
          <a:p>
            <a:pPr algn="ctr" eaLnBrk="1" hangingPunct="1">
              <a:lnSpc>
                <a:spcPct val="90000"/>
              </a:lnSpc>
              <a:buFont typeface="Wingdings" pitchFamily="2" charset="2"/>
              <a:buNone/>
            </a:pPr>
            <a:r>
              <a:rPr lang="zh-CN" altLang="en-US" sz="2800">
                <a:latin typeface="楷体_GB2312" pitchFamily="49" charset="-122"/>
              </a:rPr>
              <a:t>  蝶式</a:t>
            </a:r>
            <a:r>
              <a:rPr lang="en-US" altLang="zh-CN" sz="2800">
                <a:latin typeface="楷体_GB2312" pitchFamily="49" charset="-122"/>
              </a:rPr>
              <a:t>β		</a:t>
            </a:r>
            <a:r>
              <a:rPr lang="zh-CN" altLang="en-US" sz="2800">
                <a:latin typeface="楷体_GB2312" pitchFamily="49" charset="-122"/>
              </a:rPr>
              <a:t>子蝶式</a:t>
            </a:r>
            <a:r>
              <a:rPr lang="en-US" altLang="zh-CN" sz="2800">
                <a:latin typeface="楷体_GB2312" pitchFamily="49" charset="-122"/>
              </a:rPr>
              <a:t>β</a:t>
            </a:r>
            <a:r>
              <a:rPr lang="en-US" altLang="zh-CN" sz="2800" baseline="-25000">
                <a:latin typeface="楷体_GB2312" pitchFamily="49" charset="-122"/>
              </a:rPr>
              <a:t>(2)</a:t>
            </a:r>
            <a:r>
              <a:rPr lang="en-US" altLang="zh-CN" sz="2800">
                <a:latin typeface="楷体_GB2312" pitchFamily="49" charset="-122"/>
              </a:rPr>
              <a:t>	 	</a:t>
            </a:r>
            <a:r>
              <a:rPr lang="zh-CN" altLang="en-US" sz="2800">
                <a:latin typeface="楷体_GB2312" pitchFamily="49" charset="-122"/>
              </a:rPr>
              <a:t>超蝶式</a:t>
            </a:r>
            <a:r>
              <a:rPr lang="en-US" altLang="zh-CN" sz="2800">
                <a:latin typeface="楷体_GB2312" pitchFamily="49" charset="-122"/>
              </a:rPr>
              <a:t>β</a:t>
            </a:r>
            <a:r>
              <a:rPr lang="en-US" altLang="zh-CN" sz="2800" baseline="30000">
                <a:latin typeface="楷体_GB2312" pitchFamily="49" charset="-122"/>
              </a:rPr>
              <a:t>(2)</a:t>
            </a:r>
          </a:p>
        </p:txBody>
      </p:sp>
      <p:sp>
        <p:nvSpPr>
          <p:cNvPr id="20485" name="Line 14"/>
          <p:cNvSpPr>
            <a:spLocks noChangeShapeType="1"/>
          </p:cNvSpPr>
          <p:nvPr/>
        </p:nvSpPr>
        <p:spPr bwMode="auto">
          <a:xfrm>
            <a:off x="4114800" y="2293938"/>
            <a:ext cx="12192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0486" name="Line 15"/>
          <p:cNvSpPr>
            <a:spLocks noChangeShapeType="1"/>
          </p:cNvSpPr>
          <p:nvPr/>
        </p:nvSpPr>
        <p:spPr bwMode="auto">
          <a:xfrm>
            <a:off x="4114800" y="2751138"/>
            <a:ext cx="1219200" cy="3810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0487" name="Line 16"/>
          <p:cNvSpPr>
            <a:spLocks noChangeShapeType="1"/>
          </p:cNvSpPr>
          <p:nvPr/>
        </p:nvSpPr>
        <p:spPr bwMode="auto">
          <a:xfrm flipV="1">
            <a:off x="4114800" y="2751138"/>
            <a:ext cx="1219200" cy="449262"/>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0488" name="Line 17"/>
          <p:cNvSpPr>
            <a:spLocks noChangeShapeType="1"/>
          </p:cNvSpPr>
          <p:nvPr/>
        </p:nvSpPr>
        <p:spPr bwMode="auto">
          <a:xfrm>
            <a:off x="4114800" y="4122738"/>
            <a:ext cx="11430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0489" name="Line 18"/>
          <p:cNvSpPr>
            <a:spLocks noChangeShapeType="1"/>
          </p:cNvSpPr>
          <p:nvPr/>
        </p:nvSpPr>
        <p:spPr bwMode="auto">
          <a:xfrm>
            <a:off x="4114800" y="3665538"/>
            <a:ext cx="12192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0490" name="Line 19"/>
          <p:cNvSpPr>
            <a:spLocks noChangeShapeType="1"/>
          </p:cNvSpPr>
          <p:nvPr/>
        </p:nvSpPr>
        <p:spPr bwMode="auto">
          <a:xfrm>
            <a:off x="4114800" y="4552950"/>
            <a:ext cx="1219200" cy="56038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0491" name="Line 20"/>
          <p:cNvSpPr>
            <a:spLocks noChangeShapeType="1"/>
          </p:cNvSpPr>
          <p:nvPr/>
        </p:nvSpPr>
        <p:spPr bwMode="auto">
          <a:xfrm flipV="1">
            <a:off x="4114800" y="4656138"/>
            <a:ext cx="1219200" cy="369887"/>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0492" name="Line 21"/>
          <p:cNvSpPr>
            <a:spLocks noChangeShapeType="1"/>
          </p:cNvSpPr>
          <p:nvPr/>
        </p:nvSpPr>
        <p:spPr bwMode="auto">
          <a:xfrm>
            <a:off x="4114800" y="5484813"/>
            <a:ext cx="1219200" cy="9525"/>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0493" name="Line 22"/>
          <p:cNvSpPr>
            <a:spLocks noChangeShapeType="1"/>
          </p:cNvSpPr>
          <p:nvPr/>
        </p:nvSpPr>
        <p:spPr bwMode="auto">
          <a:xfrm>
            <a:off x="6858000" y="2293938"/>
            <a:ext cx="12192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0494" name="Line 23"/>
          <p:cNvSpPr>
            <a:spLocks noChangeShapeType="1"/>
          </p:cNvSpPr>
          <p:nvPr/>
        </p:nvSpPr>
        <p:spPr bwMode="auto">
          <a:xfrm>
            <a:off x="6858000" y="2751138"/>
            <a:ext cx="12192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0495" name="Line 24"/>
          <p:cNvSpPr>
            <a:spLocks noChangeShapeType="1"/>
          </p:cNvSpPr>
          <p:nvPr/>
        </p:nvSpPr>
        <p:spPr bwMode="auto">
          <a:xfrm>
            <a:off x="6858000" y="3200400"/>
            <a:ext cx="1219200" cy="92233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0496" name="Line 25"/>
          <p:cNvSpPr>
            <a:spLocks noChangeShapeType="1"/>
          </p:cNvSpPr>
          <p:nvPr/>
        </p:nvSpPr>
        <p:spPr bwMode="auto">
          <a:xfrm flipV="1">
            <a:off x="6858000" y="3208338"/>
            <a:ext cx="1219200" cy="884237"/>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0497" name="Line 26"/>
          <p:cNvSpPr>
            <a:spLocks noChangeShapeType="1"/>
          </p:cNvSpPr>
          <p:nvPr/>
        </p:nvSpPr>
        <p:spPr bwMode="auto">
          <a:xfrm>
            <a:off x="6858000" y="3646488"/>
            <a:ext cx="1143000" cy="85725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0498" name="Line 27"/>
          <p:cNvSpPr>
            <a:spLocks noChangeShapeType="1"/>
          </p:cNvSpPr>
          <p:nvPr/>
        </p:nvSpPr>
        <p:spPr bwMode="auto">
          <a:xfrm flipV="1">
            <a:off x="6858000" y="3665538"/>
            <a:ext cx="1219200" cy="887412"/>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0499" name="Line 28"/>
          <p:cNvSpPr>
            <a:spLocks noChangeShapeType="1"/>
          </p:cNvSpPr>
          <p:nvPr/>
        </p:nvSpPr>
        <p:spPr bwMode="auto">
          <a:xfrm>
            <a:off x="6858000" y="5026025"/>
            <a:ext cx="1219200" cy="11113"/>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0500" name="Line 29"/>
          <p:cNvSpPr>
            <a:spLocks noChangeShapeType="1"/>
          </p:cNvSpPr>
          <p:nvPr/>
        </p:nvSpPr>
        <p:spPr bwMode="auto">
          <a:xfrm>
            <a:off x="6858000" y="5484813"/>
            <a:ext cx="1219200" cy="9525"/>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0501" name="Line 30"/>
          <p:cNvSpPr>
            <a:spLocks noChangeShapeType="1"/>
          </p:cNvSpPr>
          <p:nvPr/>
        </p:nvSpPr>
        <p:spPr bwMode="auto">
          <a:xfrm>
            <a:off x="1371600" y="2293938"/>
            <a:ext cx="12192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0502" name="Line 31"/>
          <p:cNvSpPr>
            <a:spLocks noChangeShapeType="1"/>
          </p:cNvSpPr>
          <p:nvPr/>
        </p:nvSpPr>
        <p:spPr bwMode="auto">
          <a:xfrm>
            <a:off x="1371600" y="2751138"/>
            <a:ext cx="1219200" cy="13716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0503" name="Line 32"/>
          <p:cNvSpPr>
            <a:spLocks noChangeShapeType="1"/>
          </p:cNvSpPr>
          <p:nvPr/>
        </p:nvSpPr>
        <p:spPr bwMode="auto">
          <a:xfrm>
            <a:off x="1371600" y="3200400"/>
            <a:ext cx="1219200" cy="793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0504" name="Line 33"/>
          <p:cNvSpPr>
            <a:spLocks noChangeShapeType="1"/>
          </p:cNvSpPr>
          <p:nvPr/>
        </p:nvSpPr>
        <p:spPr bwMode="auto">
          <a:xfrm flipV="1">
            <a:off x="1371600" y="2751138"/>
            <a:ext cx="1219200" cy="13716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0505" name="Line 34"/>
          <p:cNvSpPr>
            <a:spLocks noChangeShapeType="1"/>
          </p:cNvSpPr>
          <p:nvPr/>
        </p:nvSpPr>
        <p:spPr bwMode="auto">
          <a:xfrm>
            <a:off x="1371600" y="3665538"/>
            <a:ext cx="1219200" cy="14478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0506" name="Line 35"/>
          <p:cNvSpPr>
            <a:spLocks noChangeShapeType="1"/>
          </p:cNvSpPr>
          <p:nvPr/>
        </p:nvSpPr>
        <p:spPr bwMode="auto">
          <a:xfrm>
            <a:off x="1371600" y="4579938"/>
            <a:ext cx="12192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0507" name="Line 36"/>
          <p:cNvSpPr>
            <a:spLocks noChangeShapeType="1"/>
          </p:cNvSpPr>
          <p:nvPr/>
        </p:nvSpPr>
        <p:spPr bwMode="auto">
          <a:xfrm flipV="1">
            <a:off x="1371600" y="3665538"/>
            <a:ext cx="1219200" cy="1360487"/>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0508" name="Line 37"/>
          <p:cNvSpPr>
            <a:spLocks noChangeShapeType="1"/>
          </p:cNvSpPr>
          <p:nvPr/>
        </p:nvSpPr>
        <p:spPr bwMode="auto">
          <a:xfrm>
            <a:off x="1371600" y="5484813"/>
            <a:ext cx="1219200" cy="9525"/>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0509" name="Text Box 39"/>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3 之 2</a:t>
            </a:r>
          </a:p>
        </p:txBody>
      </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1906" name="Rectangle 2"/>
          <p:cNvSpPr>
            <a:spLocks noGrp="1" noChangeArrowheads="1"/>
          </p:cNvSpPr>
          <p:nvPr>
            <p:ph type="title"/>
          </p:nvPr>
        </p:nvSpPr>
        <p:spPr/>
        <p:txBody>
          <a:bodyPr/>
          <a:lstStyle/>
          <a:p>
            <a:pPr eaLnBrk="1" hangingPunct="1">
              <a:defRPr/>
            </a:pPr>
            <a:r>
              <a:rPr lang="zh-CN" altLang="en-US" smtClean="0"/>
              <a:t>蝶式置换</a:t>
            </a:r>
            <a:r>
              <a:rPr lang="zh-CN" altLang="en-US" sz="3200" smtClean="0"/>
              <a:t/>
            </a:r>
            <a:br>
              <a:rPr lang="zh-CN" altLang="en-US" sz="3200" smtClean="0"/>
            </a:br>
            <a:r>
              <a:rPr lang="zh-CN" altLang="en-US" sz="3200" smtClean="0"/>
              <a:t>                — 提示</a:t>
            </a:r>
          </a:p>
        </p:txBody>
      </p:sp>
      <p:sp>
        <p:nvSpPr>
          <p:cNvPr id="2150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4"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基本概念</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常用互连函数</a:t>
            </a:r>
            <a:endParaRPr lang="zh-CN" altLang="en-US" sz="1200" b="0">
              <a:latin typeface="Times New Roman" pitchFamily="18" charset="0"/>
              <a:ea typeface="幼圆" pitchFamily="49" charset="-122"/>
            </a:endParaRPr>
          </a:p>
        </p:txBody>
      </p:sp>
      <p:sp>
        <p:nvSpPr>
          <p:cNvPr id="21508"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3 之 3</a:t>
            </a:r>
          </a:p>
        </p:txBody>
      </p:sp>
      <p:sp>
        <p:nvSpPr>
          <p:cNvPr id="891910" name="Rectangle 6"/>
          <p:cNvSpPr>
            <a:spLocks noGrp="1" noChangeArrowheads="1"/>
          </p:cNvSpPr>
          <p:nvPr>
            <p:ph type="body" idx="1"/>
          </p:nvPr>
        </p:nvSpPr>
        <p:spPr/>
        <p:txBody>
          <a:bodyPr/>
          <a:lstStyle/>
          <a:p>
            <a:pPr marL="0" indent="0" eaLnBrk="1" hangingPunct="1">
              <a:lnSpc>
                <a:spcPct val="110000"/>
              </a:lnSpc>
              <a:buClr>
                <a:srgbClr val="FF0000"/>
              </a:buClr>
              <a:defRPr/>
            </a:pPr>
            <a:r>
              <a:rPr lang="zh-CN" altLang="en-US" smtClean="0">
                <a:solidFill>
                  <a:srgbClr val="FF0000"/>
                </a:solidFill>
                <a:effectLst>
                  <a:outerShdw blurRad="38100" dist="38100" dir="2700000" algn="tl">
                    <a:srgbClr val="C0C0C0"/>
                  </a:outerShdw>
                </a:effectLst>
              </a:rPr>
              <a:t> 三种置换之间的关系</a:t>
            </a:r>
          </a:p>
          <a:p>
            <a:pPr marL="0" indent="0" eaLnBrk="1" hangingPunct="1">
              <a:lnSpc>
                <a:spcPct val="110000"/>
              </a:lnSpc>
              <a:defRPr/>
            </a:pPr>
            <a:endParaRPr lang="zh-CN" altLang="en-US" smtClean="0">
              <a:solidFill>
                <a:srgbClr val="FF0000"/>
              </a:solidFill>
              <a:effectLst>
                <a:outerShdw blurRad="38100" dist="38100" dir="2700000" algn="tl">
                  <a:srgbClr val="C0C0C0"/>
                </a:outerShdw>
              </a:effectLst>
            </a:endParaRPr>
          </a:p>
          <a:p>
            <a:pPr marL="0" indent="0" eaLnBrk="1" hangingPunct="1">
              <a:lnSpc>
                <a:spcPct val="110000"/>
              </a:lnSpc>
              <a:defRPr/>
            </a:pPr>
            <a:endParaRPr lang="zh-CN" altLang="en-US" smtClean="0">
              <a:solidFill>
                <a:srgbClr val="FF0000"/>
              </a:solidFill>
              <a:effectLst>
                <a:outerShdw blurRad="38100" dist="38100" dir="2700000" algn="tl">
                  <a:srgbClr val="C0C0C0"/>
                </a:outerShdw>
              </a:effectLst>
            </a:endParaRPr>
          </a:p>
          <a:p>
            <a:pPr marL="0" indent="0" eaLnBrk="1" hangingPunct="1">
              <a:lnSpc>
                <a:spcPct val="110000"/>
              </a:lnSpc>
              <a:buFont typeface="Wingdings" pitchFamily="2" charset="2"/>
              <a:buNone/>
              <a:defRPr/>
            </a:pPr>
            <a:endParaRPr lang="zh-CN" altLang="en-US" smtClean="0">
              <a:solidFill>
                <a:srgbClr val="FF0000"/>
              </a:solidFill>
              <a:effectLst>
                <a:outerShdw blurRad="38100" dist="38100" dir="2700000" algn="tl">
                  <a:srgbClr val="C0C0C0"/>
                </a:outerShdw>
              </a:effectLst>
            </a:endParaRPr>
          </a:p>
          <a:p>
            <a:pPr marL="0" indent="0" eaLnBrk="1" hangingPunct="1">
              <a:lnSpc>
                <a:spcPct val="110000"/>
              </a:lnSpc>
              <a:buClr>
                <a:srgbClr val="FF0000"/>
              </a:buClr>
              <a:defRPr/>
            </a:pPr>
            <a:r>
              <a:rPr lang="zh-CN" altLang="en-US" smtClean="0">
                <a:solidFill>
                  <a:srgbClr val="FF0000"/>
                </a:solidFill>
                <a:effectLst>
                  <a:outerShdw blurRad="38100" dist="38100" dir="2700000" algn="tl">
                    <a:srgbClr val="C0C0C0"/>
                  </a:outerShdw>
                </a:effectLst>
              </a:rPr>
              <a:t> 应用</a:t>
            </a:r>
          </a:p>
          <a:p>
            <a:pPr marL="0" indent="0" eaLnBrk="1" hangingPunct="1">
              <a:lnSpc>
                <a:spcPct val="110000"/>
              </a:lnSpc>
              <a:buFont typeface="Wingdings" pitchFamily="2" charset="2"/>
              <a:buNone/>
              <a:defRPr/>
            </a:pPr>
            <a:r>
              <a:rPr lang="zh-CN" altLang="en-US" smtClean="0">
                <a:solidFill>
                  <a:srgbClr val="FF0000"/>
                </a:solidFill>
                <a:effectLst>
                  <a:outerShdw blurRad="38100" dist="38100" dir="2700000" algn="tl">
                    <a:srgbClr val="C0C0C0"/>
                  </a:outerShdw>
                </a:effectLst>
              </a:rPr>
              <a:t>    </a:t>
            </a:r>
            <a:r>
              <a:rPr lang="zh-CN" altLang="en-US" smtClean="0"/>
              <a:t>蝶式与子蝶式置换和交换置换多级组合可作为构成方体多级网络的基础。</a:t>
            </a:r>
          </a:p>
        </p:txBody>
      </p:sp>
      <p:graphicFrame>
        <p:nvGraphicFramePr>
          <p:cNvPr id="21510" name="Object 7"/>
          <p:cNvGraphicFramePr>
            <a:graphicFrameLocks noChangeAspect="1"/>
          </p:cNvGraphicFramePr>
          <p:nvPr/>
        </p:nvGraphicFramePr>
        <p:xfrm>
          <a:off x="2819400" y="3141663"/>
          <a:ext cx="3359150" cy="1060450"/>
        </p:xfrm>
        <a:graphic>
          <a:graphicData uri="http://schemas.openxmlformats.org/presentationml/2006/ole">
            <mc:AlternateContent xmlns:mc="http://schemas.openxmlformats.org/markup-compatibility/2006">
              <mc:Choice xmlns:v="urn:schemas-microsoft-com:vml" Requires="v">
                <p:oleObj spid="_x0000_s21580" name="Equation" r:id="rId7" imgW="1447172" imgH="533169" progId="Equation.3">
                  <p:embed/>
                </p:oleObj>
              </mc:Choice>
              <mc:Fallback>
                <p:oleObj name="Equation" r:id="rId7" imgW="1447172" imgH="533169" progId="Equation.3">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19400" y="3141663"/>
                        <a:ext cx="3359150" cy="1060450"/>
                      </a:xfrm>
                      <a:prstGeom prst="rect">
                        <a:avLst/>
                      </a:prstGeom>
                      <a:solidFill>
                        <a:srgbClr val="CCFFCC"/>
                      </a:solidFill>
                      <a:ln w="38100">
                        <a:solidFill>
                          <a:schemeClr val="tx1"/>
                        </a:solidFill>
                        <a:miter lim="800000"/>
                        <a:headEnd/>
                        <a:tailEnd/>
                      </a:ln>
                      <a:effectLst>
                        <a:outerShdw dist="107763" dir="2700000" algn="ctr" rotWithShape="0">
                          <a:srgbClr val="808080"/>
                        </a:outerShdw>
                      </a:effectLst>
                    </p:spPr>
                  </p:pic>
                </p:oleObj>
              </mc:Fallback>
            </mc:AlternateContent>
          </a:graphicData>
        </a:graphic>
      </p:graphicFrame>
    </p:spTree>
  </p:cSld>
  <p:clrMapOvr>
    <a:masterClrMapping/>
  </p:clrMapOvr>
  <p:transition spd="slow">
    <p:random/>
    <p:sndAc>
      <p:stSnd>
        <p:snd r:embed="rId3" name="projctor.wav"/>
      </p:stSnd>
    </p:sndAc>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2690" name="Rectangle 2"/>
          <p:cNvSpPr>
            <a:spLocks noGrp="1" noChangeArrowheads="1"/>
          </p:cNvSpPr>
          <p:nvPr>
            <p:ph type="title"/>
          </p:nvPr>
        </p:nvSpPr>
        <p:spPr/>
        <p:txBody>
          <a:bodyPr/>
          <a:lstStyle/>
          <a:p>
            <a:pPr eaLnBrk="1" hangingPunct="1">
              <a:defRPr/>
            </a:pPr>
            <a:r>
              <a:rPr lang="zh-CN" altLang="en-US" smtClean="0"/>
              <a:t>位序颠倒置换</a:t>
            </a:r>
            <a:r>
              <a:rPr lang="zh-CN" altLang="en-US" sz="3200" smtClean="0"/>
              <a:t/>
            </a:r>
            <a:br>
              <a:rPr lang="zh-CN" altLang="en-US" sz="3200" smtClean="0"/>
            </a:br>
            <a:r>
              <a:rPr lang="zh-CN" altLang="en-US" sz="3200" smtClean="0"/>
              <a:t>                 — 互连函数</a:t>
            </a:r>
          </a:p>
        </p:txBody>
      </p:sp>
      <p:sp>
        <p:nvSpPr>
          <p:cNvPr id="22531"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基本概念</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常用互连函数</a:t>
            </a:r>
            <a:endParaRPr lang="zh-CN" altLang="en-US" sz="1200" b="0">
              <a:latin typeface="Times New Roman" pitchFamily="18" charset="0"/>
              <a:ea typeface="幼圆" pitchFamily="49" charset="-122"/>
            </a:endParaRPr>
          </a:p>
        </p:txBody>
      </p:sp>
      <p:sp>
        <p:nvSpPr>
          <p:cNvPr id="882704" name="Rectangle 16"/>
          <p:cNvSpPr>
            <a:spLocks noGrp="1" noChangeArrowheads="1"/>
          </p:cNvSpPr>
          <p:nvPr>
            <p:ph type="body" idx="1"/>
          </p:nvPr>
        </p:nvSpPr>
        <p:spPr>
          <a:xfrm>
            <a:off x="914400" y="1916113"/>
            <a:ext cx="7924800" cy="4465637"/>
          </a:xfrm>
        </p:spPr>
        <p:txBody>
          <a:bodyPr/>
          <a:lstStyle/>
          <a:p>
            <a:pPr marL="6350" indent="0" eaLnBrk="1" hangingPunct="1">
              <a:lnSpc>
                <a:spcPct val="110000"/>
              </a:lnSpc>
              <a:spcBef>
                <a:spcPct val="10000"/>
              </a:spcBef>
              <a:spcAft>
                <a:spcPct val="10000"/>
              </a:spcAft>
              <a:buClr>
                <a:srgbClr val="FF0000"/>
              </a:buClr>
              <a:defRPr/>
            </a:pPr>
            <a:r>
              <a:rPr lang="zh-CN" altLang="en-US" sz="2800" smtClean="0">
                <a:solidFill>
                  <a:srgbClr val="FF0000"/>
                </a:solidFill>
                <a:effectLst>
                  <a:outerShdw blurRad="38100" dist="38100" dir="2700000" algn="tl">
                    <a:srgbClr val="C0C0C0"/>
                  </a:outerShdw>
                </a:effectLst>
                <a:latin typeface="Comic Sans MS" pitchFamily="66" charset="0"/>
              </a:rPr>
              <a:t> 位序颠倒置换</a:t>
            </a:r>
            <a:r>
              <a:rPr lang="zh-CN" altLang="en-US" sz="2800" smtClean="0">
                <a:effectLst>
                  <a:outerShdw blurRad="38100" dist="38100" dir="2700000" algn="tl">
                    <a:srgbClr val="C0C0C0"/>
                  </a:outerShdw>
                </a:effectLst>
                <a:latin typeface="Comic Sans MS" pitchFamily="66" charset="0"/>
              </a:rPr>
              <a:t>（</a:t>
            </a:r>
            <a:r>
              <a:rPr lang="en-US" altLang="zh-CN" sz="2800" smtClean="0">
                <a:effectLst>
                  <a:outerShdw blurRad="38100" dist="38100" dir="2700000" algn="tl">
                    <a:srgbClr val="C0C0C0"/>
                  </a:outerShdw>
                </a:effectLst>
                <a:latin typeface="Comic Sans MS" pitchFamily="66" charset="0"/>
              </a:rPr>
              <a:t>Bit Reversal:</a:t>
            </a:r>
            <a:r>
              <a:rPr lang="zh-CN" altLang="en-US" sz="2800" smtClean="0">
                <a:effectLst>
                  <a:outerShdw blurRad="38100" dist="38100" dir="2700000" algn="tl">
                    <a:srgbClr val="C0C0C0"/>
                  </a:outerShdw>
                </a:effectLst>
                <a:latin typeface="Comic Sans MS" pitchFamily="66" charset="0"/>
              </a:rPr>
              <a:t>位序颠倒）</a:t>
            </a:r>
            <a:endParaRPr lang="en-US" altLang="zh-CN" sz="2800" smtClean="0">
              <a:solidFill>
                <a:srgbClr val="FF0000"/>
              </a:solidFill>
              <a:effectLst>
                <a:outerShdw blurRad="38100" dist="38100" dir="2700000" algn="tl">
                  <a:srgbClr val="C0C0C0"/>
                </a:outerShdw>
              </a:effectLst>
              <a:latin typeface="Comic Sans MS" pitchFamily="66" charset="0"/>
            </a:endParaRPr>
          </a:p>
          <a:p>
            <a:pPr marL="6350" indent="0" algn="ctr" eaLnBrk="1" hangingPunct="1">
              <a:lnSpc>
                <a:spcPct val="110000"/>
              </a:lnSpc>
              <a:spcBef>
                <a:spcPct val="10000"/>
              </a:spcBef>
              <a:spcAft>
                <a:spcPct val="10000"/>
              </a:spcAft>
              <a:buFont typeface="Wingdings" pitchFamily="2" charset="2"/>
              <a:buNone/>
              <a:defRPr/>
            </a:pPr>
            <a:r>
              <a:rPr lang="en-US" altLang="zh-CN" sz="2800" smtClean="0">
                <a:effectLst>
                  <a:outerShdw blurRad="38100" dist="38100" dir="2700000" algn="tl">
                    <a:srgbClr val="C0C0C0"/>
                  </a:outerShdw>
                </a:effectLst>
                <a:latin typeface="Comic Sans MS" pitchFamily="66" charset="0"/>
              </a:rPr>
              <a:t>ρ(x</a:t>
            </a:r>
            <a:r>
              <a:rPr lang="en-US" altLang="zh-CN" sz="2800" baseline="-25000" smtClean="0">
                <a:effectLst>
                  <a:outerShdw blurRad="38100" dist="38100" dir="2700000" algn="tl">
                    <a:srgbClr val="C0C0C0"/>
                  </a:outerShdw>
                </a:effectLst>
                <a:latin typeface="Comic Sans MS" pitchFamily="66" charset="0"/>
              </a:rPr>
              <a:t>n-1</a:t>
            </a:r>
            <a:r>
              <a:rPr lang="en-US" altLang="zh-CN" sz="2800" smtClean="0">
                <a:effectLst>
                  <a:outerShdw blurRad="38100" dist="38100" dir="2700000" algn="tl">
                    <a:srgbClr val="C0C0C0"/>
                  </a:outerShdw>
                </a:effectLst>
                <a:latin typeface="Comic Sans MS" pitchFamily="66" charset="0"/>
              </a:rPr>
              <a:t>x</a:t>
            </a:r>
            <a:r>
              <a:rPr lang="en-US" altLang="zh-CN" sz="2800" baseline="-25000" smtClean="0">
                <a:effectLst>
                  <a:outerShdw blurRad="38100" dist="38100" dir="2700000" algn="tl">
                    <a:srgbClr val="C0C0C0"/>
                  </a:outerShdw>
                </a:effectLst>
                <a:latin typeface="Comic Sans MS" pitchFamily="66" charset="0"/>
              </a:rPr>
              <a:t>n-2</a:t>
            </a:r>
            <a:r>
              <a:rPr lang="en-US" altLang="zh-CN" sz="2800" smtClean="0">
                <a:effectLst>
                  <a:outerShdw blurRad="38100" dist="38100" dir="2700000" algn="tl">
                    <a:srgbClr val="C0C0C0"/>
                  </a:outerShdw>
                </a:effectLst>
                <a:latin typeface="Comic Sans MS" pitchFamily="66" charset="0"/>
              </a:rPr>
              <a:t>...x</a:t>
            </a:r>
            <a:r>
              <a:rPr lang="en-US" altLang="zh-CN" sz="2800" baseline="-25000" smtClean="0">
                <a:effectLst>
                  <a:outerShdw blurRad="38100" dist="38100" dir="2700000" algn="tl">
                    <a:srgbClr val="C0C0C0"/>
                  </a:outerShdw>
                </a:effectLst>
                <a:latin typeface="Comic Sans MS" pitchFamily="66" charset="0"/>
              </a:rPr>
              <a:t>k</a:t>
            </a:r>
            <a:r>
              <a:rPr lang="en-US" altLang="zh-CN" sz="2800" smtClean="0">
                <a:effectLst>
                  <a:outerShdw blurRad="38100" dist="38100" dir="2700000" algn="tl">
                    <a:srgbClr val="C0C0C0"/>
                  </a:outerShdw>
                </a:effectLst>
                <a:latin typeface="Comic Sans MS" pitchFamily="66" charset="0"/>
              </a:rPr>
              <a:t>...x</a:t>
            </a:r>
            <a:r>
              <a:rPr lang="en-US" altLang="zh-CN" sz="2800" baseline="-25000" smtClean="0">
                <a:effectLst>
                  <a:outerShdw blurRad="38100" dist="38100" dir="2700000" algn="tl">
                    <a:srgbClr val="C0C0C0"/>
                  </a:outerShdw>
                </a:effectLst>
                <a:latin typeface="Comic Sans MS" pitchFamily="66" charset="0"/>
              </a:rPr>
              <a:t>1</a:t>
            </a:r>
            <a:r>
              <a:rPr lang="en-US" altLang="zh-CN" sz="2800" smtClean="0">
                <a:effectLst>
                  <a:outerShdw blurRad="38100" dist="38100" dir="2700000" algn="tl">
                    <a:srgbClr val="C0C0C0"/>
                  </a:outerShdw>
                </a:effectLst>
                <a:latin typeface="Comic Sans MS" pitchFamily="66" charset="0"/>
              </a:rPr>
              <a:t>x</a:t>
            </a:r>
            <a:r>
              <a:rPr lang="en-US" altLang="zh-CN" sz="2800" baseline="-25000" smtClean="0">
                <a:effectLst>
                  <a:outerShdw blurRad="38100" dist="38100" dir="2700000" algn="tl">
                    <a:srgbClr val="C0C0C0"/>
                  </a:outerShdw>
                </a:effectLst>
                <a:latin typeface="Comic Sans MS" pitchFamily="66" charset="0"/>
              </a:rPr>
              <a:t>0</a:t>
            </a:r>
            <a:r>
              <a:rPr lang="en-US" altLang="zh-CN" sz="2800" smtClean="0">
                <a:effectLst>
                  <a:outerShdw blurRad="38100" dist="38100" dir="2700000" algn="tl">
                    <a:srgbClr val="C0C0C0"/>
                  </a:outerShdw>
                </a:effectLst>
                <a:latin typeface="Comic Sans MS" pitchFamily="66" charset="0"/>
              </a:rPr>
              <a:t>)=x</a:t>
            </a:r>
            <a:r>
              <a:rPr lang="en-US" altLang="zh-CN" sz="2800" baseline="-25000" smtClean="0">
                <a:effectLst>
                  <a:outerShdw blurRad="38100" dist="38100" dir="2700000" algn="tl">
                    <a:srgbClr val="C0C0C0"/>
                  </a:outerShdw>
                </a:effectLst>
                <a:latin typeface="Comic Sans MS" pitchFamily="66" charset="0"/>
              </a:rPr>
              <a:t>0</a:t>
            </a:r>
            <a:r>
              <a:rPr lang="en-US" altLang="zh-CN" sz="2800" smtClean="0">
                <a:effectLst>
                  <a:outerShdw blurRad="38100" dist="38100" dir="2700000" algn="tl">
                    <a:srgbClr val="C0C0C0"/>
                  </a:outerShdw>
                </a:effectLst>
                <a:latin typeface="Comic Sans MS" pitchFamily="66" charset="0"/>
              </a:rPr>
              <a:t>x</a:t>
            </a:r>
            <a:r>
              <a:rPr lang="en-US" altLang="zh-CN" sz="2800" baseline="-25000" smtClean="0">
                <a:effectLst>
                  <a:outerShdw blurRad="38100" dist="38100" dir="2700000" algn="tl">
                    <a:srgbClr val="C0C0C0"/>
                  </a:outerShdw>
                </a:effectLst>
                <a:latin typeface="Comic Sans MS" pitchFamily="66" charset="0"/>
              </a:rPr>
              <a:t>1</a:t>
            </a:r>
            <a:r>
              <a:rPr lang="en-US" altLang="zh-CN" sz="2800" smtClean="0">
                <a:effectLst>
                  <a:outerShdw blurRad="38100" dist="38100" dir="2700000" algn="tl">
                    <a:srgbClr val="C0C0C0"/>
                  </a:outerShdw>
                </a:effectLst>
                <a:latin typeface="Comic Sans MS" pitchFamily="66" charset="0"/>
              </a:rPr>
              <a:t>...x</a:t>
            </a:r>
            <a:r>
              <a:rPr lang="en-US" altLang="zh-CN" sz="2800" baseline="-25000" smtClean="0">
                <a:effectLst>
                  <a:outerShdw blurRad="38100" dist="38100" dir="2700000" algn="tl">
                    <a:srgbClr val="C0C0C0"/>
                  </a:outerShdw>
                </a:effectLst>
                <a:latin typeface="Comic Sans MS" pitchFamily="66" charset="0"/>
              </a:rPr>
              <a:t>k</a:t>
            </a:r>
            <a:r>
              <a:rPr lang="en-US" altLang="zh-CN" sz="2800" smtClean="0">
                <a:effectLst>
                  <a:outerShdw blurRad="38100" dist="38100" dir="2700000" algn="tl">
                    <a:srgbClr val="C0C0C0"/>
                  </a:outerShdw>
                </a:effectLst>
                <a:latin typeface="Comic Sans MS" pitchFamily="66" charset="0"/>
              </a:rPr>
              <a:t>...x</a:t>
            </a:r>
            <a:r>
              <a:rPr lang="en-US" altLang="zh-CN" sz="2800" baseline="-25000" smtClean="0">
                <a:effectLst>
                  <a:outerShdw blurRad="38100" dist="38100" dir="2700000" algn="tl">
                    <a:srgbClr val="C0C0C0"/>
                  </a:outerShdw>
                </a:effectLst>
                <a:latin typeface="Comic Sans MS" pitchFamily="66" charset="0"/>
              </a:rPr>
              <a:t>n-2</a:t>
            </a:r>
            <a:r>
              <a:rPr lang="en-US" altLang="zh-CN" sz="2800" smtClean="0">
                <a:effectLst>
                  <a:outerShdw blurRad="38100" dist="38100" dir="2700000" algn="tl">
                    <a:srgbClr val="C0C0C0"/>
                  </a:outerShdw>
                </a:effectLst>
                <a:latin typeface="Comic Sans MS" pitchFamily="66" charset="0"/>
              </a:rPr>
              <a:t>x</a:t>
            </a:r>
            <a:r>
              <a:rPr lang="en-US" altLang="zh-CN" sz="2800" baseline="-25000" smtClean="0">
                <a:effectLst>
                  <a:outerShdw blurRad="38100" dist="38100" dir="2700000" algn="tl">
                    <a:srgbClr val="C0C0C0"/>
                  </a:outerShdw>
                </a:effectLst>
                <a:latin typeface="Comic Sans MS" pitchFamily="66" charset="0"/>
              </a:rPr>
              <a:t>n-1</a:t>
            </a:r>
          </a:p>
          <a:p>
            <a:pPr marL="6350" indent="0" eaLnBrk="1" hangingPunct="1">
              <a:lnSpc>
                <a:spcPct val="110000"/>
              </a:lnSpc>
              <a:spcBef>
                <a:spcPct val="10000"/>
              </a:spcBef>
              <a:spcAft>
                <a:spcPct val="10000"/>
              </a:spcAft>
              <a:buClr>
                <a:srgbClr val="FF0000"/>
              </a:buClr>
              <a:defRPr/>
            </a:pPr>
            <a:r>
              <a:rPr lang="zh-CN" altLang="en-US" sz="2800" smtClean="0">
                <a:solidFill>
                  <a:srgbClr val="FF0000"/>
                </a:solidFill>
                <a:effectLst>
                  <a:outerShdw blurRad="38100" dist="38100" dir="2700000" algn="tl">
                    <a:srgbClr val="C0C0C0"/>
                  </a:outerShdw>
                </a:effectLst>
                <a:latin typeface="Comic Sans MS" pitchFamily="66" charset="0"/>
              </a:rPr>
              <a:t> 子位序颠倒置换</a:t>
            </a:r>
            <a:r>
              <a:rPr lang="zh-CN" altLang="en-US" sz="2800" smtClean="0">
                <a:effectLst>
                  <a:outerShdw blurRad="38100" dist="38100" dir="2700000" algn="tl">
                    <a:srgbClr val="C0C0C0"/>
                  </a:outerShdw>
                </a:effectLst>
                <a:latin typeface="Comic Sans MS" pitchFamily="66" charset="0"/>
              </a:rPr>
              <a:t>（最低</a:t>
            </a:r>
            <a:r>
              <a:rPr lang="en-US" altLang="zh-CN" sz="2800" smtClean="0">
                <a:effectLst>
                  <a:outerShdw blurRad="38100" dist="38100" dir="2700000" algn="tl">
                    <a:srgbClr val="C0C0C0"/>
                  </a:outerShdw>
                </a:effectLst>
                <a:latin typeface="Comic Sans MS" pitchFamily="66" charset="0"/>
              </a:rPr>
              <a:t>k</a:t>
            </a:r>
            <a:r>
              <a:rPr lang="zh-CN" altLang="en-US" sz="2800" smtClean="0">
                <a:effectLst>
                  <a:outerShdw blurRad="38100" dist="38100" dir="2700000" algn="tl">
                    <a:srgbClr val="C0C0C0"/>
                  </a:outerShdw>
                </a:effectLst>
                <a:latin typeface="Comic Sans MS" pitchFamily="66" charset="0"/>
              </a:rPr>
              <a:t>位的位序颠倒）</a:t>
            </a:r>
            <a:endParaRPr lang="en-US" altLang="zh-CN" sz="2800" smtClean="0">
              <a:effectLst>
                <a:outerShdw blurRad="38100" dist="38100" dir="2700000" algn="tl">
                  <a:srgbClr val="C0C0C0"/>
                </a:outerShdw>
              </a:effectLst>
              <a:latin typeface="Comic Sans MS" pitchFamily="66" charset="0"/>
            </a:endParaRPr>
          </a:p>
          <a:p>
            <a:pPr marL="6350" indent="0" eaLnBrk="1" hangingPunct="1">
              <a:lnSpc>
                <a:spcPct val="110000"/>
              </a:lnSpc>
              <a:spcBef>
                <a:spcPct val="10000"/>
              </a:spcBef>
              <a:spcAft>
                <a:spcPct val="10000"/>
              </a:spcAft>
              <a:buFont typeface="Wingdings" pitchFamily="2" charset="2"/>
              <a:buNone/>
              <a:defRPr/>
            </a:pPr>
            <a:r>
              <a:rPr lang="en-US" altLang="zh-CN" sz="2800" smtClean="0">
                <a:effectLst>
                  <a:outerShdw blurRad="38100" dist="38100" dir="2700000" algn="tl">
                    <a:srgbClr val="C0C0C0"/>
                  </a:outerShdw>
                </a:effectLst>
                <a:latin typeface="Comic Sans MS" pitchFamily="66" charset="0"/>
              </a:rPr>
              <a:t> ρ</a:t>
            </a:r>
            <a:r>
              <a:rPr lang="en-US" altLang="zh-CN" sz="2800" baseline="-25000" smtClean="0">
                <a:effectLst>
                  <a:outerShdw blurRad="38100" dist="38100" dir="2700000" algn="tl">
                    <a:srgbClr val="C0C0C0"/>
                  </a:outerShdw>
                </a:effectLst>
                <a:latin typeface="Comic Sans MS" pitchFamily="66" charset="0"/>
              </a:rPr>
              <a:t>(k)</a:t>
            </a:r>
            <a:r>
              <a:rPr lang="en-US" altLang="zh-CN" sz="2800" smtClean="0">
                <a:effectLst>
                  <a:outerShdw blurRad="38100" dist="38100" dir="2700000" algn="tl">
                    <a:srgbClr val="C0C0C0"/>
                  </a:outerShdw>
                </a:effectLst>
                <a:latin typeface="Comic Sans MS" pitchFamily="66" charset="0"/>
              </a:rPr>
              <a:t>(x</a:t>
            </a:r>
            <a:r>
              <a:rPr lang="en-US" altLang="zh-CN" sz="2800" baseline="-25000" smtClean="0">
                <a:effectLst>
                  <a:outerShdw blurRad="38100" dist="38100" dir="2700000" algn="tl">
                    <a:srgbClr val="C0C0C0"/>
                  </a:outerShdw>
                </a:effectLst>
                <a:latin typeface="Comic Sans MS" pitchFamily="66" charset="0"/>
              </a:rPr>
              <a:t>n-1</a:t>
            </a:r>
            <a:r>
              <a:rPr lang="en-US" altLang="zh-CN" sz="2800" smtClean="0">
                <a:effectLst>
                  <a:outerShdw blurRad="38100" dist="38100" dir="2700000" algn="tl">
                    <a:srgbClr val="C0C0C0"/>
                  </a:outerShdw>
                </a:effectLst>
                <a:latin typeface="Comic Sans MS" pitchFamily="66" charset="0"/>
              </a:rPr>
              <a:t>x</a:t>
            </a:r>
            <a:r>
              <a:rPr lang="en-US" altLang="zh-CN" sz="2800" baseline="-25000" smtClean="0">
                <a:effectLst>
                  <a:outerShdw blurRad="38100" dist="38100" dir="2700000" algn="tl">
                    <a:srgbClr val="C0C0C0"/>
                  </a:outerShdw>
                </a:effectLst>
                <a:latin typeface="Comic Sans MS" pitchFamily="66" charset="0"/>
              </a:rPr>
              <a:t>n-2</a:t>
            </a:r>
            <a:r>
              <a:rPr lang="en-US" altLang="zh-CN" sz="2800" smtClean="0">
                <a:effectLst>
                  <a:outerShdw blurRad="38100" dist="38100" dir="2700000" algn="tl">
                    <a:srgbClr val="C0C0C0"/>
                  </a:outerShdw>
                </a:effectLst>
                <a:latin typeface="Comic Sans MS" pitchFamily="66" charset="0"/>
              </a:rPr>
              <a:t>...x</a:t>
            </a:r>
            <a:r>
              <a:rPr lang="en-US" altLang="zh-CN" sz="2800" baseline="-25000" smtClean="0">
                <a:effectLst>
                  <a:outerShdw blurRad="38100" dist="38100" dir="2700000" algn="tl">
                    <a:srgbClr val="C0C0C0"/>
                  </a:outerShdw>
                </a:effectLst>
                <a:latin typeface="Comic Sans MS" pitchFamily="66" charset="0"/>
              </a:rPr>
              <a:t>k</a:t>
            </a:r>
            <a:r>
              <a:rPr lang="en-US" altLang="zh-CN" sz="2800" smtClean="0">
                <a:solidFill>
                  <a:srgbClr val="FF0000"/>
                </a:solidFill>
                <a:effectLst>
                  <a:outerShdw blurRad="38100" dist="38100" dir="2700000" algn="tl">
                    <a:srgbClr val="C0C0C0"/>
                  </a:outerShdw>
                </a:effectLst>
                <a:latin typeface="Comic Sans MS" pitchFamily="66" charset="0"/>
              </a:rPr>
              <a:t>x</a:t>
            </a:r>
            <a:r>
              <a:rPr lang="en-US" altLang="zh-CN" sz="2800" baseline="-25000" smtClean="0">
                <a:solidFill>
                  <a:srgbClr val="FF0000"/>
                </a:solidFill>
                <a:effectLst>
                  <a:outerShdw blurRad="38100" dist="38100" dir="2700000" algn="tl">
                    <a:srgbClr val="C0C0C0"/>
                  </a:outerShdw>
                </a:effectLst>
                <a:latin typeface="Comic Sans MS" pitchFamily="66" charset="0"/>
              </a:rPr>
              <a:t>k-1</a:t>
            </a:r>
            <a:r>
              <a:rPr lang="en-US" altLang="zh-CN" sz="2800" smtClean="0">
                <a:solidFill>
                  <a:srgbClr val="FF0000"/>
                </a:solidFill>
                <a:effectLst>
                  <a:outerShdw blurRad="38100" dist="38100" dir="2700000" algn="tl">
                    <a:srgbClr val="C0C0C0"/>
                  </a:outerShdw>
                </a:effectLst>
                <a:latin typeface="Comic Sans MS" pitchFamily="66" charset="0"/>
              </a:rPr>
              <a:t>x</a:t>
            </a:r>
            <a:r>
              <a:rPr lang="en-US" altLang="zh-CN" sz="2800" baseline="-25000" smtClean="0">
                <a:solidFill>
                  <a:srgbClr val="FF0000"/>
                </a:solidFill>
                <a:effectLst>
                  <a:outerShdw blurRad="38100" dist="38100" dir="2700000" algn="tl">
                    <a:srgbClr val="C0C0C0"/>
                  </a:outerShdw>
                </a:effectLst>
                <a:latin typeface="Comic Sans MS" pitchFamily="66" charset="0"/>
              </a:rPr>
              <a:t>k-2</a:t>
            </a:r>
            <a:r>
              <a:rPr lang="en-US" altLang="zh-CN" sz="2800" smtClean="0">
                <a:solidFill>
                  <a:srgbClr val="FF0000"/>
                </a:solidFill>
                <a:effectLst>
                  <a:outerShdw blurRad="38100" dist="38100" dir="2700000" algn="tl">
                    <a:srgbClr val="C0C0C0"/>
                  </a:outerShdw>
                </a:effectLst>
                <a:latin typeface="Comic Sans MS" pitchFamily="66" charset="0"/>
              </a:rPr>
              <a:t>...x</a:t>
            </a:r>
            <a:r>
              <a:rPr lang="en-US" altLang="zh-CN" sz="2800" baseline="-25000" smtClean="0">
                <a:solidFill>
                  <a:srgbClr val="FF0000"/>
                </a:solidFill>
                <a:effectLst>
                  <a:outerShdw blurRad="38100" dist="38100" dir="2700000" algn="tl">
                    <a:srgbClr val="C0C0C0"/>
                  </a:outerShdw>
                </a:effectLst>
                <a:latin typeface="Comic Sans MS" pitchFamily="66" charset="0"/>
              </a:rPr>
              <a:t>1</a:t>
            </a:r>
            <a:r>
              <a:rPr lang="en-US" altLang="zh-CN" sz="2800" smtClean="0">
                <a:solidFill>
                  <a:srgbClr val="FF0000"/>
                </a:solidFill>
                <a:effectLst>
                  <a:outerShdw blurRad="38100" dist="38100" dir="2700000" algn="tl">
                    <a:srgbClr val="C0C0C0"/>
                  </a:outerShdw>
                </a:effectLst>
                <a:latin typeface="Comic Sans MS" pitchFamily="66" charset="0"/>
              </a:rPr>
              <a:t>x</a:t>
            </a:r>
            <a:r>
              <a:rPr lang="en-US" altLang="zh-CN" sz="2800" baseline="-25000" smtClean="0">
                <a:solidFill>
                  <a:srgbClr val="FF0000"/>
                </a:solidFill>
                <a:effectLst>
                  <a:outerShdw blurRad="38100" dist="38100" dir="2700000" algn="tl">
                    <a:srgbClr val="C0C0C0"/>
                  </a:outerShdw>
                </a:effectLst>
                <a:latin typeface="Comic Sans MS" pitchFamily="66" charset="0"/>
              </a:rPr>
              <a:t>0</a:t>
            </a:r>
            <a:r>
              <a:rPr lang="en-US" altLang="zh-CN" sz="2800" smtClean="0">
                <a:effectLst>
                  <a:outerShdw blurRad="38100" dist="38100" dir="2700000" algn="tl">
                    <a:srgbClr val="C0C0C0"/>
                  </a:outerShdw>
                </a:effectLst>
                <a:latin typeface="Comic Sans MS" pitchFamily="66" charset="0"/>
              </a:rPr>
              <a:t>)=</a:t>
            </a:r>
            <a:br>
              <a:rPr lang="en-US" altLang="zh-CN" sz="2800" smtClean="0">
                <a:effectLst>
                  <a:outerShdw blurRad="38100" dist="38100" dir="2700000" algn="tl">
                    <a:srgbClr val="C0C0C0"/>
                  </a:outerShdw>
                </a:effectLst>
                <a:latin typeface="Comic Sans MS" pitchFamily="66" charset="0"/>
              </a:rPr>
            </a:br>
            <a:r>
              <a:rPr lang="en-US" altLang="zh-CN" sz="2800" smtClean="0">
                <a:effectLst>
                  <a:outerShdw blurRad="38100" dist="38100" dir="2700000" algn="tl">
                    <a:srgbClr val="C0C0C0"/>
                  </a:outerShdw>
                </a:effectLst>
                <a:latin typeface="Comic Sans MS" pitchFamily="66" charset="0"/>
              </a:rPr>
              <a:t>             x</a:t>
            </a:r>
            <a:r>
              <a:rPr lang="en-US" altLang="zh-CN" sz="2800" baseline="-25000" smtClean="0">
                <a:effectLst>
                  <a:outerShdw blurRad="38100" dist="38100" dir="2700000" algn="tl">
                    <a:srgbClr val="C0C0C0"/>
                  </a:outerShdw>
                </a:effectLst>
                <a:latin typeface="Comic Sans MS" pitchFamily="66" charset="0"/>
              </a:rPr>
              <a:t>n-1</a:t>
            </a:r>
            <a:r>
              <a:rPr lang="en-US" altLang="zh-CN" sz="2800" smtClean="0">
                <a:effectLst>
                  <a:outerShdw blurRad="38100" dist="38100" dir="2700000" algn="tl">
                    <a:srgbClr val="C0C0C0"/>
                  </a:outerShdw>
                </a:effectLst>
                <a:latin typeface="Comic Sans MS" pitchFamily="66" charset="0"/>
              </a:rPr>
              <a:t>x</a:t>
            </a:r>
            <a:r>
              <a:rPr lang="en-US" altLang="zh-CN" sz="2800" baseline="-25000" smtClean="0">
                <a:effectLst>
                  <a:outerShdw blurRad="38100" dist="38100" dir="2700000" algn="tl">
                    <a:srgbClr val="C0C0C0"/>
                  </a:outerShdw>
                </a:effectLst>
                <a:latin typeface="Comic Sans MS" pitchFamily="66" charset="0"/>
              </a:rPr>
              <a:t>n-2</a:t>
            </a:r>
            <a:r>
              <a:rPr lang="en-US" altLang="zh-CN" sz="2800" smtClean="0">
                <a:effectLst>
                  <a:outerShdw blurRad="38100" dist="38100" dir="2700000" algn="tl">
                    <a:srgbClr val="C0C0C0"/>
                  </a:outerShdw>
                </a:effectLst>
                <a:latin typeface="Comic Sans MS" pitchFamily="66" charset="0"/>
              </a:rPr>
              <a:t>...x</a:t>
            </a:r>
            <a:r>
              <a:rPr lang="en-US" altLang="zh-CN" sz="2800" baseline="-25000" smtClean="0">
                <a:effectLst>
                  <a:outerShdw blurRad="38100" dist="38100" dir="2700000" algn="tl">
                    <a:srgbClr val="C0C0C0"/>
                  </a:outerShdw>
                </a:effectLst>
                <a:latin typeface="Comic Sans MS" pitchFamily="66" charset="0"/>
              </a:rPr>
              <a:t>k</a:t>
            </a:r>
            <a:r>
              <a:rPr lang="en-US" altLang="zh-CN" sz="2800" smtClean="0">
                <a:solidFill>
                  <a:srgbClr val="FF0000"/>
                </a:solidFill>
                <a:effectLst>
                  <a:outerShdw blurRad="38100" dist="38100" dir="2700000" algn="tl">
                    <a:srgbClr val="C0C0C0"/>
                  </a:outerShdw>
                </a:effectLst>
                <a:latin typeface="Comic Sans MS" pitchFamily="66" charset="0"/>
              </a:rPr>
              <a:t>x</a:t>
            </a:r>
            <a:r>
              <a:rPr lang="en-US" altLang="zh-CN" sz="2800" baseline="-25000" smtClean="0">
                <a:solidFill>
                  <a:srgbClr val="FF0000"/>
                </a:solidFill>
                <a:effectLst>
                  <a:outerShdw blurRad="38100" dist="38100" dir="2700000" algn="tl">
                    <a:srgbClr val="C0C0C0"/>
                  </a:outerShdw>
                </a:effectLst>
                <a:latin typeface="Comic Sans MS" pitchFamily="66" charset="0"/>
              </a:rPr>
              <a:t>0</a:t>
            </a:r>
            <a:r>
              <a:rPr lang="en-US" altLang="zh-CN" sz="2800" smtClean="0">
                <a:solidFill>
                  <a:srgbClr val="FF0000"/>
                </a:solidFill>
                <a:effectLst>
                  <a:outerShdw blurRad="38100" dist="38100" dir="2700000" algn="tl">
                    <a:srgbClr val="C0C0C0"/>
                  </a:outerShdw>
                </a:effectLst>
                <a:latin typeface="Comic Sans MS" pitchFamily="66" charset="0"/>
              </a:rPr>
              <a:t>x</a:t>
            </a:r>
            <a:r>
              <a:rPr lang="en-US" altLang="zh-CN" sz="2800" baseline="-25000" smtClean="0">
                <a:solidFill>
                  <a:srgbClr val="FF0000"/>
                </a:solidFill>
                <a:effectLst>
                  <a:outerShdw blurRad="38100" dist="38100" dir="2700000" algn="tl">
                    <a:srgbClr val="C0C0C0"/>
                  </a:outerShdw>
                </a:effectLst>
                <a:latin typeface="Comic Sans MS" pitchFamily="66" charset="0"/>
              </a:rPr>
              <a:t>1</a:t>
            </a:r>
            <a:r>
              <a:rPr lang="en-US" altLang="zh-CN" sz="2800" smtClean="0">
                <a:solidFill>
                  <a:srgbClr val="FF0000"/>
                </a:solidFill>
                <a:effectLst>
                  <a:outerShdw blurRad="38100" dist="38100" dir="2700000" algn="tl">
                    <a:srgbClr val="C0C0C0"/>
                  </a:outerShdw>
                </a:effectLst>
                <a:latin typeface="Comic Sans MS" pitchFamily="66" charset="0"/>
              </a:rPr>
              <a:t>...x</a:t>
            </a:r>
            <a:r>
              <a:rPr lang="en-US" altLang="zh-CN" sz="2800" baseline="-25000" smtClean="0">
                <a:solidFill>
                  <a:srgbClr val="FF0000"/>
                </a:solidFill>
                <a:effectLst>
                  <a:outerShdw blurRad="38100" dist="38100" dir="2700000" algn="tl">
                    <a:srgbClr val="C0C0C0"/>
                  </a:outerShdw>
                </a:effectLst>
                <a:latin typeface="Comic Sans MS" pitchFamily="66" charset="0"/>
              </a:rPr>
              <a:t>k-2</a:t>
            </a:r>
            <a:r>
              <a:rPr lang="en-US" altLang="zh-CN" sz="2800" smtClean="0">
                <a:solidFill>
                  <a:srgbClr val="FF0000"/>
                </a:solidFill>
                <a:effectLst>
                  <a:outerShdw blurRad="38100" dist="38100" dir="2700000" algn="tl">
                    <a:srgbClr val="C0C0C0"/>
                  </a:outerShdw>
                </a:effectLst>
                <a:latin typeface="Comic Sans MS" pitchFamily="66" charset="0"/>
              </a:rPr>
              <a:t>x</a:t>
            </a:r>
            <a:r>
              <a:rPr lang="en-US" altLang="zh-CN" sz="2800" baseline="-25000" smtClean="0">
                <a:solidFill>
                  <a:srgbClr val="FF0000"/>
                </a:solidFill>
                <a:effectLst>
                  <a:outerShdw blurRad="38100" dist="38100" dir="2700000" algn="tl">
                    <a:srgbClr val="C0C0C0"/>
                  </a:outerShdw>
                </a:effectLst>
                <a:latin typeface="Comic Sans MS" pitchFamily="66" charset="0"/>
              </a:rPr>
              <a:t>k-1</a:t>
            </a:r>
          </a:p>
          <a:p>
            <a:pPr marL="6350" indent="0" eaLnBrk="1" hangingPunct="1">
              <a:lnSpc>
                <a:spcPct val="110000"/>
              </a:lnSpc>
              <a:spcBef>
                <a:spcPct val="10000"/>
              </a:spcBef>
              <a:spcAft>
                <a:spcPct val="10000"/>
              </a:spcAft>
              <a:buClr>
                <a:srgbClr val="FF0000"/>
              </a:buClr>
              <a:defRPr/>
            </a:pPr>
            <a:r>
              <a:rPr lang="zh-CN" altLang="en-US" sz="2800" smtClean="0">
                <a:solidFill>
                  <a:srgbClr val="FF0000"/>
                </a:solidFill>
                <a:effectLst>
                  <a:outerShdw blurRad="38100" dist="38100" dir="2700000" algn="tl">
                    <a:srgbClr val="C0C0C0"/>
                  </a:outerShdw>
                </a:effectLst>
                <a:latin typeface="Comic Sans MS" pitchFamily="66" charset="0"/>
              </a:rPr>
              <a:t> 超位序颠倒置换</a:t>
            </a:r>
            <a:r>
              <a:rPr lang="zh-CN" altLang="en-US" sz="2800" smtClean="0">
                <a:effectLst>
                  <a:outerShdw blurRad="38100" dist="38100" dir="2700000" algn="tl">
                    <a:srgbClr val="C0C0C0"/>
                  </a:outerShdw>
                </a:effectLst>
                <a:latin typeface="Comic Sans MS" pitchFamily="66" charset="0"/>
              </a:rPr>
              <a:t>（最高</a:t>
            </a:r>
            <a:r>
              <a:rPr lang="en-US" altLang="zh-CN" sz="2800" smtClean="0">
                <a:effectLst>
                  <a:outerShdw blurRad="38100" dist="38100" dir="2700000" algn="tl">
                    <a:srgbClr val="C0C0C0"/>
                  </a:outerShdw>
                </a:effectLst>
                <a:latin typeface="Comic Sans MS" pitchFamily="66" charset="0"/>
              </a:rPr>
              <a:t>k</a:t>
            </a:r>
            <a:r>
              <a:rPr lang="zh-CN" altLang="en-US" sz="2800" smtClean="0">
                <a:effectLst>
                  <a:outerShdw blurRad="38100" dist="38100" dir="2700000" algn="tl">
                    <a:srgbClr val="C0C0C0"/>
                  </a:outerShdw>
                </a:effectLst>
                <a:latin typeface="Comic Sans MS" pitchFamily="66" charset="0"/>
              </a:rPr>
              <a:t>位的位序颠倒）</a:t>
            </a:r>
            <a:endParaRPr lang="en-US" altLang="zh-CN" sz="2800" smtClean="0">
              <a:solidFill>
                <a:srgbClr val="FF0000"/>
              </a:solidFill>
              <a:effectLst>
                <a:outerShdw blurRad="38100" dist="38100" dir="2700000" algn="tl">
                  <a:srgbClr val="C0C0C0"/>
                </a:outerShdw>
              </a:effectLst>
              <a:latin typeface="Comic Sans MS" pitchFamily="66" charset="0"/>
            </a:endParaRPr>
          </a:p>
          <a:p>
            <a:pPr marL="6350" indent="0" eaLnBrk="1" hangingPunct="1">
              <a:lnSpc>
                <a:spcPct val="110000"/>
              </a:lnSpc>
              <a:spcBef>
                <a:spcPct val="10000"/>
              </a:spcBef>
              <a:spcAft>
                <a:spcPct val="10000"/>
              </a:spcAft>
              <a:buFont typeface="Wingdings" pitchFamily="2" charset="2"/>
              <a:buNone/>
              <a:defRPr/>
            </a:pPr>
            <a:r>
              <a:rPr lang="en-US" altLang="zh-CN" sz="2800" smtClean="0">
                <a:effectLst>
                  <a:outerShdw blurRad="38100" dist="38100" dir="2700000" algn="tl">
                    <a:srgbClr val="C0C0C0"/>
                  </a:outerShdw>
                </a:effectLst>
                <a:latin typeface="Comic Sans MS" pitchFamily="66" charset="0"/>
              </a:rPr>
              <a:t> ρ</a:t>
            </a:r>
            <a:r>
              <a:rPr lang="en-US" altLang="zh-CN" sz="2800" baseline="30000" smtClean="0">
                <a:effectLst>
                  <a:outerShdw blurRad="38100" dist="38100" dir="2700000" algn="tl">
                    <a:srgbClr val="C0C0C0"/>
                  </a:outerShdw>
                </a:effectLst>
                <a:latin typeface="Comic Sans MS" pitchFamily="66" charset="0"/>
              </a:rPr>
              <a:t>(k)</a:t>
            </a:r>
            <a:r>
              <a:rPr lang="en-US" altLang="zh-CN" sz="2800" smtClean="0">
                <a:effectLst>
                  <a:outerShdw blurRad="38100" dist="38100" dir="2700000" algn="tl">
                    <a:srgbClr val="C0C0C0"/>
                  </a:outerShdw>
                </a:effectLst>
                <a:latin typeface="Comic Sans MS" pitchFamily="66" charset="0"/>
              </a:rPr>
              <a:t>(</a:t>
            </a:r>
            <a:r>
              <a:rPr lang="en-US" altLang="zh-CN" sz="2800" smtClean="0">
                <a:solidFill>
                  <a:srgbClr val="FF0000"/>
                </a:solidFill>
                <a:effectLst>
                  <a:outerShdw blurRad="38100" dist="38100" dir="2700000" algn="tl">
                    <a:srgbClr val="C0C0C0"/>
                  </a:outerShdw>
                </a:effectLst>
                <a:latin typeface="Comic Sans MS" pitchFamily="66" charset="0"/>
              </a:rPr>
              <a:t>x</a:t>
            </a:r>
            <a:r>
              <a:rPr lang="en-US" altLang="zh-CN" sz="2800" baseline="-25000" smtClean="0">
                <a:solidFill>
                  <a:srgbClr val="FF0000"/>
                </a:solidFill>
                <a:effectLst>
                  <a:outerShdw blurRad="38100" dist="38100" dir="2700000" algn="tl">
                    <a:srgbClr val="C0C0C0"/>
                  </a:outerShdw>
                </a:effectLst>
                <a:latin typeface="Comic Sans MS" pitchFamily="66" charset="0"/>
              </a:rPr>
              <a:t>n-1</a:t>
            </a:r>
            <a:r>
              <a:rPr lang="en-US" altLang="zh-CN" sz="2800" smtClean="0">
                <a:solidFill>
                  <a:srgbClr val="FF0000"/>
                </a:solidFill>
                <a:effectLst>
                  <a:outerShdw blurRad="38100" dist="38100" dir="2700000" algn="tl">
                    <a:srgbClr val="C0C0C0"/>
                  </a:outerShdw>
                </a:effectLst>
                <a:latin typeface="Comic Sans MS" pitchFamily="66" charset="0"/>
              </a:rPr>
              <a:t>x</a:t>
            </a:r>
            <a:r>
              <a:rPr lang="en-US" altLang="zh-CN" sz="2800" baseline="-25000" smtClean="0">
                <a:solidFill>
                  <a:srgbClr val="FF0000"/>
                </a:solidFill>
                <a:effectLst>
                  <a:outerShdw blurRad="38100" dist="38100" dir="2700000" algn="tl">
                    <a:srgbClr val="C0C0C0"/>
                  </a:outerShdw>
                </a:effectLst>
                <a:latin typeface="Comic Sans MS" pitchFamily="66" charset="0"/>
              </a:rPr>
              <a:t>n-2</a:t>
            </a:r>
            <a:r>
              <a:rPr lang="en-US" altLang="zh-CN" sz="2800" smtClean="0">
                <a:solidFill>
                  <a:srgbClr val="FF0000"/>
                </a:solidFill>
                <a:effectLst>
                  <a:outerShdw blurRad="38100" dist="38100" dir="2700000" algn="tl">
                    <a:srgbClr val="C0C0C0"/>
                  </a:outerShdw>
                </a:effectLst>
                <a:latin typeface="Comic Sans MS" pitchFamily="66" charset="0"/>
              </a:rPr>
              <a:t>...x</a:t>
            </a:r>
            <a:r>
              <a:rPr lang="en-US" altLang="zh-CN" sz="2800" baseline="-25000" smtClean="0">
                <a:solidFill>
                  <a:srgbClr val="FF0000"/>
                </a:solidFill>
                <a:effectLst>
                  <a:outerShdw blurRad="38100" dist="38100" dir="2700000" algn="tl">
                    <a:srgbClr val="C0C0C0"/>
                  </a:outerShdw>
                </a:effectLst>
                <a:latin typeface="Comic Sans MS" pitchFamily="66" charset="0"/>
              </a:rPr>
              <a:t>n-k+1</a:t>
            </a:r>
            <a:r>
              <a:rPr lang="en-US" altLang="zh-CN" sz="2800" smtClean="0">
                <a:solidFill>
                  <a:srgbClr val="FF0000"/>
                </a:solidFill>
                <a:effectLst>
                  <a:outerShdw blurRad="38100" dist="38100" dir="2700000" algn="tl">
                    <a:srgbClr val="C0C0C0"/>
                  </a:outerShdw>
                </a:effectLst>
                <a:latin typeface="Comic Sans MS" pitchFamily="66" charset="0"/>
              </a:rPr>
              <a:t>x</a:t>
            </a:r>
            <a:r>
              <a:rPr lang="en-US" altLang="zh-CN" sz="2800" baseline="-25000" smtClean="0">
                <a:solidFill>
                  <a:srgbClr val="FF0000"/>
                </a:solidFill>
                <a:effectLst>
                  <a:outerShdw blurRad="38100" dist="38100" dir="2700000" algn="tl">
                    <a:srgbClr val="C0C0C0"/>
                  </a:outerShdw>
                </a:effectLst>
                <a:latin typeface="Comic Sans MS" pitchFamily="66" charset="0"/>
              </a:rPr>
              <a:t>n-k</a:t>
            </a:r>
            <a:r>
              <a:rPr lang="en-US" altLang="zh-CN" sz="2800" smtClean="0">
                <a:effectLst>
                  <a:outerShdw blurRad="38100" dist="38100" dir="2700000" algn="tl">
                    <a:srgbClr val="C0C0C0"/>
                  </a:outerShdw>
                </a:effectLst>
                <a:latin typeface="Comic Sans MS" pitchFamily="66" charset="0"/>
              </a:rPr>
              <a:t>x</a:t>
            </a:r>
            <a:r>
              <a:rPr lang="en-US" altLang="zh-CN" sz="2800" baseline="-25000" smtClean="0">
                <a:effectLst>
                  <a:outerShdw blurRad="38100" dist="38100" dir="2700000" algn="tl">
                    <a:srgbClr val="C0C0C0"/>
                  </a:outerShdw>
                </a:effectLst>
                <a:latin typeface="Comic Sans MS" pitchFamily="66" charset="0"/>
              </a:rPr>
              <a:t>n-k-1</a:t>
            </a:r>
            <a:r>
              <a:rPr lang="en-US" altLang="zh-CN" sz="2800" smtClean="0">
                <a:effectLst>
                  <a:outerShdw blurRad="38100" dist="38100" dir="2700000" algn="tl">
                    <a:srgbClr val="C0C0C0"/>
                  </a:outerShdw>
                </a:effectLst>
                <a:latin typeface="Comic Sans MS" pitchFamily="66" charset="0"/>
              </a:rPr>
              <a:t>...x</a:t>
            </a:r>
            <a:r>
              <a:rPr lang="en-US" altLang="zh-CN" sz="2800" baseline="-25000" smtClean="0">
                <a:effectLst>
                  <a:outerShdw blurRad="38100" dist="38100" dir="2700000" algn="tl">
                    <a:srgbClr val="C0C0C0"/>
                  </a:outerShdw>
                </a:effectLst>
                <a:latin typeface="Comic Sans MS" pitchFamily="66" charset="0"/>
              </a:rPr>
              <a:t>1</a:t>
            </a:r>
            <a:r>
              <a:rPr lang="en-US" altLang="zh-CN" sz="2800" smtClean="0">
                <a:effectLst>
                  <a:outerShdw blurRad="38100" dist="38100" dir="2700000" algn="tl">
                    <a:srgbClr val="C0C0C0"/>
                  </a:outerShdw>
                </a:effectLst>
                <a:latin typeface="Comic Sans MS" pitchFamily="66" charset="0"/>
              </a:rPr>
              <a:t>x</a:t>
            </a:r>
            <a:r>
              <a:rPr lang="en-US" altLang="zh-CN" sz="2800" baseline="-25000" smtClean="0">
                <a:effectLst>
                  <a:outerShdw blurRad="38100" dist="38100" dir="2700000" algn="tl">
                    <a:srgbClr val="C0C0C0"/>
                  </a:outerShdw>
                </a:effectLst>
                <a:latin typeface="Comic Sans MS" pitchFamily="66" charset="0"/>
              </a:rPr>
              <a:t>0</a:t>
            </a:r>
            <a:r>
              <a:rPr lang="en-US" altLang="zh-CN" sz="2800" smtClean="0">
                <a:effectLst>
                  <a:outerShdw blurRad="38100" dist="38100" dir="2700000" algn="tl">
                    <a:srgbClr val="C0C0C0"/>
                  </a:outerShdw>
                </a:effectLst>
                <a:latin typeface="Comic Sans MS" pitchFamily="66" charset="0"/>
              </a:rPr>
              <a:t>)=</a:t>
            </a:r>
            <a:br>
              <a:rPr lang="en-US" altLang="zh-CN" sz="2800" smtClean="0">
                <a:effectLst>
                  <a:outerShdw blurRad="38100" dist="38100" dir="2700000" algn="tl">
                    <a:srgbClr val="C0C0C0"/>
                  </a:outerShdw>
                </a:effectLst>
                <a:latin typeface="Comic Sans MS" pitchFamily="66" charset="0"/>
              </a:rPr>
            </a:br>
            <a:r>
              <a:rPr lang="en-US" altLang="zh-CN" sz="2800" smtClean="0">
                <a:effectLst>
                  <a:outerShdw blurRad="38100" dist="38100" dir="2700000" algn="tl">
                    <a:srgbClr val="C0C0C0"/>
                  </a:outerShdw>
                </a:effectLst>
                <a:latin typeface="Comic Sans MS" pitchFamily="66" charset="0"/>
              </a:rPr>
              <a:t> 		 </a:t>
            </a:r>
            <a:r>
              <a:rPr lang="en-US" altLang="zh-CN" sz="2800" smtClean="0">
                <a:solidFill>
                  <a:srgbClr val="FF0000"/>
                </a:solidFill>
                <a:effectLst>
                  <a:outerShdw blurRad="38100" dist="38100" dir="2700000" algn="tl">
                    <a:srgbClr val="C0C0C0"/>
                  </a:outerShdw>
                </a:effectLst>
                <a:latin typeface="Comic Sans MS" pitchFamily="66" charset="0"/>
              </a:rPr>
              <a:t>x</a:t>
            </a:r>
            <a:r>
              <a:rPr lang="en-US" altLang="zh-CN" sz="2800" baseline="-25000" smtClean="0">
                <a:solidFill>
                  <a:srgbClr val="FF0000"/>
                </a:solidFill>
                <a:effectLst>
                  <a:outerShdw blurRad="38100" dist="38100" dir="2700000" algn="tl">
                    <a:srgbClr val="C0C0C0"/>
                  </a:outerShdw>
                </a:effectLst>
                <a:latin typeface="Comic Sans MS" pitchFamily="66" charset="0"/>
              </a:rPr>
              <a:t>n-k</a:t>
            </a:r>
            <a:r>
              <a:rPr lang="en-US" altLang="zh-CN" sz="2800" smtClean="0">
                <a:solidFill>
                  <a:srgbClr val="FF0000"/>
                </a:solidFill>
                <a:effectLst>
                  <a:outerShdw blurRad="38100" dist="38100" dir="2700000" algn="tl">
                    <a:srgbClr val="C0C0C0"/>
                  </a:outerShdw>
                </a:effectLst>
                <a:latin typeface="Comic Sans MS" pitchFamily="66" charset="0"/>
              </a:rPr>
              <a:t>x</a:t>
            </a:r>
            <a:r>
              <a:rPr lang="en-US" altLang="zh-CN" sz="2800" baseline="-25000" smtClean="0">
                <a:solidFill>
                  <a:srgbClr val="FF0000"/>
                </a:solidFill>
                <a:effectLst>
                  <a:outerShdw blurRad="38100" dist="38100" dir="2700000" algn="tl">
                    <a:srgbClr val="C0C0C0"/>
                  </a:outerShdw>
                </a:effectLst>
                <a:latin typeface="Comic Sans MS" pitchFamily="66" charset="0"/>
              </a:rPr>
              <a:t>n-k+1</a:t>
            </a:r>
            <a:r>
              <a:rPr lang="en-US" altLang="zh-CN" sz="2800" smtClean="0">
                <a:solidFill>
                  <a:srgbClr val="FF0000"/>
                </a:solidFill>
                <a:effectLst>
                  <a:outerShdw blurRad="38100" dist="38100" dir="2700000" algn="tl">
                    <a:srgbClr val="C0C0C0"/>
                  </a:outerShdw>
                </a:effectLst>
                <a:latin typeface="Comic Sans MS" pitchFamily="66" charset="0"/>
              </a:rPr>
              <a:t>...x</a:t>
            </a:r>
            <a:r>
              <a:rPr lang="en-US" altLang="zh-CN" sz="2800" baseline="-25000" smtClean="0">
                <a:solidFill>
                  <a:srgbClr val="FF0000"/>
                </a:solidFill>
                <a:effectLst>
                  <a:outerShdw blurRad="38100" dist="38100" dir="2700000" algn="tl">
                    <a:srgbClr val="C0C0C0"/>
                  </a:outerShdw>
                </a:effectLst>
                <a:latin typeface="Comic Sans MS" pitchFamily="66" charset="0"/>
              </a:rPr>
              <a:t>n-2</a:t>
            </a:r>
            <a:r>
              <a:rPr lang="en-US" altLang="zh-CN" sz="2800" smtClean="0">
                <a:solidFill>
                  <a:srgbClr val="FF0000"/>
                </a:solidFill>
                <a:effectLst>
                  <a:outerShdw blurRad="38100" dist="38100" dir="2700000" algn="tl">
                    <a:srgbClr val="C0C0C0"/>
                  </a:outerShdw>
                </a:effectLst>
                <a:latin typeface="Comic Sans MS" pitchFamily="66" charset="0"/>
              </a:rPr>
              <a:t>x</a:t>
            </a:r>
            <a:r>
              <a:rPr lang="en-US" altLang="zh-CN" sz="2800" baseline="-25000" smtClean="0">
                <a:solidFill>
                  <a:srgbClr val="FF0000"/>
                </a:solidFill>
                <a:effectLst>
                  <a:outerShdw blurRad="38100" dist="38100" dir="2700000" algn="tl">
                    <a:srgbClr val="C0C0C0"/>
                  </a:outerShdw>
                </a:effectLst>
                <a:latin typeface="Comic Sans MS" pitchFamily="66" charset="0"/>
              </a:rPr>
              <a:t>n-1</a:t>
            </a:r>
            <a:r>
              <a:rPr lang="en-US" altLang="zh-CN" sz="2800" smtClean="0">
                <a:effectLst>
                  <a:outerShdw blurRad="38100" dist="38100" dir="2700000" algn="tl">
                    <a:srgbClr val="C0C0C0"/>
                  </a:outerShdw>
                </a:effectLst>
                <a:latin typeface="Comic Sans MS" pitchFamily="66" charset="0"/>
              </a:rPr>
              <a:t>x</a:t>
            </a:r>
            <a:r>
              <a:rPr lang="en-US" altLang="zh-CN" sz="2800" baseline="-25000" smtClean="0">
                <a:effectLst>
                  <a:outerShdw blurRad="38100" dist="38100" dir="2700000" algn="tl">
                    <a:srgbClr val="C0C0C0"/>
                  </a:outerShdw>
                </a:effectLst>
                <a:latin typeface="Comic Sans MS" pitchFamily="66" charset="0"/>
              </a:rPr>
              <a:t>n-k-1</a:t>
            </a:r>
            <a:r>
              <a:rPr lang="en-US" altLang="zh-CN" sz="2800" smtClean="0">
                <a:effectLst>
                  <a:outerShdw blurRad="38100" dist="38100" dir="2700000" algn="tl">
                    <a:srgbClr val="C0C0C0"/>
                  </a:outerShdw>
                </a:effectLst>
                <a:latin typeface="Comic Sans MS" pitchFamily="66" charset="0"/>
              </a:rPr>
              <a:t>...x</a:t>
            </a:r>
            <a:r>
              <a:rPr lang="en-US" altLang="zh-CN" sz="2800" baseline="-25000" smtClean="0">
                <a:effectLst>
                  <a:outerShdw blurRad="38100" dist="38100" dir="2700000" algn="tl">
                    <a:srgbClr val="C0C0C0"/>
                  </a:outerShdw>
                </a:effectLst>
                <a:latin typeface="Comic Sans MS" pitchFamily="66" charset="0"/>
              </a:rPr>
              <a:t>1</a:t>
            </a:r>
            <a:r>
              <a:rPr lang="en-US" altLang="zh-CN" sz="2800" smtClean="0">
                <a:effectLst>
                  <a:outerShdw blurRad="38100" dist="38100" dir="2700000" algn="tl">
                    <a:srgbClr val="C0C0C0"/>
                  </a:outerShdw>
                </a:effectLst>
                <a:latin typeface="Comic Sans MS" pitchFamily="66" charset="0"/>
              </a:rPr>
              <a:t>x</a:t>
            </a:r>
            <a:r>
              <a:rPr lang="en-US" altLang="zh-CN" sz="2800" baseline="-25000" smtClean="0">
                <a:effectLst>
                  <a:outerShdw blurRad="38100" dist="38100" dir="2700000" algn="tl">
                    <a:srgbClr val="C0C0C0"/>
                  </a:outerShdw>
                </a:effectLst>
                <a:latin typeface="Comic Sans MS" pitchFamily="66" charset="0"/>
              </a:rPr>
              <a:t>0</a:t>
            </a:r>
            <a:endParaRPr lang="zh-CN" altLang="en-US" sz="2800" baseline="-25000" smtClean="0">
              <a:effectLst>
                <a:outerShdw blurRad="38100" dist="38100" dir="2700000" algn="tl">
                  <a:srgbClr val="C0C0C0"/>
                </a:outerShdw>
              </a:effectLst>
              <a:latin typeface="Comic Sans MS" pitchFamily="66" charset="0"/>
            </a:endParaRPr>
          </a:p>
        </p:txBody>
      </p:sp>
      <p:sp>
        <p:nvSpPr>
          <p:cNvPr id="22533" name="Text Box 17"/>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2 之 1</a:t>
            </a:r>
          </a:p>
        </p:txBody>
      </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2930" name="Rectangle 2"/>
          <p:cNvSpPr>
            <a:spLocks noGrp="1" noChangeArrowheads="1"/>
          </p:cNvSpPr>
          <p:nvPr>
            <p:ph type="title"/>
          </p:nvPr>
        </p:nvSpPr>
        <p:spPr/>
        <p:txBody>
          <a:bodyPr/>
          <a:lstStyle/>
          <a:p>
            <a:pPr eaLnBrk="1" hangingPunct="1">
              <a:defRPr/>
            </a:pPr>
            <a:r>
              <a:rPr lang="zh-CN" altLang="en-US" smtClean="0"/>
              <a:t>位序颠倒置换</a:t>
            </a:r>
            <a:r>
              <a:rPr lang="zh-CN" altLang="en-US" sz="3200" smtClean="0"/>
              <a:t/>
            </a:r>
            <a:br>
              <a:rPr lang="zh-CN" altLang="en-US" sz="3200" smtClean="0"/>
            </a:br>
            <a:r>
              <a:rPr lang="zh-CN" altLang="en-US" sz="3200" smtClean="0"/>
              <a:t>                — 图示（</a:t>
            </a:r>
            <a:r>
              <a:rPr lang="en-US" altLang="zh-CN" sz="3200" smtClean="0"/>
              <a:t>N=8）</a:t>
            </a:r>
            <a:endParaRPr lang="zh-CN" altLang="en-US" sz="3200" smtClean="0"/>
          </a:p>
        </p:txBody>
      </p:sp>
      <p:sp>
        <p:nvSpPr>
          <p:cNvPr id="2355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基本概念</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常用互连函数</a:t>
            </a:r>
            <a:endParaRPr lang="zh-CN" altLang="en-US" sz="1200" b="0">
              <a:latin typeface="Times New Roman" pitchFamily="18" charset="0"/>
              <a:ea typeface="幼圆" pitchFamily="49" charset="-122"/>
            </a:endParaRPr>
          </a:p>
        </p:txBody>
      </p:sp>
      <p:sp>
        <p:nvSpPr>
          <p:cNvPr id="23556" name="Rectangle 4"/>
          <p:cNvSpPr>
            <a:spLocks noChangeArrowheads="1"/>
          </p:cNvSpPr>
          <p:nvPr/>
        </p:nvSpPr>
        <p:spPr bwMode="auto">
          <a:xfrm>
            <a:off x="838200" y="1989138"/>
            <a:ext cx="7958138" cy="426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har char="w"/>
              <a:defRPr kumimoji="1" sz="3200" b="1">
                <a:solidFill>
                  <a:schemeClr val="tx1"/>
                </a:solidFill>
                <a:latin typeface="Arial" charset="0"/>
                <a:ea typeface="楷体_GB2312" pitchFamily="49" charset="-122"/>
              </a:defRPr>
            </a:lvl1pPr>
            <a:lvl2pPr marL="765175"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84275"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3375"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22475" indent="-228600" eaLnBrk="0" hangingPunct="0">
              <a:buClr>
                <a:schemeClr val="accent2"/>
              </a:buClr>
              <a:buSzPct val="80000"/>
              <a:buChar char="§"/>
              <a:defRPr kumimoji="1" b="1">
                <a:solidFill>
                  <a:schemeClr val="tx1"/>
                </a:solidFill>
                <a:latin typeface="Arial" charset="0"/>
                <a:ea typeface="楷体_GB2312" pitchFamily="49" charset="-122"/>
              </a:defRPr>
            </a:lvl5pPr>
            <a:lvl6pPr marL="2479675"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36875"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394075"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51275"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lnSpc>
                <a:spcPct val="90000"/>
              </a:lnSpc>
              <a:buFont typeface="Wingdings" pitchFamily="2" charset="2"/>
              <a:buNone/>
            </a:pPr>
            <a:r>
              <a:rPr lang="zh-CN" altLang="en-US" sz="2800">
                <a:latin typeface="Tahoma" pitchFamily="34" charset="0"/>
                <a:ea typeface="黑体" pitchFamily="2" charset="-122"/>
              </a:rPr>
              <a:t>0		0	0		0	0		0</a:t>
            </a:r>
          </a:p>
          <a:p>
            <a:pPr eaLnBrk="1" hangingPunct="1">
              <a:lnSpc>
                <a:spcPct val="90000"/>
              </a:lnSpc>
              <a:buFont typeface="Wingdings" pitchFamily="2" charset="2"/>
              <a:buNone/>
            </a:pPr>
            <a:r>
              <a:rPr lang="zh-CN" altLang="en-US" sz="2800">
                <a:latin typeface="Tahoma" pitchFamily="34" charset="0"/>
                <a:ea typeface="黑体" pitchFamily="2" charset="-122"/>
              </a:rPr>
              <a:t>1               1	1		1	1		1</a:t>
            </a:r>
          </a:p>
          <a:p>
            <a:pPr eaLnBrk="1" hangingPunct="1">
              <a:lnSpc>
                <a:spcPct val="90000"/>
              </a:lnSpc>
              <a:buFont typeface="Wingdings" pitchFamily="2" charset="2"/>
              <a:buNone/>
            </a:pPr>
            <a:r>
              <a:rPr lang="zh-CN" altLang="en-US" sz="2800">
                <a:latin typeface="Tahoma" pitchFamily="34" charset="0"/>
                <a:ea typeface="黑体" pitchFamily="2" charset="-122"/>
              </a:rPr>
              <a:t>2               2	2		2	2		2</a:t>
            </a:r>
          </a:p>
          <a:p>
            <a:pPr eaLnBrk="1" hangingPunct="1">
              <a:lnSpc>
                <a:spcPct val="90000"/>
              </a:lnSpc>
              <a:buFont typeface="Wingdings" pitchFamily="2" charset="2"/>
              <a:buNone/>
            </a:pPr>
            <a:r>
              <a:rPr lang="zh-CN" altLang="en-US" sz="2800">
                <a:latin typeface="Tahoma" pitchFamily="34" charset="0"/>
                <a:ea typeface="黑体" pitchFamily="2" charset="-122"/>
              </a:rPr>
              <a:t>3               3	3		3	3		3</a:t>
            </a:r>
          </a:p>
          <a:p>
            <a:pPr eaLnBrk="1" hangingPunct="1">
              <a:lnSpc>
                <a:spcPct val="90000"/>
              </a:lnSpc>
              <a:buFont typeface="Wingdings" pitchFamily="2" charset="2"/>
              <a:buNone/>
            </a:pPr>
            <a:r>
              <a:rPr lang="zh-CN" altLang="en-US" sz="2800">
                <a:latin typeface="Tahoma" pitchFamily="34" charset="0"/>
                <a:ea typeface="黑体" pitchFamily="2" charset="-122"/>
              </a:rPr>
              <a:t>4               4	4		4	4		4</a:t>
            </a:r>
          </a:p>
          <a:p>
            <a:pPr eaLnBrk="1" hangingPunct="1">
              <a:lnSpc>
                <a:spcPct val="90000"/>
              </a:lnSpc>
              <a:buFont typeface="Wingdings" pitchFamily="2" charset="2"/>
              <a:buNone/>
            </a:pPr>
            <a:r>
              <a:rPr lang="zh-CN" altLang="en-US" sz="2800">
                <a:latin typeface="Tahoma" pitchFamily="34" charset="0"/>
                <a:ea typeface="黑体" pitchFamily="2" charset="-122"/>
              </a:rPr>
              <a:t>5               5	5		5	5		5</a:t>
            </a:r>
          </a:p>
          <a:p>
            <a:pPr eaLnBrk="1" hangingPunct="1">
              <a:lnSpc>
                <a:spcPct val="90000"/>
              </a:lnSpc>
              <a:buFont typeface="Wingdings" pitchFamily="2" charset="2"/>
              <a:buNone/>
            </a:pPr>
            <a:r>
              <a:rPr lang="zh-CN" altLang="en-US" sz="2800">
                <a:latin typeface="Tahoma" pitchFamily="34" charset="0"/>
                <a:ea typeface="黑体" pitchFamily="2" charset="-122"/>
              </a:rPr>
              <a:t>6               6	6		6	6		6</a:t>
            </a:r>
          </a:p>
          <a:p>
            <a:pPr eaLnBrk="1" hangingPunct="1">
              <a:lnSpc>
                <a:spcPct val="90000"/>
              </a:lnSpc>
              <a:buFont typeface="Wingdings" pitchFamily="2" charset="2"/>
              <a:buNone/>
            </a:pPr>
            <a:r>
              <a:rPr lang="zh-CN" altLang="en-US" sz="2800">
                <a:latin typeface="Tahoma" pitchFamily="34" charset="0"/>
                <a:ea typeface="黑体" pitchFamily="2" charset="-122"/>
              </a:rPr>
              <a:t>7               7	7		7	7		7</a:t>
            </a:r>
          </a:p>
          <a:p>
            <a:pPr eaLnBrk="1" hangingPunct="1">
              <a:lnSpc>
                <a:spcPct val="90000"/>
              </a:lnSpc>
              <a:buFont typeface="Wingdings" pitchFamily="2" charset="2"/>
              <a:buNone/>
            </a:pPr>
            <a:r>
              <a:rPr lang="zh-CN" altLang="en-US" sz="2800">
                <a:latin typeface="楷体_GB2312" pitchFamily="49" charset="-122"/>
              </a:rPr>
              <a:t> 位序颠倒</a:t>
            </a:r>
            <a:r>
              <a:rPr lang="en-US" altLang="zh-CN" sz="2800">
                <a:latin typeface="楷体_GB2312" pitchFamily="49" charset="-122"/>
              </a:rPr>
              <a:t>ρ   </a:t>
            </a:r>
            <a:r>
              <a:rPr lang="zh-CN" altLang="en-US" sz="2800">
                <a:latin typeface="楷体_GB2312" pitchFamily="49" charset="-122"/>
              </a:rPr>
              <a:t>子位序颠倒</a:t>
            </a:r>
            <a:r>
              <a:rPr lang="en-US" altLang="zh-CN" sz="2800">
                <a:latin typeface="楷体_GB2312" pitchFamily="49" charset="-122"/>
              </a:rPr>
              <a:t>ρ</a:t>
            </a:r>
            <a:r>
              <a:rPr lang="en-US" altLang="zh-CN" sz="2800" baseline="-25000">
                <a:latin typeface="楷体_GB2312" pitchFamily="49" charset="-122"/>
              </a:rPr>
              <a:t>(2)</a:t>
            </a:r>
            <a:r>
              <a:rPr lang="en-US" altLang="zh-CN" sz="2800">
                <a:latin typeface="楷体_GB2312" pitchFamily="49" charset="-122"/>
              </a:rPr>
              <a:t>  </a:t>
            </a:r>
            <a:r>
              <a:rPr lang="zh-CN" altLang="en-US" sz="2800">
                <a:latin typeface="楷体_GB2312" pitchFamily="49" charset="-122"/>
              </a:rPr>
              <a:t>超位序颠倒</a:t>
            </a:r>
            <a:r>
              <a:rPr lang="en-US" altLang="zh-CN" sz="2800">
                <a:latin typeface="楷体_GB2312" pitchFamily="49" charset="-122"/>
              </a:rPr>
              <a:t>ρ</a:t>
            </a:r>
            <a:r>
              <a:rPr lang="en-US" altLang="zh-CN" sz="2800" baseline="30000">
                <a:latin typeface="楷体_GB2312" pitchFamily="49" charset="-122"/>
              </a:rPr>
              <a:t>(2)</a:t>
            </a:r>
          </a:p>
        </p:txBody>
      </p:sp>
      <p:sp>
        <p:nvSpPr>
          <p:cNvPr id="23557" name="Line 5"/>
          <p:cNvSpPr>
            <a:spLocks noChangeShapeType="1"/>
          </p:cNvSpPr>
          <p:nvPr/>
        </p:nvSpPr>
        <p:spPr bwMode="auto">
          <a:xfrm>
            <a:off x="4100513" y="2268538"/>
            <a:ext cx="12192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3558" name="Line 6"/>
          <p:cNvSpPr>
            <a:spLocks noChangeShapeType="1"/>
          </p:cNvSpPr>
          <p:nvPr/>
        </p:nvSpPr>
        <p:spPr bwMode="auto">
          <a:xfrm>
            <a:off x="4100513" y="2725738"/>
            <a:ext cx="1219200" cy="3810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3559" name="Line 7"/>
          <p:cNvSpPr>
            <a:spLocks noChangeShapeType="1"/>
          </p:cNvSpPr>
          <p:nvPr/>
        </p:nvSpPr>
        <p:spPr bwMode="auto">
          <a:xfrm flipV="1">
            <a:off x="4100513" y="2725738"/>
            <a:ext cx="1219200" cy="449262"/>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3560" name="Line 8"/>
          <p:cNvSpPr>
            <a:spLocks noChangeShapeType="1"/>
          </p:cNvSpPr>
          <p:nvPr/>
        </p:nvSpPr>
        <p:spPr bwMode="auto">
          <a:xfrm>
            <a:off x="4100513" y="4097338"/>
            <a:ext cx="11430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3561" name="Line 9"/>
          <p:cNvSpPr>
            <a:spLocks noChangeShapeType="1"/>
          </p:cNvSpPr>
          <p:nvPr/>
        </p:nvSpPr>
        <p:spPr bwMode="auto">
          <a:xfrm>
            <a:off x="4100513" y="3640138"/>
            <a:ext cx="12192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3562" name="Line 10"/>
          <p:cNvSpPr>
            <a:spLocks noChangeShapeType="1"/>
          </p:cNvSpPr>
          <p:nvPr/>
        </p:nvSpPr>
        <p:spPr bwMode="auto">
          <a:xfrm>
            <a:off x="4100513" y="4527550"/>
            <a:ext cx="1219200" cy="56038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3563" name="Line 11"/>
          <p:cNvSpPr>
            <a:spLocks noChangeShapeType="1"/>
          </p:cNvSpPr>
          <p:nvPr/>
        </p:nvSpPr>
        <p:spPr bwMode="auto">
          <a:xfrm flipV="1">
            <a:off x="4100513" y="4630738"/>
            <a:ext cx="1219200" cy="369887"/>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3564" name="Line 12"/>
          <p:cNvSpPr>
            <a:spLocks noChangeShapeType="1"/>
          </p:cNvSpPr>
          <p:nvPr/>
        </p:nvSpPr>
        <p:spPr bwMode="auto">
          <a:xfrm>
            <a:off x="4100513" y="5459413"/>
            <a:ext cx="1219200" cy="9525"/>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3565" name="Line 13"/>
          <p:cNvSpPr>
            <a:spLocks noChangeShapeType="1"/>
          </p:cNvSpPr>
          <p:nvPr/>
        </p:nvSpPr>
        <p:spPr bwMode="auto">
          <a:xfrm>
            <a:off x="6872288" y="2254250"/>
            <a:ext cx="12192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3566" name="Line 14"/>
          <p:cNvSpPr>
            <a:spLocks noChangeShapeType="1"/>
          </p:cNvSpPr>
          <p:nvPr/>
        </p:nvSpPr>
        <p:spPr bwMode="auto">
          <a:xfrm>
            <a:off x="6872288" y="2711450"/>
            <a:ext cx="12192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3567" name="Line 15"/>
          <p:cNvSpPr>
            <a:spLocks noChangeShapeType="1"/>
          </p:cNvSpPr>
          <p:nvPr/>
        </p:nvSpPr>
        <p:spPr bwMode="auto">
          <a:xfrm>
            <a:off x="6872288" y="3160713"/>
            <a:ext cx="1219200" cy="922337"/>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3568" name="Line 16"/>
          <p:cNvSpPr>
            <a:spLocks noChangeShapeType="1"/>
          </p:cNvSpPr>
          <p:nvPr/>
        </p:nvSpPr>
        <p:spPr bwMode="auto">
          <a:xfrm flipV="1">
            <a:off x="6872288" y="3168650"/>
            <a:ext cx="1219200" cy="88423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3569" name="Line 17"/>
          <p:cNvSpPr>
            <a:spLocks noChangeShapeType="1"/>
          </p:cNvSpPr>
          <p:nvPr/>
        </p:nvSpPr>
        <p:spPr bwMode="auto">
          <a:xfrm>
            <a:off x="6872288" y="3606800"/>
            <a:ext cx="1143000" cy="85725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3570" name="Line 18"/>
          <p:cNvSpPr>
            <a:spLocks noChangeShapeType="1"/>
          </p:cNvSpPr>
          <p:nvPr/>
        </p:nvSpPr>
        <p:spPr bwMode="auto">
          <a:xfrm flipV="1">
            <a:off x="6872288" y="3625850"/>
            <a:ext cx="1219200" cy="887413"/>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3571" name="Line 19"/>
          <p:cNvSpPr>
            <a:spLocks noChangeShapeType="1"/>
          </p:cNvSpPr>
          <p:nvPr/>
        </p:nvSpPr>
        <p:spPr bwMode="auto">
          <a:xfrm>
            <a:off x="6872288" y="4986338"/>
            <a:ext cx="1219200" cy="11112"/>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3572" name="Line 20"/>
          <p:cNvSpPr>
            <a:spLocks noChangeShapeType="1"/>
          </p:cNvSpPr>
          <p:nvPr/>
        </p:nvSpPr>
        <p:spPr bwMode="auto">
          <a:xfrm>
            <a:off x="6872288" y="5445125"/>
            <a:ext cx="1219200" cy="9525"/>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3573" name="Line 21"/>
          <p:cNvSpPr>
            <a:spLocks noChangeShapeType="1"/>
          </p:cNvSpPr>
          <p:nvPr/>
        </p:nvSpPr>
        <p:spPr bwMode="auto">
          <a:xfrm>
            <a:off x="1428750" y="2252663"/>
            <a:ext cx="12192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3574" name="Line 22"/>
          <p:cNvSpPr>
            <a:spLocks noChangeShapeType="1"/>
          </p:cNvSpPr>
          <p:nvPr/>
        </p:nvSpPr>
        <p:spPr bwMode="auto">
          <a:xfrm>
            <a:off x="1428750" y="2709863"/>
            <a:ext cx="1219200" cy="13716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3575" name="Line 23"/>
          <p:cNvSpPr>
            <a:spLocks noChangeShapeType="1"/>
          </p:cNvSpPr>
          <p:nvPr/>
        </p:nvSpPr>
        <p:spPr bwMode="auto">
          <a:xfrm>
            <a:off x="1428750" y="3159125"/>
            <a:ext cx="1219200" cy="793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3576" name="Line 24"/>
          <p:cNvSpPr>
            <a:spLocks noChangeShapeType="1"/>
          </p:cNvSpPr>
          <p:nvPr/>
        </p:nvSpPr>
        <p:spPr bwMode="auto">
          <a:xfrm flipV="1">
            <a:off x="1428750" y="2709863"/>
            <a:ext cx="1219200" cy="13716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3577" name="Line 25"/>
          <p:cNvSpPr>
            <a:spLocks noChangeShapeType="1"/>
          </p:cNvSpPr>
          <p:nvPr/>
        </p:nvSpPr>
        <p:spPr bwMode="auto">
          <a:xfrm>
            <a:off x="1428750" y="3624263"/>
            <a:ext cx="1219200" cy="14478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3578" name="Line 26"/>
          <p:cNvSpPr>
            <a:spLocks noChangeShapeType="1"/>
          </p:cNvSpPr>
          <p:nvPr/>
        </p:nvSpPr>
        <p:spPr bwMode="auto">
          <a:xfrm>
            <a:off x="1428750" y="4538663"/>
            <a:ext cx="12192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3579" name="Line 27"/>
          <p:cNvSpPr>
            <a:spLocks noChangeShapeType="1"/>
          </p:cNvSpPr>
          <p:nvPr/>
        </p:nvSpPr>
        <p:spPr bwMode="auto">
          <a:xfrm flipV="1">
            <a:off x="1428750" y="3624263"/>
            <a:ext cx="1219200" cy="1360487"/>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3580" name="Line 28"/>
          <p:cNvSpPr>
            <a:spLocks noChangeShapeType="1"/>
          </p:cNvSpPr>
          <p:nvPr/>
        </p:nvSpPr>
        <p:spPr bwMode="auto">
          <a:xfrm>
            <a:off x="1428750" y="5443538"/>
            <a:ext cx="1219200" cy="9525"/>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3581" name="Text Box 29"/>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2 之 2</a:t>
            </a:r>
          </a:p>
        </p:txBody>
      </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3714" name="Rectangle 2"/>
          <p:cNvSpPr>
            <a:spLocks noGrp="1" noChangeArrowheads="1"/>
          </p:cNvSpPr>
          <p:nvPr>
            <p:ph type="title"/>
          </p:nvPr>
        </p:nvSpPr>
        <p:spPr/>
        <p:txBody>
          <a:bodyPr/>
          <a:lstStyle/>
          <a:p>
            <a:pPr eaLnBrk="1" hangingPunct="1">
              <a:defRPr/>
            </a:pPr>
            <a:r>
              <a:rPr lang="zh-CN" altLang="en-US" smtClean="0"/>
              <a:t>移数置换</a:t>
            </a:r>
            <a:r>
              <a:rPr lang="zh-CN" altLang="en-US" sz="3200" smtClean="0"/>
              <a:t/>
            </a:r>
            <a:br>
              <a:rPr lang="zh-CN" altLang="en-US" sz="3200" smtClean="0"/>
            </a:br>
            <a:r>
              <a:rPr lang="zh-CN" altLang="en-US" sz="3200" smtClean="0"/>
              <a:t>                 — 互连函数</a:t>
            </a:r>
          </a:p>
        </p:txBody>
      </p:sp>
      <p:sp>
        <p:nvSpPr>
          <p:cNvPr id="883715" name="Rectangle 3"/>
          <p:cNvSpPr>
            <a:spLocks noGrp="1" noChangeArrowheads="1"/>
          </p:cNvSpPr>
          <p:nvPr>
            <p:ph type="body" idx="1"/>
          </p:nvPr>
        </p:nvSpPr>
        <p:spPr/>
        <p:txBody>
          <a:bodyPr/>
          <a:lstStyle/>
          <a:p>
            <a:pPr eaLnBrk="1" hangingPunct="1">
              <a:buClr>
                <a:srgbClr val="FF0000"/>
              </a:buClr>
              <a:defRPr/>
            </a:pPr>
            <a:r>
              <a:rPr lang="zh-CN" altLang="en-US" sz="2800" smtClean="0">
                <a:solidFill>
                  <a:srgbClr val="FF0000"/>
                </a:solidFill>
                <a:effectLst>
                  <a:outerShdw blurRad="38100" dist="38100" dir="2700000" algn="tl">
                    <a:srgbClr val="C0C0C0"/>
                  </a:outerShdw>
                </a:effectLst>
              </a:rPr>
              <a:t>移数函数</a:t>
            </a:r>
          </a:p>
          <a:p>
            <a:pPr eaLnBrk="1" hangingPunct="1">
              <a:defRPr/>
            </a:pPr>
            <a:endParaRPr lang="zh-CN" altLang="en-US" sz="2800" smtClean="0"/>
          </a:p>
          <a:p>
            <a:pPr eaLnBrk="1" hangingPunct="1">
              <a:buFont typeface="Wingdings" pitchFamily="2" charset="2"/>
              <a:buNone/>
              <a:defRPr/>
            </a:pPr>
            <a:endParaRPr lang="zh-CN" altLang="en-US" sz="2800" smtClean="0"/>
          </a:p>
          <a:p>
            <a:pPr eaLnBrk="1" hangingPunct="1">
              <a:buClr>
                <a:srgbClr val="FF0000"/>
              </a:buClr>
              <a:defRPr/>
            </a:pPr>
            <a:r>
              <a:rPr lang="zh-CN" altLang="en-US" sz="2800" smtClean="0">
                <a:solidFill>
                  <a:srgbClr val="FF0000"/>
                </a:solidFill>
                <a:effectLst>
                  <a:outerShdw blurRad="38100" dist="38100" dir="2700000" algn="tl">
                    <a:srgbClr val="C0C0C0"/>
                  </a:outerShdw>
                </a:effectLst>
              </a:rPr>
              <a:t>子移数函数</a:t>
            </a:r>
          </a:p>
        </p:txBody>
      </p:sp>
      <p:sp>
        <p:nvSpPr>
          <p:cNvPr id="24580"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4"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基本概念</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常用互连函数</a:t>
            </a:r>
            <a:endParaRPr lang="zh-CN" altLang="en-US" sz="1200" b="0">
              <a:latin typeface="Times New Roman" pitchFamily="18" charset="0"/>
              <a:ea typeface="幼圆" pitchFamily="49" charset="-122"/>
            </a:endParaRPr>
          </a:p>
        </p:txBody>
      </p:sp>
      <p:graphicFrame>
        <p:nvGraphicFramePr>
          <p:cNvPr id="24581" name="Object 5"/>
          <p:cNvGraphicFramePr>
            <a:graphicFrameLocks noChangeAspect="1"/>
          </p:cNvGraphicFramePr>
          <p:nvPr/>
        </p:nvGraphicFramePr>
        <p:xfrm>
          <a:off x="1385888" y="2722563"/>
          <a:ext cx="7366000" cy="496887"/>
        </p:xfrm>
        <a:graphic>
          <a:graphicData uri="http://schemas.openxmlformats.org/presentationml/2006/ole">
            <mc:AlternateContent xmlns:mc="http://schemas.openxmlformats.org/markup-compatibility/2006">
              <mc:Choice xmlns:v="urn:schemas-microsoft-com:vml" Requires="v">
                <p:oleObj spid="_x0000_s24722" name="公式" r:id="rId7" imgW="3200400" imgH="215900" progId="Equation.3">
                  <p:embed/>
                </p:oleObj>
              </mc:Choice>
              <mc:Fallback>
                <p:oleObj name="公式" r:id="rId7" imgW="3200400" imgH="215900" progId="Equation.3">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385888" y="2722563"/>
                        <a:ext cx="7366000" cy="496887"/>
                      </a:xfrm>
                      <a:prstGeom prst="rect">
                        <a:avLst/>
                      </a:prstGeom>
                      <a:solidFill>
                        <a:srgbClr val="FFFF99"/>
                      </a:solidFill>
                      <a:ln w="28575">
                        <a:solidFill>
                          <a:schemeClr val="tx1"/>
                        </a:solidFill>
                        <a:miter lim="800000"/>
                        <a:headEnd/>
                        <a:tailEnd/>
                      </a:ln>
                      <a:effectLst>
                        <a:outerShdw dist="107763" dir="2700000" algn="ctr" rotWithShape="0">
                          <a:srgbClr val="808080"/>
                        </a:outerShdw>
                      </a:effectLst>
                    </p:spPr>
                  </p:pic>
                </p:oleObj>
              </mc:Fallback>
            </mc:AlternateContent>
          </a:graphicData>
        </a:graphic>
      </p:graphicFrame>
      <p:graphicFrame>
        <p:nvGraphicFramePr>
          <p:cNvPr id="24582" name="Object 6"/>
          <p:cNvGraphicFramePr>
            <a:graphicFrameLocks noChangeAspect="1"/>
          </p:cNvGraphicFramePr>
          <p:nvPr/>
        </p:nvGraphicFramePr>
        <p:xfrm>
          <a:off x="1371600" y="4495800"/>
          <a:ext cx="7396163" cy="1263650"/>
        </p:xfrm>
        <a:graphic>
          <a:graphicData uri="http://schemas.openxmlformats.org/presentationml/2006/ole">
            <mc:AlternateContent xmlns:mc="http://schemas.openxmlformats.org/markup-compatibility/2006">
              <mc:Choice xmlns:v="urn:schemas-microsoft-com:vml" Requires="v">
                <p:oleObj spid="_x0000_s24723" name="公式" r:id="rId9" imgW="2971800" imgH="508000" progId="Equation.3">
                  <p:embed/>
                </p:oleObj>
              </mc:Choice>
              <mc:Fallback>
                <p:oleObj name="公式" r:id="rId9" imgW="2971800" imgH="508000" progId="Equation.3">
                  <p:embed/>
                  <p:pic>
                    <p:nvPicPr>
                      <p:cNvPr id="0"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371600" y="4495800"/>
                        <a:ext cx="7396163" cy="1263650"/>
                      </a:xfrm>
                      <a:prstGeom prst="rect">
                        <a:avLst/>
                      </a:prstGeom>
                      <a:solidFill>
                        <a:srgbClr val="FFFF99"/>
                      </a:solidFill>
                      <a:ln w="28575">
                        <a:solidFill>
                          <a:schemeClr val="tx1"/>
                        </a:solidFill>
                        <a:miter lim="800000"/>
                        <a:headEnd/>
                        <a:tailEnd/>
                      </a:ln>
                      <a:effectLst>
                        <a:outerShdw dist="107763" dir="2700000" algn="ctr" rotWithShape="0">
                          <a:srgbClr val="808080"/>
                        </a:outerShdw>
                      </a:effectLst>
                    </p:spPr>
                  </p:pic>
                </p:oleObj>
              </mc:Fallback>
            </mc:AlternateContent>
          </a:graphicData>
        </a:graphic>
      </p:graphicFrame>
      <p:sp>
        <p:nvSpPr>
          <p:cNvPr id="24583" name="Text Box 8"/>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2 之 1</a:t>
            </a:r>
          </a:p>
        </p:txBody>
      </p:sp>
    </p:spTree>
  </p:cSld>
  <p:clrMapOvr>
    <a:masterClrMapping/>
  </p:clrMapOvr>
  <p:transition spd="slow">
    <p:random/>
    <p:sndAc>
      <p:stSnd>
        <p:snd r:embed="rId3" name="projctor.wav"/>
      </p:stSnd>
    </p:sndAc>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3954" name="Rectangle 2"/>
          <p:cNvSpPr>
            <a:spLocks noGrp="1" noChangeArrowheads="1"/>
          </p:cNvSpPr>
          <p:nvPr>
            <p:ph type="title"/>
          </p:nvPr>
        </p:nvSpPr>
        <p:spPr/>
        <p:txBody>
          <a:bodyPr/>
          <a:lstStyle/>
          <a:p>
            <a:pPr eaLnBrk="1" hangingPunct="1">
              <a:defRPr/>
            </a:pPr>
            <a:r>
              <a:rPr lang="zh-CN" altLang="en-US" smtClean="0"/>
              <a:t>移数置换</a:t>
            </a:r>
            <a:r>
              <a:rPr lang="zh-CN" altLang="en-US" sz="3200" smtClean="0"/>
              <a:t/>
            </a:r>
            <a:br>
              <a:rPr lang="zh-CN" altLang="en-US" sz="3200" smtClean="0"/>
            </a:br>
            <a:r>
              <a:rPr lang="zh-CN" altLang="en-US" sz="3200" smtClean="0"/>
              <a:t>                — 图示（</a:t>
            </a:r>
            <a:r>
              <a:rPr lang="en-US" altLang="zh-CN" sz="3200" smtClean="0"/>
              <a:t>N=8）</a:t>
            </a:r>
            <a:endParaRPr lang="zh-CN" altLang="en-US" sz="3200" smtClean="0"/>
          </a:p>
        </p:txBody>
      </p:sp>
      <p:sp>
        <p:nvSpPr>
          <p:cNvPr id="2560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基本概念</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常用互连函数</a:t>
            </a:r>
            <a:endParaRPr lang="zh-CN" altLang="en-US" sz="1200" b="0">
              <a:latin typeface="Times New Roman" pitchFamily="18" charset="0"/>
              <a:ea typeface="幼圆" pitchFamily="49" charset="-122"/>
            </a:endParaRPr>
          </a:p>
        </p:txBody>
      </p:sp>
      <p:sp>
        <p:nvSpPr>
          <p:cNvPr id="25604" name="Rectangle 4"/>
          <p:cNvSpPr>
            <a:spLocks noChangeArrowheads="1"/>
          </p:cNvSpPr>
          <p:nvPr/>
        </p:nvSpPr>
        <p:spPr bwMode="auto">
          <a:xfrm>
            <a:off x="838200" y="2111375"/>
            <a:ext cx="7958138" cy="426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har char="w"/>
              <a:defRPr kumimoji="1" sz="3200" b="1">
                <a:solidFill>
                  <a:schemeClr val="tx1"/>
                </a:solidFill>
                <a:latin typeface="Arial" charset="0"/>
                <a:ea typeface="楷体_GB2312" pitchFamily="49" charset="-122"/>
              </a:defRPr>
            </a:lvl1pPr>
            <a:lvl2pPr marL="765175"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84275"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3375"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22475" indent="-228600" eaLnBrk="0" hangingPunct="0">
              <a:buClr>
                <a:schemeClr val="accent2"/>
              </a:buClr>
              <a:buSzPct val="80000"/>
              <a:buChar char="§"/>
              <a:defRPr kumimoji="1" b="1">
                <a:solidFill>
                  <a:schemeClr val="tx1"/>
                </a:solidFill>
                <a:latin typeface="Arial" charset="0"/>
                <a:ea typeface="楷体_GB2312" pitchFamily="49" charset="-122"/>
              </a:defRPr>
            </a:lvl5pPr>
            <a:lvl6pPr marL="2479675"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36875"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394075"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51275"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90000"/>
              </a:lnSpc>
              <a:buFont typeface="Wingdings" pitchFamily="2" charset="2"/>
              <a:buNone/>
            </a:pPr>
            <a:r>
              <a:rPr lang="zh-CN" altLang="en-US" sz="2800">
                <a:latin typeface="Tahoma" pitchFamily="34" charset="0"/>
                <a:ea typeface="黑体" pitchFamily="2" charset="-122"/>
              </a:rPr>
              <a:t>0		0		0		0</a:t>
            </a:r>
          </a:p>
          <a:p>
            <a:pPr algn="ctr" eaLnBrk="1" hangingPunct="1">
              <a:lnSpc>
                <a:spcPct val="90000"/>
              </a:lnSpc>
              <a:buFont typeface="Wingdings" pitchFamily="2" charset="2"/>
              <a:buNone/>
            </a:pPr>
            <a:r>
              <a:rPr lang="zh-CN" altLang="en-US" sz="2800">
                <a:latin typeface="Tahoma" pitchFamily="34" charset="0"/>
                <a:ea typeface="黑体" pitchFamily="2" charset="-122"/>
              </a:rPr>
              <a:t>1               1		1		1</a:t>
            </a:r>
          </a:p>
          <a:p>
            <a:pPr algn="ctr" eaLnBrk="1" hangingPunct="1">
              <a:lnSpc>
                <a:spcPct val="90000"/>
              </a:lnSpc>
              <a:buFont typeface="Wingdings" pitchFamily="2" charset="2"/>
              <a:buNone/>
            </a:pPr>
            <a:r>
              <a:rPr lang="zh-CN" altLang="en-US" sz="2800">
                <a:latin typeface="Tahoma" pitchFamily="34" charset="0"/>
                <a:ea typeface="黑体" pitchFamily="2" charset="-122"/>
              </a:rPr>
              <a:t>2               2		2		2</a:t>
            </a:r>
          </a:p>
          <a:p>
            <a:pPr algn="ctr" eaLnBrk="1" hangingPunct="1">
              <a:lnSpc>
                <a:spcPct val="90000"/>
              </a:lnSpc>
              <a:buFont typeface="Wingdings" pitchFamily="2" charset="2"/>
              <a:buNone/>
            </a:pPr>
            <a:r>
              <a:rPr lang="zh-CN" altLang="en-US" sz="2800">
                <a:latin typeface="Tahoma" pitchFamily="34" charset="0"/>
                <a:ea typeface="黑体" pitchFamily="2" charset="-122"/>
              </a:rPr>
              <a:t>3               3		3		3</a:t>
            </a:r>
          </a:p>
          <a:p>
            <a:pPr algn="ctr" eaLnBrk="1" hangingPunct="1">
              <a:lnSpc>
                <a:spcPct val="90000"/>
              </a:lnSpc>
              <a:buFont typeface="Wingdings" pitchFamily="2" charset="2"/>
              <a:buNone/>
            </a:pPr>
            <a:r>
              <a:rPr lang="zh-CN" altLang="en-US" sz="2800">
                <a:latin typeface="Tahoma" pitchFamily="34" charset="0"/>
                <a:ea typeface="黑体" pitchFamily="2" charset="-122"/>
              </a:rPr>
              <a:t>4               4		4		4</a:t>
            </a:r>
          </a:p>
          <a:p>
            <a:pPr algn="ctr" eaLnBrk="1" hangingPunct="1">
              <a:lnSpc>
                <a:spcPct val="90000"/>
              </a:lnSpc>
              <a:buFont typeface="Wingdings" pitchFamily="2" charset="2"/>
              <a:buNone/>
            </a:pPr>
            <a:r>
              <a:rPr lang="zh-CN" altLang="en-US" sz="2800">
                <a:latin typeface="Tahoma" pitchFamily="34" charset="0"/>
                <a:ea typeface="黑体" pitchFamily="2" charset="-122"/>
              </a:rPr>
              <a:t>5               5		5		5</a:t>
            </a:r>
          </a:p>
          <a:p>
            <a:pPr algn="ctr" eaLnBrk="1" hangingPunct="1">
              <a:lnSpc>
                <a:spcPct val="90000"/>
              </a:lnSpc>
              <a:buFont typeface="Wingdings" pitchFamily="2" charset="2"/>
              <a:buNone/>
            </a:pPr>
            <a:r>
              <a:rPr lang="zh-CN" altLang="en-US" sz="2800">
                <a:latin typeface="Tahoma" pitchFamily="34" charset="0"/>
                <a:ea typeface="黑体" pitchFamily="2" charset="-122"/>
              </a:rPr>
              <a:t>6               6		6		6</a:t>
            </a:r>
          </a:p>
          <a:p>
            <a:pPr algn="ctr" eaLnBrk="1" hangingPunct="1">
              <a:lnSpc>
                <a:spcPct val="90000"/>
              </a:lnSpc>
              <a:buFont typeface="Wingdings" pitchFamily="2" charset="2"/>
              <a:buNone/>
            </a:pPr>
            <a:r>
              <a:rPr lang="zh-CN" altLang="en-US" sz="2800">
                <a:latin typeface="Tahoma" pitchFamily="34" charset="0"/>
                <a:ea typeface="黑体" pitchFamily="2" charset="-122"/>
              </a:rPr>
              <a:t>7               7		7		7</a:t>
            </a:r>
          </a:p>
          <a:p>
            <a:pPr eaLnBrk="1" hangingPunct="1">
              <a:lnSpc>
                <a:spcPct val="90000"/>
              </a:lnSpc>
              <a:buFont typeface="Wingdings" pitchFamily="2" charset="2"/>
              <a:buNone/>
            </a:pPr>
            <a:r>
              <a:rPr lang="zh-CN" altLang="en-US" sz="2800">
                <a:latin typeface="Times New Roman" pitchFamily="18" charset="0"/>
                <a:ea typeface="黑体" pitchFamily="2" charset="-122"/>
              </a:rPr>
              <a:t>            </a:t>
            </a:r>
            <a:r>
              <a:rPr lang="zh-CN" altLang="en-US" sz="2800"/>
              <a:t>移数置换</a:t>
            </a:r>
            <a:r>
              <a:rPr lang="en-US" altLang="zh-CN" sz="2800"/>
              <a:t>k=2       </a:t>
            </a:r>
            <a:r>
              <a:rPr lang="zh-CN" altLang="en-US" sz="2800"/>
              <a:t>子移数置换</a:t>
            </a:r>
            <a:r>
              <a:rPr lang="en-US" altLang="zh-CN" sz="2800"/>
              <a:t>（k=1,r=2）</a:t>
            </a:r>
            <a:endParaRPr lang="en-US" altLang="zh-CN" sz="2800" baseline="-25000"/>
          </a:p>
        </p:txBody>
      </p:sp>
      <p:sp>
        <p:nvSpPr>
          <p:cNvPr id="25605" name="Line 13"/>
          <p:cNvSpPr>
            <a:spLocks noChangeShapeType="1"/>
          </p:cNvSpPr>
          <p:nvPr/>
        </p:nvSpPr>
        <p:spPr bwMode="auto">
          <a:xfrm>
            <a:off x="6067425" y="2344738"/>
            <a:ext cx="1219200" cy="4572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5606" name="Line 14"/>
          <p:cNvSpPr>
            <a:spLocks noChangeShapeType="1"/>
          </p:cNvSpPr>
          <p:nvPr/>
        </p:nvSpPr>
        <p:spPr bwMode="auto">
          <a:xfrm>
            <a:off x="6067425" y="2801938"/>
            <a:ext cx="1219200" cy="4572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5607" name="Line 15"/>
          <p:cNvSpPr>
            <a:spLocks noChangeShapeType="1"/>
          </p:cNvSpPr>
          <p:nvPr/>
        </p:nvSpPr>
        <p:spPr bwMode="auto">
          <a:xfrm>
            <a:off x="6067425" y="3251200"/>
            <a:ext cx="1219200" cy="46513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5608" name="Line 16"/>
          <p:cNvSpPr>
            <a:spLocks noChangeShapeType="1"/>
          </p:cNvSpPr>
          <p:nvPr/>
        </p:nvSpPr>
        <p:spPr bwMode="auto">
          <a:xfrm>
            <a:off x="6067425" y="4143375"/>
            <a:ext cx="1219200" cy="487363"/>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5609" name="Line 17"/>
          <p:cNvSpPr>
            <a:spLocks noChangeShapeType="1"/>
          </p:cNvSpPr>
          <p:nvPr/>
        </p:nvSpPr>
        <p:spPr bwMode="auto">
          <a:xfrm flipV="1">
            <a:off x="6067425" y="2420938"/>
            <a:ext cx="1219200" cy="127635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5610" name="Line 18"/>
          <p:cNvSpPr>
            <a:spLocks noChangeShapeType="1"/>
          </p:cNvSpPr>
          <p:nvPr/>
        </p:nvSpPr>
        <p:spPr bwMode="auto">
          <a:xfrm>
            <a:off x="6067425" y="4603750"/>
            <a:ext cx="1219200" cy="48418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5611" name="Line 19"/>
          <p:cNvSpPr>
            <a:spLocks noChangeShapeType="1"/>
          </p:cNvSpPr>
          <p:nvPr/>
        </p:nvSpPr>
        <p:spPr bwMode="auto">
          <a:xfrm>
            <a:off x="6067425" y="5076825"/>
            <a:ext cx="1219200" cy="468313"/>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5612" name="Line 20"/>
          <p:cNvSpPr>
            <a:spLocks noChangeShapeType="1"/>
          </p:cNvSpPr>
          <p:nvPr/>
        </p:nvSpPr>
        <p:spPr bwMode="auto">
          <a:xfrm flipV="1">
            <a:off x="6067425" y="4173538"/>
            <a:ext cx="1219200" cy="1362075"/>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5613" name="Line 21"/>
          <p:cNvSpPr>
            <a:spLocks noChangeShapeType="1"/>
          </p:cNvSpPr>
          <p:nvPr/>
        </p:nvSpPr>
        <p:spPr bwMode="auto">
          <a:xfrm>
            <a:off x="2424113" y="2413000"/>
            <a:ext cx="1219200" cy="9144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5614" name="Line 22"/>
          <p:cNvSpPr>
            <a:spLocks noChangeShapeType="1"/>
          </p:cNvSpPr>
          <p:nvPr/>
        </p:nvSpPr>
        <p:spPr bwMode="auto">
          <a:xfrm>
            <a:off x="2424113" y="2870200"/>
            <a:ext cx="1143000" cy="8382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5615" name="Line 23"/>
          <p:cNvSpPr>
            <a:spLocks noChangeShapeType="1"/>
          </p:cNvSpPr>
          <p:nvPr/>
        </p:nvSpPr>
        <p:spPr bwMode="auto">
          <a:xfrm>
            <a:off x="2424113" y="3319463"/>
            <a:ext cx="1219200" cy="922337"/>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5616" name="Line 24"/>
          <p:cNvSpPr>
            <a:spLocks noChangeShapeType="1"/>
          </p:cNvSpPr>
          <p:nvPr/>
        </p:nvSpPr>
        <p:spPr bwMode="auto">
          <a:xfrm>
            <a:off x="2424113" y="4241800"/>
            <a:ext cx="1219200" cy="9144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5617" name="Line 25"/>
          <p:cNvSpPr>
            <a:spLocks noChangeShapeType="1"/>
          </p:cNvSpPr>
          <p:nvPr/>
        </p:nvSpPr>
        <p:spPr bwMode="auto">
          <a:xfrm>
            <a:off x="2424113" y="3784600"/>
            <a:ext cx="1219200" cy="9144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5618" name="Line 26"/>
          <p:cNvSpPr>
            <a:spLocks noChangeShapeType="1"/>
          </p:cNvSpPr>
          <p:nvPr/>
        </p:nvSpPr>
        <p:spPr bwMode="auto">
          <a:xfrm>
            <a:off x="2424113" y="4699000"/>
            <a:ext cx="1219200" cy="9144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5619" name="Line 27"/>
          <p:cNvSpPr>
            <a:spLocks noChangeShapeType="1"/>
          </p:cNvSpPr>
          <p:nvPr/>
        </p:nvSpPr>
        <p:spPr bwMode="auto">
          <a:xfrm flipV="1">
            <a:off x="2424113" y="2413000"/>
            <a:ext cx="1143000" cy="273208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5620" name="Line 28"/>
          <p:cNvSpPr>
            <a:spLocks noChangeShapeType="1"/>
          </p:cNvSpPr>
          <p:nvPr/>
        </p:nvSpPr>
        <p:spPr bwMode="auto">
          <a:xfrm flipV="1">
            <a:off x="2424113" y="2870200"/>
            <a:ext cx="1143000" cy="2733675"/>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5621" name="Text Box 29"/>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2 之 2</a:t>
            </a:r>
          </a:p>
        </p:txBody>
      </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4738" name="Rectangle 2"/>
          <p:cNvSpPr>
            <a:spLocks noGrp="1" noChangeArrowheads="1"/>
          </p:cNvSpPr>
          <p:nvPr>
            <p:ph type="title"/>
          </p:nvPr>
        </p:nvSpPr>
        <p:spPr/>
        <p:txBody>
          <a:bodyPr/>
          <a:lstStyle/>
          <a:p>
            <a:pPr eaLnBrk="1" hangingPunct="1">
              <a:defRPr/>
            </a:pPr>
            <a:r>
              <a:rPr lang="zh-CN" altLang="en-US" smtClean="0"/>
              <a:t>加减</a:t>
            </a:r>
            <a:r>
              <a:rPr lang="zh-CN" altLang="en-US" sz="4000" smtClean="0"/>
              <a:t>2</a:t>
            </a:r>
            <a:r>
              <a:rPr lang="en-US" altLang="zh-CN" sz="4000" baseline="30000" smtClean="0"/>
              <a:t>i</a:t>
            </a:r>
            <a:r>
              <a:rPr lang="zh-CN" altLang="en-US" smtClean="0"/>
              <a:t>置换</a:t>
            </a:r>
          </a:p>
        </p:txBody>
      </p:sp>
      <p:sp>
        <p:nvSpPr>
          <p:cNvPr id="884739" name="Rectangle 3"/>
          <p:cNvSpPr>
            <a:spLocks noGrp="1" noChangeArrowheads="1"/>
          </p:cNvSpPr>
          <p:nvPr>
            <p:ph type="body" idx="1"/>
          </p:nvPr>
        </p:nvSpPr>
        <p:spPr>
          <a:xfrm>
            <a:off x="809625" y="2492375"/>
            <a:ext cx="7958138" cy="3384550"/>
          </a:xfrm>
        </p:spPr>
        <p:txBody>
          <a:bodyPr/>
          <a:lstStyle/>
          <a:p>
            <a:pPr eaLnBrk="1" hangingPunct="1">
              <a:buFont typeface="Wingdings" pitchFamily="2" charset="2"/>
              <a:buNone/>
              <a:defRPr/>
            </a:pPr>
            <a:r>
              <a:rPr lang="zh-CN" altLang="en-US" sz="2800" smtClean="0"/>
              <a:t>        实际上是一种移数置换。</a:t>
            </a:r>
          </a:p>
          <a:p>
            <a:pPr eaLnBrk="1" hangingPunct="1">
              <a:buFont typeface="Wingdings" pitchFamily="2" charset="2"/>
              <a:buNone/>
              <a:defRPr/>
            </a:pPr>
            <a:endParaRPr lang="zh-CN" altLang="en-US" sz="2800" smtClean="0"/>
          </a:p>
          <a:p>
            <a:pPr eaLnBrk="1" hangingPunct="1">
              <a:buFont typeface="Wingdings" pitchFamily="2" charset="2"/>
              <a:buNone/>
              <a:defRPr/>
            </a:pPr>
            <a:endParaRPr lang="zh-CN" altLang="en-US" sz="2800" smtClean="0"/>
          </a:p>
          <a:p>
            <a:pPr eaLnBrk="1" hangingPunct="1">
              <a:buFont typeface="Wingdings" pitchFamily="2" charset="2"/>
              <a:buNone/>
              <a:defRPr/>
            </a:pPr>
            <a:endParaRPr lang="zh-CN" altLang="en-US" sz="2800" smtClean="0"/>
          </a:p>
          <a:p>
            <a:pPr eaLnBrk="1" hangingPunct="1">
              <a:buFont typeface="Wingdings" pitchFamily="2" charset="2"/>
              <a:buNone/>
              <a:defRPr/>
            </a:pPr>
            <a:endParaRPr lang="zh-CN" altLang="en-US" sz="2800" smtClean="0"/>
          </a:p>
          <a:p>
            <a:pPr eaLnBrk="1" hangingPunct="1">
              <a:buFont typeface="Wingdings" pitchFamily="2" charset="2"/>
              <a:buNone/>
              <a:defRPr/>
            </a:pPr>
            <a:r>
              <a:rPr lang="zh-CN" altLang="en-US" sz="2800" smtClean="0"/>
              <a:t>其中：</a:t>
            </a:r>
            <a:r>
              <a:rPr lang="zh-CN" altLang="en-US" sz="2800" smtClean="0">
                <a:solidFill>
                  <a:srgbClr val="FF0000"/>
                </a:solidFill>
                <a:effectLst>
                  <a:outerShdw blurRad="38100" dist="38100" dir="2700000" algn="tl">
                    <a:srgbClr val="C0C0C0"/>
                  </a:outerShdw>
                </a:effectLst>
              </a:rPr>
              <a:t>0≤</a:t>
            </a:r>
            <a:r>
              <a:rPr lang="en-US" altLang="zh-CN" sz="2800" smtClean="0">
                <a:solidFill>
                  <a:srgbClr val="FF0000"/>
                </a:solidFill>
                <a:effectLst>
                  <a:outerShdw blurRad="38100" dist="38100" dir="2700000" algn="tl">
                    <a:srgbClr val="C0C0C0"/>
                  </a:outerShdw>
                </a:effectLst>
              </a:rPr>
              <a:t>x≤N-1，</a:t>
            </a:r>
            <a:r>
              <a:rPr lang="zh-CN" altLang="en-US" sz="2800" smtClean="0">
                <a:solidFill>
                  <a:srgbClr val="FF0000"/>
                </a:solidFill>
                <a:effectLst>
                  <a:outerShdw blurRad="38100" dist="38100" dir="2700000" algn="tl">
                    <a:srgbClr val="C0C0C0"/>
                  </a:outerShdw>
                </a:effectLst>
              </a:rPr>
              <a:t>0≤</a:t>
            </a:r>
            <a:r>
              <a:rPr lang="en-US" altLang="zh-CN" sz="2800" smtClean="0">
                <a:solidFill>
                  <a:srgbClr val="FF0000"/>
                </a:solidFill>
                <a:effectLst>
                  <a:outerShdw blurRad="38100" dist="38100" dir="2700000" algn="tl">
                    <a:srgbClr val="C0C0C0"/>
                  </a:outerShdw>
                </a:effectLst>
              </a:rPr>
              <a:t>i≤n-1，n=log</a:t>
            </a:r>
            <a:r>
              <a:rPr lang="en-US" altLang="zh-CN" sz="2800" baseline="-25000" smtClean="0">
                <a:solidFill>
                  <a:srgbClr val="FF0000"/>
                </a:solidFill>
                <a:effectLst>
                  <a:outerShdw blurRad="38100" dist="38100" dir="2700000" algn="tl">
                    <a:srgbClr val="C0C0C0"/>
                  </a:outerShdw>
                </a:effectLst>
              </a:rPr>
              <a:t>2</a:t>
            </a:r>
            <a:r>
              <a:rPr lang="en-US" altLang="zh-CN" sz="2800" smtClean="0">
                <a:solidFill>
                  <a:srgbClr val="FF0000"/>
                </a:solidFill>
                <a:effectLst>
                  <a:outerShdw blurRad="38100" dist="38100" dir="2700000" algn="tl">
                    <a:srgbClr val="C0C0C0"/>
                  </a:outerShdw>
                </a:effectLst>
              </a:rPr>
              <a:t>N</a:t>
            </a:r>
            <a:r>
              <a:rPr lang="en-US" altLang="zh-CN" sz="2800" smtClean="0"/>
              <a:t>。</a:t>
            </a:r>
            <a:endParaRPr lang="zh-CN" altLang="en-US" smtClean="0"/>
          </a:p>
        </p:txBody>
      </p:sp>
      <p:sp>
        <p:nvSpPr>
          <p:cNvPr id="26628"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4"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基本概念</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常用互连函数</a:t>
            </a:r>
            <a:endParaRPr lang="zh-CN" altLang="en-US" sz="1200" b="0">
              <a:latin typeface="Times New Roman" pitchFamily="18" charset="0"/>
              <a:ea typeface="幼圆" pitchFamily="49" charset="-122"/>
            </a:endParaRPr>
          </a:p>
        </p:txBody>
      </p:sp>
      <p:graphicFrame>
        <p:nvGraphicFramePr>
          <p:cNvPr id="26629" name="Object 9"/>
          <p:cNvGraphicFramePr>
            <a:graphicFrameLocks noChangeAspect="1"/>
          </p:cNvGraphicFramePr>
          <p:nvPr/>
        </p:nvGraphicFramePr>
        <p:xfrm>
          <a:off x="2484438" y="3357563"/>
          <a:ext cx="4189412" cy="1203325"/>
        </p:xfrm>
        <a:graphic>
          <a:graphicData uri="http://schemas.openxmlformats.org/presentationml/2006/ole">
            <mc:AlternateContent xmlns:mc="http://schemas.openxmlformats.org/markup-compatibility/2006">
              <mc:Choice xmlns:v="urn:schemas-microsoft-com:vml" Requires="v">
                <p:oleObj spid="_x0000_s26699" name="Equation" r:id="rId7" imgW="1676400" imgH="482600" progId="Equation.3">
                  <p:embed/>
                </p:oleObj>
              </mc:Choice>
              <mc:Fallback>
                <p:oleObj name="Equation" r:id="rId7" imgW="1676400" imgH="482600" progId="Equation.3">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484438" y="3357563"/>
                        <a:ext cx="4189412" cy="1203325"/>
                      </a:xfrm>
                      <a:prstGeom prst="rect">
                        <a:avLst/>
                      </a:prstGeom>
                      <a:solidFill>
                        <a:srgbClr val="FFFF99"/>
                      </a:solidFill>
                      <a:ln w="28575">
                        <a:solidFill>
                          <a:schemeClr val="tx1"/>
                        </a:solidFill>
                        <a:miter lim="800000"/>
                        <a:headEnd/>
                        <a:tailEnd/>
                      </a:ln>
                      <a:effectLst>
                        <a:outerShdw dist="107763" dir="2700000" algn="ctr" rotWithShape="0">
                          <a:srgbClr val="808080"/>
                        </a:outerShdw>
                      </a:effectLst>
                    </p:spPr>
                  </p:pic>
                </p:oleObj>
              </mc:Fallback>
            </mc:AlternateContent>
          </a:graphicData>
        </a:graphic>
      </p:graphicFrame>
    </p:spTree>
  </p:cSld>
  <p:clrMapOvr>
    <a:masterClrMapping/>
  </p:clrMapOvr>
  <p:transition spd="slow">
    <p:random/>
    <p:sndAc>
      <p:stSnd>
        <p:snd r:embed="rId3" name="projctor.wav"/>
      </p:stSnd>
    </p:sndAc>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4978" name="Rectangle 2"/>
          <p:cNvSpPr>
            <a:spLocks noGrp="1" noChangeArrowheads="1"/>
          </p:cNvSpPr>
          <p:nvPr>
            <p:ph type="title"/>
          </p:nvPr>
        </p:nvSpPr>
        <p:spPr/>
        <p:txBody>
          <a:bodyPr/>
          <a:lstStyle/>
          <a:p>
            <a:pPr eaLnBrk="1" hangingPunct="1">
              <a:defRPr/>
            </a:pPr>
            <a:r>
              <a:rPr lang="zh-CN" altLang="en-US" smtClean="0"/>
              <a:t>你掌握了吗？</a:t>
            </a:r>
          </a:p>
        </p:txBody>
      </p:sp>
      <p:sp>
        <p:nvSpPr>
          <p:cNvPr id="27651"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基本概念</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常用互连函数</a:t>
            </a:r>
            <a:endParaRPr lang="zh-CN" altLang="en-US" sz="1200" b="0">
              <a:latin typeface="Times New Roman" pitchFamily="18" charset="0"/>
              <a:ea typeface="幼圆" pitchFamily="49" charset="-122"/>
            </a:endParaRPr>
          </a:p>
        </p:txBody>
      </p:sp>
      <p:sp>
        <p:nvSpPr>
          <p:cNvPr id="894983" name="Rectangle 7"/>
          <p:cNvSpPr>
            <a:spLocks noGrp="1" noChangeArrowheads="1"/>
          </p:cNvSpPr>
          <p:nvPr>
            <p:ph type="body" idx="1"/>
          </p:nvPr>
        </p:nvSpPr>
        <p:spPr>
          <a:xfrm>
            <a:off x="809625" y="1857375"/>
            <a:ext cx="7958138" cy="4740275"/>
          </a:xfrm>
        </p:spPr>
        <p:txBody>
          <a:bodyPr/>
          <a:lstStyle/>
          <a:p>
            <a:pPr marL="0" indent="0" eaLnBrk="1" hangingPunct="1">
              <a:buFont typeface="Wingdings" pitchFamily="2" charset="2"/>
              <a:buNone/>
              <a:defRPr/>
            </a:pPr>
            <a:r>
              <a:rPr lang="zh-CN" altLang="en-US" sz="2800" smtClean="0">
                <a:latin typeface="Comic Sans MS" pitchFamily="66" charset="0"/>
              </a:rPr>
              <a:t>     假设16个处理机的编号分别为0、1、…、15，采用单级互连网络。互连函数分别为：</a:t>
            </a:r>
          </a:p>
          <a:p>
            <a:pPr marL="0" indent="0" eaLnBrk="1" hangingPunct="1">
              <a:buFont typeface="Wingdings" pitchFamily="2" charset="2"/>
              <a:buNone/>
              <a:defRPr/>
            </a:pPr>
            <a:r>
              <a:rPr lang="en-US" altLang="zh-CN" sz="2800" smtClean="0">
                <a:latin typeface="Comic Sans MS" pitchFamily="66" charset="0"/>
              </a:rPr>
              <a:t>     ⑴ Cube</a:t>
            </a:r>
            <a:r>
              <a:rPr lang="en-US" altLang="zh-CN" sz="2800" baseline="-25000" smtClean="0">
                <a:latin typeface="Comic Sans MS" pitchFamily="66" charset="0"/>
              </a:rPr>
              <a:t>3</a:t>
            </a:r>
          </a:p>
          <a:p>
            <a:pPr marL="0" indent="0" eaLnBrk="1" hangingPunct="1">
              <a:buFont typeface="Wingdings" pitchFamily="2" charset="2"/>
              <a:buNone/>
              <a:defRPr/>
            </a:pPr>
            <a:r>
              <a:rPr lang="en-US" altLang="zh-CN" sz="2800" smtClean="0">
                <a:latin typeface="Comic Sans MS" pitchFamily="66" charset="0"/>
              </a:rPr>
              <a:t>     ⑵ PM2</a:t>
            </a:r>
            <a:r>
              <a:rPr lang="en-US" altLang="zh-CN" sz="2800" baseline="-25000" smtClean="0">
                <a:latin typeface="Comic Sans MS" pitchFamily="66" charset="0"/>
              </a:rPr>
              <a:t>+3</a:t>
            </a:r>
          </a:p>
          <a:p>
            <a:pPr marL="0" indent="0" eaLnBrk="1" hangingPunct="1">
              <a:buFont typeface="Wingdings" pitchFamily="2" charset="2"/>
              <a:buNone/>
              <a:defRPr/>
            </a:pPr>
            <a:r>
              <a:rPr lang="en-US" altLang="zh-CN" sz="2800" smtClean="0">
                <a:latin typeface="Comic Sans MS" pitchFamily="66" charset="0"/>
              </a:rPr>
              <a:t>     ⑶ PM2</a:t>
            </a:r>
            <a:r>
              <a:rPr lang="en-US" altLang="zh-CN" sz="2800" baseline="-25000" smtClean="0">
                <a:latin typeface="Comic Sans MS" pitchFamily="66" charset="0"/>
              </a:rPr>
              <a:t>-0</a:t>
            </a:r>
          </a:p>
          <a:p>
            <a:pPr marL="0" indent="0" eaLnBrk="1" hangingPunct="1">
              <a:buFont typeface="Wingdings" pitchFamily="2" charset="2"/>
              <a:buNone/>
              <a:defRPr/>
            </a:pPr>
            <a:r>
              <a:rPr lang="en-US" altLang="zh-CN" sz="2800" smtClean="0">
                <a:latin typeface="Comic Sans MS" pitchFamily="66" charset="0"/>
              </a:rPr>
              <a:t>     ⑷ Shuffle</a:t>
            </a:r>
          </a:p>
          <a:p>
            <a:pPr marL="0" indent="0" eaLnBrk="1" hangingPunct="1">
              <a:buFont typeface="Wingdings" pitchFamily="2" charset="2"/>
              <a:buNone/>
              <a:defRPr/>
            </a:pPr>
            <a:r>
              <a:rPr lang="en-US" altLang="zh-CN" sz="2800" smtClean="0">
                <a:latin typeface="Comic Sans MS" pitchFamily="66" charset="0"/>
              </a:rPr>
              <a:t>     ⑸ Butterfly </a:t>
            </a:r>
          </a:p>
          <a:p>
            <a:pPr marL="0" indent="0" eaLnBrk="1" hangingPunct="1">
              <a:buFont typeface="Wingdings" pitchFamily="2" charset="2"/>
              <a:buNone/>
              <a:defRPr/>
            </a:pPr>
            <a:r>
              <a:rPr lang="en-US" altLang="zh-CN" sz="2800" smtClean="0">
                <a:latin typeface="Comic Sans MS" pitchFamily="66" charset="0"/>
              </a:rPr>
              <a:t>     ⑹ Reversal</a:t>
            </a:r>
          </a:p>
          <a:p>
            <a:pPr marL="0" indent="0" eaLnBrk="1" hangingPunct="1">
              <a:buFont typeface="Wingdings" pitchFamily="2" charset="2"/>
              <a:buNone/>
              <a:defRPr/>
            </a:pPr>
            <a:r>
              <a:rPr lang="zh-CN" altLang="en-US" sz="2800" smtClean="0">
                <a:solidFill>
                  <a:srgbClr val="FF0000"/>
                </a:solidFill>
                <a:effectLst>
                  <a:outerShdw blurRad="38100" dist="38100" dir="2700000" algn="tl">
                    <a:srgbClr val="C0C0C0"/>
                  </a:outerShdw>
                </a:effectLst>
                <a:latin typeface="Comic Sans MS" pitchFamily="66" charset="0"/>
              </a:rPr>
              <a:t>问：</a:t>
            </a:r>
            <a:r>
              <a:rPr lang="zh-CN" altLang="en-US" sz="2800" smtClean="0">
                <a:latin typeface="Comic Sans MS" pitchFamily="66" charset="0"/>
              </a:rPr>
              <a:t>第12号处理机分别与哪一个处理机相连？</a:t>
            </a:r>
          </a:p>
        </p:txBody>
      </p:sp>
      <p:sp>
        <p:nvSpPr>
          <p:cNvPr id="27653" name="Text Box 8"/>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2 之 1</a:t>
            </a:r>
          </a:p>
        </p:txBody>
      </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7026" name="Rectangle 2"/>
          <p:cNvSpPr>
            <a:spLocks noGrp="1" noChangeArrowheads="1"/>
          </p:cNvSpPr>
          <p:nvPr>
            <p:ph type="title"/>
          </p:nvPr>
        </p:nvSpPr>
        <p:spPr/>
        <p:txBody>
          <a:bodyPr/>
          <a:lstStyle/>
          <a:p>
            <a:pPr eaLnBrk="1" hangingPunct="1">
              <a:defRPr/>
            </a:pPr>
            <a:r>
              <a:rPr lang="zh-CN" altLang="en-US" smtClean="0"/>
              <a:t>你掌握了吗？</a:t>
            </a:r>
          </a:p>
        </p:txBody>
      </p:sp>
      <p:sp>
        <p:nvSpPr>
          <p:cNvPr id="2867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基本概念</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常用互连函数</a:t>
            </a:r>
            <a:endParaRPr lang="zh-CN" altLang="en-US" sz="1200" b="0">
              <a:latin typeface="Times New Roman" pitchFamily="18" charset="0"/>
              <a:ea typeface="幼圆" pitchFamily="49" charset="-122"/>
            </a:endParaRPr>
          </a:p>
        </p:txBody>
      </p:sp>
      <p:sp>
        <p:nvSpPr>
          <p:cNvPr id="28676"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2 之 2</a:t>
            </a:r>
          </a:p>
        </p:txBody>
      </p:sp>
      <p:sp>
        <p:nvSpPr>
          <p:cNvPr id="897030" name="Rectangle 6"/>
          <p:cNvSpPr>
            <a:spLocks noGrp="1" noChangeArrowheads="1"/>
          </p:cNvSpPr>
          <p:nvPr>
            <p:ph type="body" idx="1"/>
          </p:nvPr>
        </p:nvSpPr>
        <p:spPr>
          <a:xfrm>
            <a:off x="809625" y="1974850"/>
            <a:ext cx="7958138" cy="4557713"/>
          </a:xfrm>
        </p:spPr>
        <p:txBody>
          <a:bodyPr/>
          <a:lstStyle/>
          <a:p>
            <a:pPr eaLnBrk="1" hangingPunct="1">
              <a:lnSpc>
                <a:spcPct val="95000"/>
              </a:lnSpc>
              <a:buFont typeface="Wingdings" pitchFamily="2" charset="2"/>
              <a:buNone/>
              <a:defRPr/>
            </a:pPr>
            <a:r>
              <a:rPr lang="zh-CN" altLang="en-US" sz="2800" smtClean="0">
                <a:solidFill>
                  <a:srgbClr val="FF0000"/>
                </a:solidFill>
                <a:effectLst>
                  <a:outerShdw blurRad="38100" dist="38100" dir="2700000" algn="tl">
                    <a:srgbClr val="C0C0C0"/>
                  </a:outerShdw>
                </a:effectLst>
                <a:latin typeface="Comic Sans MS" pitchFamily="66" charset="0"/>
              </a:rPr>
              <a:t>解：</a:t>
            </a:r>
            <a:r>
              <a:rPr lang="zh-CN" altLang="en-US" sz="2800" smtClean="0">
                <a:latin typeface="Comic Sans MS" pitchFamily="66" charset="0"/>
              </a:rPr>
              <a:t> (12)</a:t>
            </a:r>
            <a:r>
              <a:rPr lang="zh-CN" altLang="en-US" sz="2800" baseline="-25000" smtClean="0">
                <a:latin typeface="Comic Sans MS" pitchFamily="66" charset="0"/>
              </a:rPr>
              <a:t>10</a:t>
            </a:r>
            <a:r>
              <a:rPr lang="zh-CN" altLang="en-US" sz="2800" smtClean="0">
                <a:latin typeface="Comic Sans MS" pitchFamily="66" charset="0"/>
              </a:rPr>
              <a:t> = (1100)</a:t>
            </a:r>
            <a:r>
              <a:rPr lang="zh-CN" altLang="en-US" sz="2800" baseline="-25000" smtClean="0">
                <a:latin typeface="Comic Sans MS" pitchFamily="66" charset="0"/>
              </a:rPr>
              <a:t>2</a:t>
            </a:r>
          </a:p>
          <a:p>
            <a:pPr eaLnBrk="1" hangingPunct="1">
              <a:lnSpc>
                <a:spcPct val="95000"/>
              </a:lnSpc>
              <a:buFont typeface="Wingdings" pitchFamily="2" charset="2"/>
              <a:buNone/>
              <a:defRPr/>
            </a:pPr>
            <a:r>
              <a:rPr lang="zh-CN" altLang="en-US" sz="2800" smtClean="0">
                <a:latin typeface="Comic Sans MS" pitchFamily="66" charset="0"/>
              </a:rPr>
              <a:t>⑴ </a:t>
            </a:r>
            <a:r>
              <a:rPr lang="en-US" altLang="zh-CN" sz="2800" smtClean="0">
                <a:latin typeface="Comic Sans MS" pitchFamily="66" charset="0"/>
              </a:rPr>
              <a:t>Cube</a:t>
            </a:r>
            <a:r>
              <a:rPr lang="en-US" altLang="zh-CN" sz="2800" baseline="-25000" smtClean="0">
                <a:latin typeface="Comic Sans MS" pitchFamily="66" charset="0"/>
              </a:rPr>
              <a:t>3</a:t>
            </a:r>
            <a:r>
              <a:rPr lang="en-US" altLang="zh-CN" sz="2800" smtClean="0">
                <a:latin typeface="Comic Sans MS" pitchFamily="66" charset="0"/>
              </a:rPr>
              <a:t>		⑵ PM2</a:t>
            </a:r>
            <a:r>
              <a:rPr lang="en-US" altLang="zh-CN" sz="2800" baseline="-25000" smtClean="0">
                <a:latin typeface="Comic Sans MS" pitchFamily="66" charset="0"/>
              </a:rPr>
              <a:t>+3		</a:t>
            </a:r>
            <a:r>
              <a:rPr lang="en-US" altLang="zh-CN" sz="2800" smtClean="0">
                <a:latin typeface="Comic Sans MS" pitchFamily="66" charset="0"/>
              </a:rPr>
              <a:t>⑶ PM2</a:t>
            </a:r>
            <a:r>
              <a:rPr lang="en-US" altLang="zh-CN" sz="2800" baseline="-25000" smtClean="0">
                <a:latin typeface="Comic Sans MS" pitchFamily="66" charset="0"/>
              </a:rPr>
              <a:t>-0</a:t>
            </a:r>
            <a:endParaRPr lang="en-US" altLang="zh-CN" sz="2800" smtClean="0">
              <a:latin typeface="Comic Sans MS" pitchFamily="66" charset="0"/>
            </a:endParaRPr>
          </a:p>
          <a:p>
            <a:pPr eaLnBrk="1" hangingPunct="1">
              <a:lnSpc>
                <a:spcPct val="95000"/>
              </a:lnSpc>
              <a:buFont typeface="Wingdings" pitchFamily="2" charset="2"/>
              <a:buNone/>
              <a:defRPr/>
            </a:pPr>
            <a:r>
              <a:rPr lang="en-US" altLang="zh-CN" sz="2800" smtClean="0">
                <a:latin typeface="Comic Sans MS" pitchFamily="66" charset="0"/>
              </a:rPr>
              <a:t>⑷ Shuffle		⑸ Butterfly	⑹ Reversal</a:t>
            </a:r>
          </a:p>
          <a:p>
            <a:pPr eaLnBrk="1" hangingPunct="1">
              <a:lnSpc>
                <a:spcPct val="95000"/>
              </a:lnSpc>
              <a:buFont typeface="Wingdings" pitchFamily="2" charset="2"/>
              <a:buNone/>
              <a:defRPr/>
            </a:pPr>
            <a:r>
              <a:rPr lang="en-US" altLang="zh-CN" sz="2800" smtClean="0">
                <a:latin typeface="Comic Sans MS" pitchFamily="66" charset="0"/>
              </a:rPr>
              <a:t>1100</a:t>
            </a:r>
            <a:r>
              <a:rPr lang="zh-CN" altLang="en-US" sz="2800" smtClean="0">
                <a:latin typeface="Comic Sans MS" pitchFamily="66" charset="0"/>
              </a:rPr>
              <a:t>最高位取反得0100		4号处理机</a:t>
            </a:r>
          </a:p>
          <a:p>
            <a:pPr eaLnBrk="1" hangingPunct="1">
              <a:lnSpc>
                <a:spcPct val="95000"/>
              </a:lnSpc>
              <a:buFont typeface="Wingdings" pitchFamily="2" charset="2"/>
              <a:buNone/>
              <a:defRPr/>
            </a:pPr>
            <a:r>
              <a:rPr lang="zh-CN" altLang="en-US" sz="2800" smtClean="0">
                <a:latin typeface="Comic Sans MS" pitchFamily="66" charset="0"/>
              </a:rPr>
              <a:t>(12+2</a:t>
            </a:r>
            <a:r>
              <a:rPr lang="zh-CN" altLang="en-US" sz="2800" baseline="30000" smtClean="0">
                <a:latin typeface="Comic Sans MS" pitchFamily="66" charset="0"/>
              </a:rPr>
              <a:t>3</a:t>
            </a:r>
            <a:r>
              <a:rPr lang="zh-CN" altLang="en-US" sz="2800" smtClean="0">
                <a:latin typeface="Comic Sans MS" pitchFamily="66" charset="0"/>
              </a:rPr>
              <a:t>) </a:t>
            </a:r>
            <a:r>
              <a:rPr lang="en-US" altLang="zh-CN" sz="2800" smtClean="0">
                <a:latin typeface="Comic Sans MS" pitchFamily="66" charset="0"/>
              </a:rPr>
              <a:t>MOD 16 = 4		      4</a:t>
            </a:r>
            <a:r>
              <a:rPr lang="zh-CN" altLang="en-US" sz="2800" smtClean="0">
                <a:latin typeface="Comic Sans MS" pitchFamily="66" charset="0"/>
              </a:rPr>
              <a:t>号处理机</a:t>
            </a:r>
          </a:p>
          <a:p>
            <a:pPr eaLnBrk="1" hangingPunct="1">
              <a:lnSpc>
                <a:spcPct val="95000"/>
              </a:lnSpc>
              <a:buFont typeface="Wingdings" pitchFamily="2" charset="2"/>
              <a:buNone/>
              <a:defRPr/>
            </a:pPr>
            <a:r>
              <a:rPr lang="zh-CN" altLang="en-US" sz="2800" smtClean="0">
                <a:latin typeface="Comic Sans MS" pitchFamily="66" charset="0"/>
              </a:rPr>
              <a:t>(12–2</a:t>
            </a:r>
            <a:r>
              <a:rPr lang="zh-CN" altLang="en-US" sz="2800" baseline="30000" smtClean="0">
                <a:latin typeface="Comic Sans MS" pitchFamily="66" charset="0"/>
              </a:rPr>
              <a:t>0</a:t>
            </a:r>
            <a:r>
              <a:rPr lang="zh-CN" altLang="en-US" sz="2800" smtClean="0">
                <a:latin typeface="Comic Sans MS" pitchFamily="66" charset="0"/>
              </a:rPr>
              <a:t>) </a:t>
            </a:r>
            <a:r>
              <a:rPr lang="en-US" altLang="zh-CN" sz="2800" smtClean="0">
                <a:latin typeface="Comic Sans MS" pitchFamily="66" charset="0"/>
              </a:rPr>
              <a:t>MOD 16 </a:t>
            </a:r>
            <a:r>
              <a:rPr lang="zh-CN" altLang="en-US" sz="2800" smtClean="0">
                <a:latin typeface="Comic Sans MS" pitchFamily="66" charset="0"/>
              </a:rPr>
              <a:t>= 11		11号处理机</a:t>
            </a:r>
          </a:p>
          <a:p>
            <a:pPr eaLnBrk="1" hangingPunct="1">
              <a:lnSpc>
                <a:spcPct val="95000"/>
              </a:lnSpc>
              <a:buFont typeface="Wingdings" pitchFamily="2" charset="2"/>
              <a:buNone/>
              <a:defRPr/>
            </a:pPr>
            <a:r>
              <a:rPr lang="zh-CN" altLang="en-US" sz="2800" smtClean="0">
                <a:latin typeface="Comic Sans MS" pitchFamily="66" charset="0"/>
              </a:rPr>
              <a:t>1100循环左移1位得到1001	      9号处理机</a:t>
            </a:r>
          </a:p>
          <a:p>
            <a:pPr eaLnBrk="1" hangingPunct="1">
              <a:lnSpc>
                <a:spcPct val="95000"/>
              </a:lnSpc>
              <a:buFont typeface="Wingdings" pitchFamily="2" charset="2"/>
              <a:buNone/>
              <a:defRPr/>
            </a:pPr>
            <a:r>
              <a:rPr lang="zh-CN" altLang="en-US" sz="2800" smtClean="0">
                <a:latin typeface="Comic Sans MS" pitchFamily="66" charset="0"/>
              </a:rPr>
              <a:t>1100的最高最低位交换0101	5号处理机</a:t>
            </a:r>
          </a:p>
          <a:p>
            <a:pPr eaLnBrk="1" hangingPunct="1">
              <a:lnSpc>
                <a:spcPct val="95000"/>
              </a:lnSpc>
              <a:buFont typeface="Wingdings" pitchFamily="2" charset="2"/>
              <a:buNone/>
              <a:defRPr/>
            </a:pPr>
            <a:r>
              <a:rPr lang="zh-CN" altLang="en-US" sz="2800" smtClean="0">
                <a:latin typeface="Comic Sans MS" pitchFamily="66" charset="0"/>
              </a:rPr>
              <a:t>1100的位序反过来为0011		3号处理机</a:t>
            </a:r>
          </a:p>
        </p:txBody>
      </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1426" name="Rectangle 2"/>
          <p:cNvSpPr>
            <a:spLocks noGrp="1" noChangeArrowheads="1"/>
          </p:cNvSpPr>
          <p:nvPr>
            <p:ph type="title"/>
          </p:nvPr>
        </p:nvSpPr>
        <p:spPr/>
        <p:txBody>
          <a:bodyPr/>
          <a:lstStyle/>
          <a:p>
            <a:pPr eaLnBrk="1" hangingPunct="1">
              <a:defRPr/>
            </a:pPr>
            <a:r>
              <a:rPr lang="zh-CN" altLang="en-US" sz="4400" dirty="0" smtClean="0"/>
              <a:t>互连网络的结构参数</a:t>
            </a:r>
          </a:p>
        </p:txBody>
      </p:sp>
      <p:sp>
        <p:nvSpPr>
          <p:cNvPr id="2969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基本概念</a:t>
            </a:r>
            <a:endParaRPr lang="zh-CN" altLang="en-US" sz="1200" b="0">
              <a:latin typeface="Times New Roman" pitchFamily="18" charset="0"/>
              <a:ea typeface="幼圆" pitchFamily="49" charset="-122"/>
            </a:endParaRPr>
          </a:p>
        </p:txBody>
      </p:sp>
      <p:sp>
        <p:nvSpPr>
          <p:cNvPr id="871428" name="Rectangle 4"/>
          <p:cNvSpPr>
            <a:spLocks noGrp="1" noChangeArrowheads="1"/>
          </p:cNvSpPr>
          <p:nvPr>
            <p:ph type="body" idx="1"/>
          </p:nvPr>
        </p:nvSpPr>
        <p:spPr/>
        <p:txBody>
          <a:bodyPr/>
          <a:lstStyle/>
          <a:p>
            <a:pPr marL="0" indent="0" eaLnBrk="1" hangingPunct="1">
              <a:buFont typeface="Wingdings" pitchFamily="2" charset="2"/>
              <a:buNone/>
              <a:defRPr/>
            </a:pPr>
            <a:r>
              <a:rPr lang="zh-CN" altLang="en-US" sz="2400" dirty="0" smtClean="0"/>
              <a:t>       互连网络通常是用有向边或无向边连接有限个节点的图来表示，主要结构参数有：</a:t>
            </a:r>
          </a:p>
          <a:p>
            <a:pPr marL="0" indent="0" eaLnBrk="1" hangingPunct="1">
              <a:buClr>
                <a:srgbClr val="FF0000"/>
              </a:buClr>
              <a:defRPr/>
            </a:pPr>
            <a:r>
              <a:rPr lang="zh-CN" altLang="en-US" sz="2400" dirty="0" smtClean="0"/>
              <a:t>  </a:t>
            </a:r>
            <a:r>
              <a:rPr lang="zh-CN" altLang="en-US" sz="2400" dirty="0" smtClean="0">
                <a:solidFill>
                  <a:srgbClr val="FF0000"/>
                </a:solidFill>
                <a:effectLst>
                  <a:outerShdw blurRad="38100" dist="38100" dir="2700000" algn="tl">
                    <a:srgbClr val="C0C0C0"/>
                  </a:outerShdw>
                </a:effectLst>
              </a:rPr>
              <a:t>网络规模</a:t>
            </a:r>
            <a:r>
              <a:rPr lang="en-US" altLang="zh-CN" sz="2400" dirty="0" smtClean="0">
                <a:solidFill>
                  <a:srgbClr val="FF0000"/>
                </a:solidFill>
                <a:effectLst>
                  <a:outerShdw blurRad="38100" dist="38100" dir="2700000" algn="tl">
                    <a:srgbClr val="C0C0C0"/>
                  </a:outerShdw>
                </a:effectLst>
              </a:rPr>
              <a:t>N</a:t>
            </a:r>
            <a:r>
              <a:rPr lang="zh-CN" altLang="en-US" sz="2400" dirty="0" smtClean="0"/>
              <a:t>：网络中节点的个数</a:t>
            </a:r>
            <a:r>
              <a:rPr lang="zh-CN" altLang="en-US" sz="2400" dirty="0"/>
              <a:t>。表示该网络所能连接的</a:t>
            </a:r>
            <a:r>
              <a:rPr lang="zh-CN" altLang="en-US" sz="2400" dirty="0" smtClean="0"/>
              <a:t>部件数量</a:t>
            </a:r>
            <a:r>
              <a:rPr lang="zh-CN" altLang="en-US" sz="2400" dirty="0"/>
              <a:t>。</a:t>
            </a:r>
          </a:p>
          <a:p>
            <a:pPr marL="0" indent="0" eaLnBrk="1" hangingPunct="1">
              <a:buClr>
                <a:srgbClr val="FF0000"/>
              </a:buClr>
              <a:defRPr/>
            </a:pPr>
            <a:r>
              <a:rPr lang="zh-CN" altLang="en-US" sz="2400" dirty="0" smtClean="0"/>
              <a:t>  </a:t>
            </a:r>
            <a:r>
              <a:rPr lang="zh-CN" altLang="en-US" sz="2400" dirty="0" smtClean="0">
                <a:solidFill>
                  <a:srgbClr val="FF0000"/>
                </a:solidFill>
                <a:effectLst>
                  <a:outerShdw blurRad="38100" dist="38100" dir="2700000" algn="tl">
                    <a:srgbClr val="C0C0C0"/>
                  </a:outerShdw>
                </a:effectLst>
              </a:rPr>
              <a:t>节点度</a:t>
            </a:r>
            <a:r>
              <a:rPr lang="en-US" altLang="zh-CN" sz="2400" dirty="0">
                <a:solidFill>
                  <a:srgbClr val="FF0000"/>
                </a:solidFill>
                <a:effectLst>
                  <a:outerShdw blurRad="38100" dist="38100" dir="2700000" algn="tl">
                    <a:srgbClr val="C0C0C0"/>
                  </a:outerShdw>
                </a:effectLst>
              </a:rPr>
              <a:t>d</a:t>
            </a:r>
            <a:r>
              <a:rPr lang="zh-CN" altLang="en-US" sz="2400" dirty="0" smtClean="0"/>
              <a:t>：与节点相连接的边数（通道数）称为节点度，包括入度和出度。进入节点的边数叫</a:t>
            </a:r>
            <a:r>
              <a:rPr lang="zh-CN" altLang="en-US" sz="2400" dirty="0" smtClean="0">
                <a:solidFill>
                  <a:srgbClr val="FF0000"/>
                </a:solidFill>
                <a:effectLst>
                  <a:outerShdw blurRad="38100" dist="38100" dir="2700000" algn="tl">
                    <a:srgbClr val="C0C0C0"/>
                  </a:outerShdw>
                </a:effectLst>
              </a:rPr>
              <a:t>入度</a:t>
            </a:r>
            <a:r>
              <a:rPr lang="zh-CN" altLang="en-US" sz="2400" dirty="0" smtClean="0"/>
              <a:t>，从节点出来的边数则叫</a:t>
            </a:r>
            <a:r>
              <a:rPr lang="zh-CN" altLang="en-US" sz="2400" dirty="0" smtClean="0">
                <a:solidFill>
                  <a:srgbClr val="FF0000"/>
                </a:solidFill>
                <a:effectLst>
                  <a:outerShdw blurRad="38100" dist="38100" dir="2700000" algn="tl">
                    <a:srgbClr val="C0C0C0"/>
                  </a:outerShdw>
                </a:effectLst>
              </a:rPr>
              <a:t>出度</a:t>
            </a:r>
            <a:r>
              <a:rPr lang="zh-CN" altLang="en-US" sz="2400" dirty="0" smtClean="0"/>
              <a:t>。</a:t>
            </a:r>
          </a:p>
          <a:p>
            <a:pPr marL="0" indent="0" eaLnBrk="1" hangingPunct="1">
              <a:buClr>
                <a:srgbClr val="FF0000"/>
              </a:buClr>
              <a:defRPr/>
            </a:pPr>
            <a:r>
              <a:rPr lang="zh-CN" altLang="en-US" sz="2400" dirty="0" smtClean="0"/>
              <a:t>  </a:t>
            </a:r>
            <a:r>
              <a:rPr lang="zh-CN" altLang="en-US" sz="2400" dirty="0">
                <a:solidFill>
                  <a:srgbClr val="FF0000"/>
                </a:solidFill>
                <a:effectLst>
                  <a:outerShdw blurRad="38100" dist="38100" dir="2700000" algn="tl">
                    <a:srgbClr val="C0C0C0"/>
                  </a:outerShdw>
                </a:effectLst>
              </a:rPr>
              <a:t>节点</a:t>
            </a:r>
            <a:r>
              <a:rPr lang="zh-CN" altLang="en-US" sz="2400" dirty="0" smtClean="0">
                <a:solidFill>
                  <a:srgbClr val="FF0000"/>
                </a:solidFill>
                <a:effectLst>
                  <a:outerShdw blurRad="38100" dist="38100" dir="2700000" algn="tl">
                    <a:srgbClr val="C0C0C0"/>
                  </a:outerShdw>
                </a:effectLst>
              </a:rPr>
              <a:t>距离</a:t>
            </a:r>
            <a:r>
              <a:rPr lang="zh-CN" altLang="en-US" sz="2400" dirty="0"/>
              <a:t>：对于网络中的任意两</a:t>
            </a:r>
            <a:r>
              <a:rPr lang="zh-CN" altLang="en-US" sz="2400" dirty="0" smtClean="0"/>
              <a:t>个节点</a:t>
            </a:r>
            <a:r>
              <a:rPr lang="zh-CN" altLang="en-US" sz="2400" dirty="0"/>
              <a:t>，从一</a:t>
            </a:r>
            <a:r>
              <a:rPr lang="zh-CN" altLang="en-US" sz="2400" dirty="0" smtClean="0"/>
              <a:t>个节点</a:t>
            </a:r>
            <a:r>
              <a:rPr lang="zh-CN" altLang="en-US" sz="2400" dirty="0"/>
              <a:t>出发到另一</a:t>
            </a:r>
            <a:r>
              <a:rPr lang="zh-CN" altLang="en-US" sz="2400" dirty="0" smtClean="0"/>
              <a:t>个节点</a:t>
            </a:r>
            <a:r>
              <a:rPr lang="zh-CN" altLang="en-US" sz="2400" dirty="0"/>
              <a:t>终止所需要跨越的边数的最小值</a:t>
            </a:r>
            <a:r>
              <a:rPr lang="zh-CN" altLang="en-US" sz="2400" dirty="0" smtClean="0"/>
              <a:t>。</a:t>
            </a:r>
          </a:p>
          <a:p>
            <a:pPr marL="0" indent="0" eaLnBrk="1" hangingPunct="1">
              <a:buClr>
                <a:srgbClr val="FF0000"/>
              </a:buClr>
              <a:defRPr/>
            </a:pPr>
            <a:r>
              <a:rPr lang="zh-CN" altLang="en-US" sz="2400" dirty="0" smtClean="0"/>
              <a:t>  </a:t>
            </a:r>
            <a:r>
              <a:rPr lang="zh-CN" altLang="en-US" sz="2400" dirty="0" smtClean="0">
                <a:solidFill>
                  <a:srgbClr val="FF0000"/>
                </a:solidFill>
                <a:effectLst>
                  <a:outerShdw blurRad="38100" dist="38100" dir="2700000" algn="tl">
                    <a:srgbClr val="C0C0C0"/>
                  </a:outerShdw>
                </a:effectLst>
              </a:rPr>
              <a:t>网络直径</a:t>
            </a:r>
            <a:r>
              <a:rPr lang="en-US" altLang="zh-CN" sz="2400" dirty="0" smtClean="0">
                <a:solidFill>
                  <a:srgbClr val="FF0000"/>
                </a:solidFill>
                <a:effectLst>
                  <a:outerShdw blurRad="38100" dist="38100" dir="2700000" algn="tl">
                    <a:srgbClr val="C0C0C0"/>
                  </a:outerShdw>
                </a:effectLst>
              </a:rPr>
              <a:t>D</a:t>
            </a:r>
            <a:r>
              <a:rPr lang="zh-CN" altLang="en-US" sz="2400" dirty="0" smtClean="0"/>
              <a:t>：网络中任意两个节点间距离的最大值。用节点间的连接边数表示</a:t>
            </a:r>
            <a:r>
              <a:rPr lang="zh-CN" altLang="en-US" sz="2400" dirty="0"/>
              <a:t>。</a:t>
            </a:r>
            <a:r>
              <a:rPr lang="zh-CN" altLang="en-US" sz="2400" dirty="0">
                <a:solidFill>
                  <a:srgbClr val="0000CC"/>
                </a:solidFill>
              </a:rPr>
              <a:t>网络直径应当尽可能地小</a:t>
            </a:r>
            <a:r>
              <a:rPr lang="zh-CN" altLang="en-US" sz="2400" dirty="0" smtClean="0"/>
              <a:t>。</a:t>
            </a:r>
            <a:endParaRPr lang="zh-CN" altLang="en-US" sz="2400" dirty="0"/>
          </a:p>
        </p:txBody>
      </p:sp>
      <p:sp>
        <p:nvSpPr>
          <p:cNvPr id="29701"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2 之 1</a:t>
            </a:r>
          </a:p>
        </p:txBody>
      </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6002" name="Rectangle 2"/>
          <p:cNvSpPr>
            <a:spLocks noGrp="1" noChangeArrowheads="1"/>
          </p:cNvSpPr>
          <p:nvPr>
            <p:ph type="title"/>
          </p:nvPr>
        </p:nvSpPr>
        <p:spPr/>
        <p:txBody>
          <a:bodyPr/>
          <a:lstStyle/>
          <a:p>
            <a:pPr eaLnBrk="1" hangingPunct="1">
              <a:defRPr/>
            </a:pPr>
            <a:r>
              <a:rPr lang="zh-CN" altLang="en-US" sz="4400" dirty="0" smtClean="0"/>
              <a:t>互连网络</a:t>
            </a:r>
            <a:r>
              <a:rPr lang="zh-CN" altLang="en-US" sz="4400" dirty="0"/>
              <a:t>的结构参数</a:t>
            </a:r>
            <a:endParaRPr lang="zh-CN" altLang="en-US" sz="4400" dirty="0" smtClean="0"/>
          </a:p>
        </p:txBody>
      </p:sp>
      <p:sp>
        <p:nvSpPr>
          <p:cNvPr id="3072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基本概念</a:t>
            </a:r>
            <a:endParaRPr lang="zh-CN" altLang="en-US" sz="1200" b="0">
              <a:latin typeface="Times New Roman" pitchFamily="18" charset="0"/>
              <a:ea typeface="幼圆" pitchFamily="49" charset="-122"/>
            </a:endParaRPr>
          </a:p>
        </p:txBody>
      </p:sp>
      <p:sp>
        <p:nvSpPr>
          <p:cNvPr id="896005" name="Rectangle 5"/>
          <p:cNvSpPr>
            <a:spLocks noGrp="1" noChangeArrowheads="1"/>
          </p:cNvSpPr>
          <p:nvPr>
            <p:ph type="body" idx="1"/>
          </p:nvPr>
        </p:nvSpPr>
        <p:spPr>
          <a:xfrm>
            <a:off x="809625" y="1931988"/>
            <a:ext cx="7958138" cy="4468812"/>
          </a:xfrm>
        </p:spPr>
        <p:txBody>
          <a:bodyPr/>
          <a:lstStyle/>
          <a:p>
            <a:pPr marL="0" indent="0" eaLnBrk="1" hangingPunct="1">
              <a:lnSpc>
                <a:spcPct val="125000"/>
              </a:lnSpc>
              <a:buClr>
                <a:srgbClr val="FF0000"/>
              </a:buClr>
              <a:defRPr/>
            </a:pPr>
            <a:r>
              <a:rPr lang="zh-CN" altLang="en-US" sz="2400" dirty="0" smtClean="0">
                <a:solidFill>
                  <a:srgbClr val="FF0000"/>
                </a:solidFill>
                <a:effectLst>
                  <a:outerShdw blurRad="38100" dist="38100" dir="2700000" algn="tl">
                    <a:srgbClr val="C0C0C0"/>
                  </a:outerShdw>
                </a:effectLst>
              </a:rPr>
              <a:t> 节点</a:t>
            </a:r>
            <a:r>
              <a:rPr lang="zh-CN" altLang="en-US" sz="2400" dirty="0">
                <a:solidFill>
                  <a:srgbClr val="FF0000"/>
                </a:solidFill>
                <a:effectLst>
                  <a:outerShdw blurRad="38100" dist="38100" dir="2700000" algn="tl">
                    <a:srgbClr val="C0C0C0"/>
                  </a:outerShdw>
                </a:effectLst>
              </a:rPr>
              <a:t>间的线</a:t>
            </a:r>
            <a:r>
              <a:rPr lang="zh-CN" altLang="en-US" sz="2400" dirty="0" smtClean="0">
                <a:solidFill>
                  <a:srgbClr val="FF0000"/>
                </a:solidFill>
                <a:effectLst>
                  <a:outerShdw blurRad="38100" dist="38100" dir="2700000" algn="tl">
                    <a:srgbClr val="C0C0C0"/>
                  </a:outerShdw>
                </a:effectLst>
              </a:rPr>
              <a:t>长：</a:t>
            </a:r>
            <a:r>
              <a:rPr lang="zh-CN" altLang="en-US" sz="2400" dirty="0" smtClean="0"/>
              <a:t>两</a:t>
            </a:r>
            <a:r>
              <a:rPr lang="zh-CN" altLang="en-US" sz="2400" dirty="0"/>
              <a:t>个节点间连线的长度，用米等表示。</a:t>
            </a:r>
          </a:p>
          <a:p>
            <a:pPr marL="0" indent="0" eaLnBrk="1" hangingPunct="1">
              <a:lnSpc>
                <a:spcPct val="125000"/>
              </a:lnSpc>
              <a:buClr>
                <a:srgbClr val="FF0000"/>
              </a:buClr>
              <a:defRPr/>
            </a:pPr>
            <a:r>
              <a:rPr lang="zh-CN" altLang="en-US" sz="2400" dirty="0" smtClean="0">
                <a:solidFill>
                  <a:srgbClr val="FF0000"/>
                </a:solidFill>
                <a:effectLst>
                  <a:outerShdw blurRad="38100" dist="38100" dir="2700000" algn="tl">
                    <a:srgbClr val="C0C0C0"/>
                  </a:outerShdw>
                </a:effectLst>
              </a:rPr>
              <a:t> 等分宽度</a:t>
            </a:r>
            <a:r>
              <a:rPr lang="en-US" altLang="zh-CN" sz="2400" dirty="0" smtClean="0">
                <a:solidFill>
                  <a:srgbClr val="FF0000"/>
                </a:solidFill>
                <a:effectLst>
                  <a:outerShdw blurRad="38100" dist="38100" dir="2700000" algn="tl">
                    <a:srgbClr val="C0C0C0"/>
                  </a:outerShdw>
                </a:effectLst>
              </a:rPr>
              <a:t>b</a:t>
            </a:r>
            <a:r>
              <a:rPr lang="zh-CN" altLang="en-US" sz="2400" dirty="0" smtClean="0">
                <a:solidFill>
                  <a:srgbClr val="FF0000"/>
                </a:solidFill>
                <a:effectLst>
                  <a:outerShdw blurRad="38100" dist="38100" dir="2700000" algn="tl">
                    <a:srgbClr val="C0C0C0"/>
                  </a:outerShdw>
                </a:effectLst>
              </a:rPr>
              <a:t>：</a:t>
            </a:r>
            <a:r>
              <a:rPr lang="zh-CN" altLang="en-US" sz="2400" dirty="0" smtClean="0"/>
              <a:t>当网络被切成节点数相等的两半时，沿切口的最小边数（通道数）称为通道等分宽度。</a:t>
            </a:r>
            <a:endParaRPr lang="en-US" altLang="zh-CN" sz="2400" dirty="0" smtClean="0"/>
          </a:p>
          <a:p>
            <a:pPr marL="400050" lvl="1" indent="0" eaLnBrk="1" hangingPunct="1">
              <a:lnSpc>
                <a:spcPct val="125000"/>
              </a:lnSpc>
              <a:buClr>
                <a:srgbClr val="FF0000"/>
              </a:buClr>
              <a:defRPr/>
            </a:pPr>
            <a:r>
              <a:rPr lang="zh-CN" altLang="en-US" sz="2400" dirty="0" smtClean="0"/>
              <a:t>  </a:t>
            </a:r>
            <a:r>
              <a:rPr lang="zh-CN" altLang="en-US" sz="2400" dirty="0" smtClean="0">
                <a:solidFill>
                  <a:srgbClr val="0000CC"/>
                </a:solidFill>
              </a:rPr>
              <a:t>线</a:t>
            </a:r>
            <a:r>
              <a:rPr lang="zh-CN" altLang="en-US" sz="2400" dirty="0">
                <a:solidFill>
                  <a:srgbClr val="0000CC"/>
                </a:solidFill>
              </a:rPr>
              <a:t>等分宽度：</a:t>
            </a:r>
            <a:r>
              <a:rPr lang="en-US" altLang="zh-CN" sz="2400" dirty="0"/>
              <a:t>B</a:t>
            </a:r>
            <a:r>
              <a:rPr lang="zh-CN" altLang="en-US" sz="2400" dirty="0"/>
              <a:t>＝</a:t>
            </a:r>
            <a:r>
              <a:rPr lang="en-US" altLang="zh-CN" sz="2400" dirty="0" err="1"/>
              <a:t>b×w</a:t>
            </a:r>
            <a:endParaRPr lang="en-US" altLang="zh-CN" sz="2400" dirty="0"/>
          </a:p>
          <a:p>
            <a:pPr marL="400050" lvl="1" indent="0" eaLnBrk="1" hangingPunct="1">
              <a:lnSpc>
                <a:spcPct val="125000"/>
              </a:lnSpc>
              <a:buClr>
                <a:srgbClr val="FF0000"/>
              </a:buClr>
              <a:buNone/>
              <a:defRPr/>
            </a:pPr>
            <a:r>
              <a:rPr lang="zh-CN" altLang="en-US" sz="2400" dirty="0" smtClean="0"/>
              <a:t>   其中</a:t>
            </a:r>
            <a:r>
              <a:rPr lang="zh-CN" altLang="en-US" sz="2400" dirty="0"/>
              <a:t>：</a:t>
            </a:r>
            <a:r>
              <a:rPr lang="en-US" altLang="zh-CN" sz="2400" dirty="0"/>
              <a:t>w</a:t>
            </a:r>
            <a:r>
              <a:rPr lang="zh-CN" altLang="en-US" sz="2400" dirty="0"/>
              <a:t>为通道宽度（用位表示）。</a:t>
            </a:r>
          </a:p>
          <a:p>
            <a:pPr marL="400050" lvl="1" indent="0" eaLnBrk="1" hangingPunct="1">
              <a:lnSpc>
                <a:spcPct val="125000"/>
              </a:lnSpc>
              <a:buClr>
                <a:srgbClr val="FF0000"/>
              </a:buClr>
              <a:defRPr/>
            </a:pPr>
            <a:r>
              <a:rPr lang="zh-CN" altLang="en-US" sz="2400" dirty="0" smtClean="0"/>
              <a:t>  该</a:t>
            </a:r>
            <a:r>
              <a:rPr lang="zh-CN" altLang="en-US" sz="2400" dirty="0"/>
              <a:t>参数主要反映了网络最大流量。</a:t>
            </a:r>
          </a:p>
          <a:p>
            <a:pPr marL="0" indent="0" eaLnBrk="1" hangingPunct="1">
              <a:lnSpc>
                <a:spcPct val="125000"/>
              </a:lnSpc>
              <a:buClr>
                <a:srgbClr val="FF0000"/>
              </a:buClr>
              <a:defRPr/>
            </a:pPr>
            <a:r>
              <a:rPr lang="zh-CN" altLang="en-US" sz="2400" dirty="0" smtClean="0">
                <a:solidFill>
                  <a:srgbClr val="FF0000"/>
                </a:solidFill>
                <a:effectLst>
                  <a:outerShdw blurRad="38100" dist="38100" dir="2700000" algn="tl">
                    <a:srgbClr val="C0C0C0"/>
                  </a:outerShdw>
                </a:effectLst>
              </a:rPr>
              <a:t> 对称性：</a:t>
            </a:r>
            <a:r>
              <a:rPr lang="zh-CN" altLang="en-US" sz="2400" dirty="0" smtClean="0"/>
              <a:t>从任何节点看到拓扑结构都是一样的网络称为对称网络。对称网络比较易实现，编程也较容易。</a:t>
            </a:r>
          </a:p>
        </p:txBody>
      </p:sp>
      <p:sp>
        <p:nvSpPr>
          <p:cNvPr id="30725"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2 之 2</a:t>
            </a:r>
          </a:p>
        </p:txBody>
      </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8050" name="Rectangle 2"/>
          <p:cNvSpPr>
            <a:spLocks noGrp="1" noChangeArrowheads="1"/>
          </p:cNvSpPr>
          <p:nvPr>
            <p:ph type="title"/>
          </p:nvPr>
        </p:nvSpPr>
        <p:spPr/>
        <p:txBody>
          <a:bodyPr/>
          <a:lstStyle/>
          <a:p>
            <a:pPr eaLnBrk="1" hangingPunct="1">
              <a:defRPr/>
            </a:pPr>
            <a:r>
              <a:rPr lang="zh-CN" altLang="en-US" sz="4400" dirty="0"/>
              <a:t>互连网络的性能参数</a:t>
            </a:r>
          </a:p>
        </p:txBody>
      </p:sp>
      <p:sp>
        <p:nvSpPr>
          <p:cNvPr id="3174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基本概念</a:t>
            </a:r>
            <a:endParaRPr lang="zh-CN" altLang="en-US" sz="1200" b="0">
              <a:latin typeface="Times New Roman" pitchFamily="18" charset="0"/>
              <a:ea typeface="幼圆" pitchFamily="49" charset="-122"/>
            </a:endParaRPr>
          </a:p>
        </p:txBody>
      </p:sp>
      <p:sp>
        <p:nvSpPr>
          <p:cNvPr id="31748" name="Text Box 5"/>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en-US" altLang="zh-CN" sz="1200" b="0" dirty="0" smtClean="0">
                <a:latin typeface="幼圆" pitchFamily="49" charset="-122"/>
                <a:ea typeface="幼圆" pitchFamily="49" charset="-122"/>
              </a:rPr>
              <a:t>3</a:t>
            </a:r>
            <a:r>
              <a:rPr lang="zh-CN" altLang="en-US" sz="1200" b="0" dirty="0" smtClean="0">
                <a:latin typeface="幼圆" pitchFamily="49" charset="-122"/>
                <a:ea typeface="幼圆" pitchFamily="49" charset="-122"/>
              </a:rPr>
              <a:t> </a:t>
            </a:r>
            <a:r>
              <a:rPr lang="zh-CN" altLang="en-US" sz="1200" b="0" dirty="0">
                <a:latin typeface="幼圆" pitchFamily="49" charset="-122"/>
                <a:ea typeface="幼圆" pitchFamily="49" charset="-122"/>
              </a:rPr>
              <a:t>之 1</a:t>
            </a:r>
          </a:p>
        </p:txBody>
      </p:sp>
      <p:sp>
        <p:nvSpPr>
          <p:cNvPr id="2" name="内容占位符 1"/>
          <p:cNvSpPr>
            <a:spLocks noGrp="1"/>
          </p:cNvSpPr>
          <p:nvPr>
            <p:ph idx="1"/>
          </p:nvPr>
        </p:nvSpPr>
        <p:spPr>
          <a:xfrm>
            <a:off x="809624" y="1916832"/>
            <a:ext cx="8154864" cy="4425950"/>
          </a:xfrm>
        </p:spPr>
        <p:txBody>
          <a:bodyPr/>
          <a:lstStyle/>
          <a:p>
            <a:r>
              <a:rPr lang="zh-CN" altLang="en-US" sz="2400" dirty="0" smtClean="0">
                <a:solidFill>
                  <a:srgbClr val="FF0000"/>
                </a:solidFill>
              </a:rPr>
              <a:t>时延</a:t>
            </a:r>
            <a:endParaRPr lang="en-US" altLang="zh-CN" sz="2400" dirty="0" smtClean="0">
              <a:solidFill>
                <a:srgbClr val="FF0000"/>
              </a:solidFill>
            </a:endParaRPr>
          </a:p>
          <a:p>
            <a:pPr lvl="1"/>
            <a:r>
              <a:rPr lang="zh-CN" altLang="en-US" sz="2400" dirty="0" smtClean="0">
                <a:solidFill>
                  <a:srgbClr val="FF0000"/>
                </a:solidFill>
              </a:rPr>
              <a:t>通信时延</a:t>
            </a:r>
            <a:r>
              <a:rPr lang="zh-CN" altLang="en-US" sz="2400" dirty="0" smtClean="0"/>
              <a:t>：从源节点到目的节点传送一条消息所需的总时间，主要有：</a:t>
            </a:r>
            <a:endParaRPr lang="en-US" altLang="zh-CN" sz="2400" dirty="0" smtClean="0"/>
          </a:p>
          <a:p>
            <a:pPr lvl="2"/>
            <a:r>
              <a:rPr lang="zh-CN" altLang="en-US" dirty="0" smtClean="0">
                <a:solidFill>
                  <a:srgbClr val="0000CC"/>
                </a:solidFill>
              </a:rPr>
              <a:t>软件时延</a:t>
            </a:r>
            <a:r>
              <a:rPr lang="zh-CN" altLang="en-US" dirty="0" smtClean="0"/>
              <a:t>：在</a:t>
            </a:r>
            <a:r>
              <a:rPr lang="zh-CN" altLang="en-US" dirty="0"/>
              <a:t>源</a:t>
            </a:r>
            <a:r>
              <a:rPr lang="zh-CN" altLang="en-US" dirty="0" smtClean="0"/>
              <a:t>节点和目的节点用于收发信息的软件所需要的执行时间，主要取决于处理消息的软件内核；</a:t>
            </a:r>
            <a:endParaRPr lang="en-US" altLang="zh-CN" dirty="0" smtClean="0"/>
          </a:p>
          <a:p>
            <a:pPr lvl="2"/>
            <a:r>
              <a:rPr lang="zh-CN" altLang="en-US" dirty="0">
                <a:solidFill>
                  <a:srgbClr val="0000CC"/>
                </a:solidFill>
              </a:rPr>
              <a:t>通道时延</a:t>
            </a:r>
            <a:r>
              <a:rPr lang="zh-CN" altLang="en-US" dirty="0" smtClean="0"/>
              <a:t>：通过通道传送消息所化时间（消息长度</a:t>
            </a:r>
            <a:r>
              <a:rPr lang="en-US" altLang="zh-CN" dirty="0" smtClean="0"/>
              <a:t>/</a:t>
            </a:r>
            <a:r>
              <a:rPr lang="zh-CN" altLang="en-US" dirty="0" smtClean="0"/>
              <a:t>通道带宽），通常由瓶颈链路的通道带宽决定；</a:t>
            </a:r>
            <a:endParaRPr lang="en-US" altLang="zh-CN" dirty="0" smtClean="0"/>
          </a:p>
          <a:p>
            <a:pPr lvl="2"/>
            <a:r>
              <a:rPr lang="zh-CN" altLang="en-US" dirty="0">
                <a:solidFill>
                  <a:srgbClr val="0000CC"/>
                </a:solidFill>
              </a:rPr>
              <a:t>选路时延</a:t>
            </a:r>
            <a:r>
              <a:rPr lang="zh-CN" altLang="en-US" dirty="0" smtClean="0"/>
              <a:t>：消息在传送路径上所需的一系列选路决策所需的时间开销，与路径上的节点数成正比；</a:t>
            </a:r>
            <a:endParaRPr lang="en-US" altLang="zh-CN" dirty="0" smtClean="0"/>
          </a:p>
          <a:p>
            <a:pPr lvl="2"/>
            <a:r>
              <a:rPr lang="zh-CN" altLang="en-US" dirty="0">
                <a:solidFill>
                  <a:srgbClr val="0000CC"/>
                </a:solidFill>
              </a:rPr>
              <a:t>竞争时延</a:t>
            </a:r>
            <a:r>
              <a:rPr lang="zh-CN" altLang="en-US" dirty="0" smtClean="0"/>
              <a:t>：为避免</a:t>
            </a:r>
            <a:r>
              <a:rPr lang="en-US" altLang="zh-CN" dirty="0" smtClean="0"/>
              <a:t>/</a:t>
            </a:r>
            <a:r>
              <a:rPr lang="zh-CN" altLang="en-US" dirty="0" smtClean="0"/>
              <a:t>解决冲突所需的时间，很难预测</a:t>
            </a:r>
            <a:endParaRPr lang="zh-CN" altLang="en-US" dirty="0"/>
          </a:p>
        </p:txBody>
      </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8050" name="Rectangle 2"/>
          <p:cNvSpPr>
            <a:spLocks noGrp="1" noChangeArrowheads="1"/>
          </p:cNvSpPr>
          <p:nvPr>
            <p:ph type="title"/>
          </p:nvPr>
        </p:nvSpPr>
        <p:spPr/>
        <p:txBody>
          <a:bodyPr/>
          <a:lstStyle/>
          <a:p>
            <a:pPr eaLnBrk="1" hangingPunct="1">
              <a:defRPr/>
            </a:pPr>
            <a:r>
              <a:rPr lang="zh-CN" altLang="en-US" sz="4400" dirty="0"/>
              <a:t>互连网络的性能参数</a:t>
            </a:r>
          </a:p>
        </p:txBody>
      </p:sp>
      <p:sp>
        <p:nvSpPr>
          <p:cNvPr id="3174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基本概念</a:t>
            </a:r>
            <a:endParaRPr lang="zh-CN" altLang="en-US" sz="1200" b="0">
              <a:latin typeface="Times New Roman" pitchFamily="18" charset="0"/>
              <a:ea typeface="幼圆" pitchFamily="49" charset="-122"/>
            </a:endParaRPr>
          </a:p>
        </p:txBody>
      </p:sp>
      <p:sp>
        <p:nvSpPr>
          <p:cNvPr id="31748" name="Text Box 5"/>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en-US" altLang="zh-CN" sz="1200" b="0" dirty="0" smtClean="0">
                <a:latin typeface="幼圆" pitchFamily="49" charset="-122"/>
                <a:ea typeface="幼圆" pitchFamily="49" charset="-122"/>
              </a:rPr>
              <a:t>3</a:t>
            </a:r>
            <a:r>
              <a:rPr lang="zh-CN" altLang="en-US" sz="1200" b="0" dirty="0" smtClean="0">
                <a:latin typeface="幼圆" pitchFamily="49" charset="-122"/>
                <a:ea typeface="幼圆" pitchFamily="49" charset="-122"/>
              </a:rPr>
              <a:t> </a:t>
            </a:r>
            <a:r>
              <a:rPr lang="zh-CN" altLang="en-US" sz="1200" b="0" dirty="0">
                <a:latin typeface="幼圆" pitchFamily="49" charset="-122"/>
                <a:ea typeface="幼圆" pitchFamily="49" charset="-122"/>
              </a:rPr>
              <a:t>之 </a:t>
            </a:r>
            <a:r>
              <a:rPr lang="en-US" altLang="zh-CN" sz="1200" b="0" dirty="0" smtClean="0">
                <a:latin typeface="幼圆" pitchFamily="49" charset="-122"/>
                <a:ea typeface="幼圆" pitchFamily="49" charset="-122"/>
              </a:rPr>
              <a:t>2</a:t>
            </a:r>
            <a:endParaRPr lang="zh-CN" altLang="en-US" sz="1200" b="0" dirty="0">
              <a:latin typeface="幼圆" pitchFamily="49" charset="-122"/>
              <a:ea typeface="幼圆" pitchFamily="49" charset="-122"/>
            </a:endParaRPr>
          </a:p>
        </p:txBody>
      </p:sp>
      <p:sp>
        <p:nvSpPr>
          <p:cNvPr id="2" name="内容占位符 1"/>
          <p:cNvSpPr>
            <a:spLocks noGrp="1"/>
          </p:cNvSpPr>
          <p:nvPr>
            <p:ph idx="1"/>
          </p:nvPr>
        </p:nvSpPr>
        <p:spPr>
          <a:xfrm>
            <a:off x="809624" y="1916832"/>
            <a:ext cx="8105776" cy="4425950"/>
          </a:xfrm>
        </p:spPr>
        <p:txBody>
          <a:bodyPr/>
          <a:lstStyle/>
          <a:p>
            <a:pPr>
              <a:lnSpc>
                <a:spcPct val="120000"/>
              </a:lnSpc>
            </a:pPr>
            <a:r>
              <a:rPr lang="zh-CN" altLang="en-US" sz="2400" dirty="0" smtClean="0">
                <a:solidFill>
                  <a:srgbClr val="FF0000"/>
                </a:solidFill>
              </a:rPr>
              <a:t>时延</a:t>
            </a:r>
            <a:endParaRPr lang="en-US" altLang="zh-CN" sz="2400" dirty="0" smtClean="0">
              <a:solidFill>
                <a:srgbClr val="FF0000"/>
              </a:solidFill>
            </a:endParaRPr>
          </a:p>
          <a:p>
            <a:pPr lvl="1">
              <a:lnSpc>
                <a:spcPct val="120000"/>
              </a:lnSpc>
            </a:pPr>
            <a:r>
              <a:rPr lang="zh-CN" altLang="en-US" sz="2400" dirty="0" smtClean="0">
                <a:solidFill>
                  <a:srgbClr val="0000CC"/>
                </a:solidFill>
              </a:rPr>
              <a:t>网络时延</a:t>
            </a:r>
            <a:r>
              <a:rPr lang="zh-CN" altLang="en-US" sz="2400" dirty="0" smtClean="0"/>
              <a:t>：通道时延和</a:t>
            </a:r>
            <a:r>
              <a:rPr lang="zh-CN" altLang="en-US" sz="2400" dirty="0"/>
              <a:t>选路</a:t>
            </a:r>
            <a:r>
              <a:rPr lang="zh-CN" altLang="en-US" sz="2400" dirty="0" smtClean="0"/>
              <a:t>时延的总和，由网络硬件特征决定，与程序行为和网络传输状态无关</a:t>
            </a:r>
            <a:endParaRPr lang="en-US" altLang="zh-CN" sz="2400" dirty="0" smtClean="0"/>
          </a:p>
          <a:p>
            <a:pPr>
              <a:lnSpc>
                <a:spcPct val="120000"/>
              </a:lnSpc>
            </a:pPr>
            <a:r>
              <a:rPr lang="zh-CN" altLang="en-US" sz="2400" dirty="0" smtClean="0">
                <a:solidFill>
                  <a:srgbClr val="FF0000"/>
                </a:solidFill>
              </a:rPr>
              <a:t>带宽</a:t>
            </a:r>
            <a:endParaRPr lang="en-US" altLang="zh-CN" sz="2400" dirty="0" smtClean="0">
              <a:solidFill>
                <a:srgbClr val="FF0000"/>
              </a:solidFill>
            </a:endParaRPr>
          </a:p>
          <a:p>
            <a:pPr lvl="1">
              <a:lnSpc>
                <a:spcPct val="120000"/>
              </a:lnSpc>
            </a:pPr>
            <a:r>
              <a:rPr lang="zh-CN" altLang="en-US" sz="2400" dirty="0" smtClean="0">
                <a:solidFill>
                  <a:srgbClr val="0000CC"/>
                </a:solidFill>
              </a:rPr>
              <a:t>端口带宽</a:t>
            </a:r>
            <a:r>
              <a:rPr lang="zh-CN" altLang="en-US" sz="2400" dirty="0" smtClean="0"/>
              <a:t>：单位时间内从该端口传送到其他端口的最大信息量</a:t>
            </a:r>
            <a:endParaRPr lang="en-US" altLang="zh-CN" sz="2400" dirty="0" smtClean="0"/>
          </a:p>
          <a:p>
            <a:pPr lvl="2">
              <a:lnSpc>
                <a:spcPct val="120000"/>
              </a:lnSpc>
            </a:pPr>
            <a:r>
              <a:rPr lang="zh-CN" altLang="en-US" dirty="0" smtClean="0"/>
              <a:t>对称网络：端口带宽与端口位置无关，网络的端口带宽与各端口的端口带宽相同</a:t>
            </a:r>
            <a:endParaRPr lang="en-US" altLang="zh-CN" dirty="0" smtClean="0"/>
          </a:p>
          <a:p>
            <a:pPr lvl="2">
              <a:lnSpc>
                <a:spcPct val="120000"/>
              </a:lnSpc>
            </a:pPr>
            <a:r>
              <a:rPr lang="zh-CN" altLang="en-US" dirty="0" smtClean="0"/>
              <a:t>非对称网络：端口带宽是指所有端口带宽的最小值</a:t>
            </a:r>
            <a:endParaRPr lang="en-US" altLang="zh-CN" dirty="0" smtClean="0"/>
          </a:p>
        </p:txBody>
      </p:sp>
    </p:spTree>
    <p:extLst>
      <p:ext uri="{BB962C8B-B14F-4D97-AF65-F5344CB8AC3E}">
        <p14:creationId xmlns:p14="http://schemas.microsoft.com/office/powerpoint/2010/main" val="2583270778"/>
      </p:ext>
    </p:extLst>
  </p:cSld>
  <p:clrMapOvr>
    <a:masterClrMapping/>
  </p:clrMapOvr>
  <p:transition spd="slow">
    <p:random/>
    <p:sndAc>
      <p:stSnd>
        <p:snd r:embed="rId2" name="projctor.wav"/>
      </p:stSnd>
    </p:sndAc>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8050" name="Rectangle 2"/>
          <p:cNvSpPr>
            <a:spLocks noGrp="1" noChangeArrowheads="1"/>
          </p:cNvSpPr>
          <p:nvPr>
            <p:ph type="title"/>
          </p:nvPr>
        </p:nvSpPr>
        <p:spPr/>
        <p:txBody>
          <a:bodyPr/>
          <a:lstStyle/>
          <a:p>
            <a:pPr eaLnBrk="1" hangingPunct="1">
              <a:defRPr/>
            </a:pPr>
            <a:r>
              <a:rPr lang="zh-CN" altLang="en-US" sz="4400" dirty="0"/>
              <a:t>互连网络的性能参数</a:t>
            </a:r>
          </a:p>
        </p:txBody>
      </p:sp>
      <p:sp>
        <p:nvSpPr>
          <p:cNvPr id="3174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基本概念</a:t>
            </a:r>
            <a:endParaRPr lang="zh-CN" altLang="en-US" sz="1200" b="0">
              <a:latin typeface="Times New Roman" pitchFamily="18" charset="0"/>
              <a:ea typeface="幼圆" pitchFamily="49" charset="-122"/>
            </a:endParaRPr>
          </a:p>
        </p:txBody>
      </p:sp>
      <p:sp>
        <p:nvSpPr>
          <p:cNvPr id="31748" name="Text Box 5"/>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en-US" altLang="zh-CN" sz="1200" b="0" dirty="0" smtClean="0">
                <a:latin typeface="幼圆" pitchFamily="49" charset="-122"/>
                <a:ea typeface="幼圆" pitchFamily="49" charset="-122"/>
              </a:rPr>
              <a:t>3</a:t>
            </a:r>
            <a:r>
              <a:rPr lang="zh-CN" altLang="en-US" sz="1200" b="0" dirty="0" smtClean="0">
                <a:latin typeface="幼圆" pitchFamily="49" charset="-122"/>
                <a:ea typeface="幼圆" pitchFamily="49" charset="-122"/>
              </a:rPr>
              <a:t> </a:t>
            </a:r>
            <a:r>
              <a:rPr lang="zh-CN" altLang="en-US" sz="1200" b="0" dirty="0">
                <a:latin typeface="幼圆" pitchFamily="49" charset="-122"/>
                <a:ea typeface="幼圆" pitchFamily="49" charset="-122"/>
              </a:rPr>
              <a:t>之 </a:t>
            </a:r>
            <a:r>
              <a:rPr lang="en-US" altLang="zh-CN" sz="1200" b="0" dirty="0" smtClean="0">
                <a:latin typeface="幼圆" pitchFamily="49" charset="-122"/>
                <a:ea typeface="幼圆" pitchFamily="49" charset="-122"/>
              </a:rPr>
              <a:t>3</a:t>
            </a:r>
            <a:endParaRPr lang="zh-CN" altLang="en-US" sz="1200" b="0" dirty="0">
              <a:latin typeface="幼圆" pitchFamily="49" charset="-122"/>
              <a:ea typeface="幼圆" pitchFamily="49" charset="-122"/>
            </a:endParaRPr>
          </a:p>
        </p:txBody>
      </p:sp>
      <p:sp>
        <p:nvSpPr>
          <p:cNvPr id="2" name="内容占位符 1"/>
          <p:cNvSpPr>
            <a:spLocks noGrp="1"/>
          </p:cNvSpPr>
          <p:nvPr>
            <p:ph idx="1"/>
          </p:nvPr>
        </p:nvSpPr>
        <p:spPr>
          <a:xfrm>
            <a:off x="809624" y="1916832"/>
            <a:ext cx="8154864" cy="4425950"/>
          </a:xfrm>
        </p:spPr>
        <p:txBody>
          <a:bodyPr/>
          <a:lstStyle/>
          <a:p>
            <a:pPr>
              <a:lnSpc>
                <a:spcPct val="125000"/>
              </a:lnSpc>
            </a:pPr>
            <a:r>
              <a:rPr lang="zh-CN" altLang="en-US" sz="2400" dirty="0" smtClean="0">
                <a:solidFill>
                  <a:srgbClr val="FF0000"/>
                </a:solidFill>
              </a:rPr>
              <a:t>带宽</a:t>
            </a:r>
            <a:endParaRPr lang="en-US" altLang="zh-CN" sz="2400" dirty="0" smtClean="0">
              <a:solidFill>
                <a:srgbClr val="FF0000"/>
              </a:solidFill>
            </a:endParaRPr>
          </a:p>
          <a:p>
            <a:pPr lvl="1">
              <a:lnSpc>
                <a:spcPct val="125000"/>
              </a:lnSpc>
            </a:pPr>
            <a:r>
              <a:rPr lang="zh-CN" altLang="en-US" sz="2400" dirty="0" smtClean="0">
                <a:solidFill>
                  <a:srgbClr val="0000CC"/>
                </a:solidFill>
              </a:rPr>
              <a:t>聚集带宽</a:t>
            </a:r>
            <a:r>
              <a:rPr lang="zh-CN" altLang="en-US" sz="2400" dirty="0" smtClean="0"/>
              <a:t>：指网络从一半节点到另一半节点，单位时间内能够传送的最大信息量</a:t>
            </a:r>
            <a:endParaRPr lang="en-US" altLang="zh-CN" sz="2400" dirty="0" smtClean="0"/>
          </a:p>
          <a:p>
            <a:pPr marL="857250" lvl="2" indent="0">
              <a:lnSpc>
                <a:spcPct val="125000"/>
              </a:lnSpc>
              <a:buNone/>
            </a:pPr>
            <a:r>
              <a:rPr lang="zh-CN" altLang="en-US" dirty="0" smtClean="0"/>
              <a:t>例：</a:t>
            </a:r>
            <a:r>
              <a:rPr lang="en-US" altLang="zh-CN" dirty="0" smtClean="0"/>
              <a:t>HPS</a:t>
            </a:r>
            <a:r>
              <a:rPr lang="zh-CN" altLang="en-US" dirty="0" smtClean="0"/>
              <a:t>是一种对称网络，网络规模</a:t>
            </a:r>
            <a:r>
              <a:rPr lang="en-US" altLang="zh-CN" dirty="0" smtClean="0"/>
              <a:t>N</a:t>
            </a:r>
            <a:r>
              <a:rPr lang="zh-CN" altLang="en-US" dirty="0" smtClean="0"/>
              <a:t>的上限是</a:t>
            </a:r>
            <a:r>
              <a:rPr lang="en-US" altLang="zh-CN" dirty="0" smtClean="0"/>
              <a:t>512</a:t>
            </a:r>
            <a:r>
              <a:rPr lang="zh-CN" altLang="en-US" dirty="0" smtClean="0"/>
              <a:t>，端口带宽是</a:t>
            </a:r>
            <a:r>
              <a:rPr lang="en-US" altLang="zh-CN" dirty="0" smtClean="0"/>
              <a:t>40MB/s</a:t>
            </a:r>
            <a:r>
              <a:rPr lang="zh-CN" altLang="en-US" dirty="0" smtClean="0"/>
              <a:t>，因此</a:t>
            </a:r>
            <a:r>
              <a:rPr lang="en-US" altLang="zh-CN" dirty="0" smtClean="0"/>
              <a:t>HPS</a:t>
            </a:r>
            <a:r>
              <a:rPr lang="zh-CN" altLang="en-US" dirty="0" smtClean="0"/>
              <a:t>的聚集带宽是</a:t>
            </a:r>
            <a:endParaRPr lang="en-US" altLang="zh-CN" dirty="0" smtClean="0"/>
          </a:p>
          <a:p>
            <a:pPr marL="857250" lvl="2" indent="0" algn="ctr">
              <a:lnSpc>
                <a:spcPct val="125000"/>
              </a:lnSpc>
              <a:buNone/>
            </a:pPr>
            <a:r>
              <a:rPr lang="zh-CN" altLang="en-US" dirty="0" smtClean="0"/>
              <a:t>（</a:t>
            </a:r>
            <a:r>
              <a:rPr lang="en-US" altLang="zh-CN" dirty="0"/>
              <a:t> 40MB/s </a:t>
            </a:r>
            <a:r>
              <a:rPr lang="zh-CN" altLang="en-US" dirty="0" smtClean="0"/>
              <a:t>*</a:t>
            </a:r>
            <a:r>
              <a:rPr lang="en-US" altLang="zh-CN" dirty="0" smtClean="0"/>
              <a:t>512</a:t>
            </a:r>
            <a:r>
              <a:rPr lang="zh-CN" altLang="en-US" dirty="0" smtClean="0"/>
              <a:t>）</a:t>
            </a:r>
            <a:r>
              <a:rPr lang="en-US" altLang="zh-CN" dirty="0" smtClean="0"/>
              <a:t>/2=10.24GB/s</a:t>
            </a:r>
            <a:endParaRPr lang="en-US" altLang="zh-CN" dirty="0"/>
          </a:p>
          <a:p>
            <a:pPr lvl="1">
              <a:lnSpc>
                <a:spcPct val="125000"/>
              </a:lnSpc>
            </a:pPr>
            <a:r>
              <a:rPr lang="zh-CN" altLang="en-US" sz="2400" dirty="0" smtClean="0">
                <a:solidFill>
                  <a:srgbClr val="0000CC"/>
                </a:solidFill>
              </a:rPr>
              <a:t>等分带宽</a:t>
            </a:r>
            <a:r>
              <a:rPr lang="zh-CN" altLang="en-US" sz="2400" dirty="0" smtClean="0"/>
              <a:t>：与等分宽度对应的切平面中，所有边合起来单位时间所能传送的最大信息量</a:t>
            </a:r>
            <a:endParaRPr lang="en-US" altLang="zh-CN" sz="2400" dirty="0" smtClean="0"/>
          </a:p>
        </p:txBody>
      </p:sp>
    </p:spTree>
    <p:extLst>
      <p:ext uri="{BB962C8B-B14F-4D97-AF65-F5344CB8AC3E}">
        <p14:creationId xmlns:p14="http://schemas.microsoft.com/office/powerpoint/2010/main" val="2494894263"/>
      </p:ext>
    </p:extLst>
  </p:cSld>
  <p:clrMapOvr>
    <a:masterClrMapping/>
  </p:clrMapOvr>
  <p:transition spd="slow">
    <p:random/>
    <p:sndAc>
      <p:stSnd>
        <p:snd r:embed="rId2" name="projctor.wav"/>
      </p:stSnd>
    </p:sndAc>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4194" name="Rectangle 2"/>
          <p:cNvSpPr>
            <a:spLocks noGrp="1" noChangeArrowheads="1"/>
          </p:cNvSpPr>
          <p:nvPr>
            <p:ph type="title"/>
          </p:nvPr>
        </p:nvSpPr>
        <p:spPr/>
        <p:txBody>
          <a:bodyPr/>
          <a:lstStyle/>
          <a:p>
            <a:pPr eaLnBrk="1" hangingPunct="1">
              <a:defRPr/>
            </a:pPr>
            <a:r>
              <a:rPr lang="zh-CN" altLang="en-US" smtClean="0"/>
              <a:t>互连网络种类</a:t>
            </a:r>
          </a:p>
        </p:txBody>
      </p:sp>
      <p:sp>
        <p:nvSpPr>
          <p:cNvPr id="3686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endParaRPr lang="zh-CN" altLang="en-US" sz="1200" b="0">
              <a:latin typeface="Times New Roman" pitchFamily="18" charset="0"/>
              <a:ea typeface="幼圆" pitchFamily="49" charset="-122"/>
            </a:endParaRPr>
          </a:p>
        </p:txBody>
      </p:sp>
      <p:sp>
        <p:nvSpPr>
          <p:cNvPr id="36868" name="Rectangle 5"/>
          <p:cNvSpPr>
            <a:spLocks noGrp="1" noChangeArrowheads="1"/>
          </p:cNvSpPr>
          <p:nvPr>
            <p:ph type="body" idx="1"/>
          </p:nvPr>
        </p:nvSpPr>
        <p:spPr>
          <a:xfrm>
            <a:off x="2743200" y="3017838"/>
            <a:ext cx="3076575" cy="2170112"/>
          </a:xfrm>
        </p:spPr>
        <p:txBody>
          <a:bodyPr/>
          <a:lstStyle/>
          <a:p>
            <a:pPr eaLnBrk="1" hangingPunct="1"/>
            <a:r>
              <a:rPr lang="zh-CN" altLang="en-US" smtClean="0">
                <a:hlinkClick r:id="rId4" action="ppaction://hlinksldjump"/>
              </a:rPr>
              <a:t>静态互连网络</a:t>
            </a:r>
            <a:endParaRPr lang="zh-CN" altLang="en-US" smtClean="0"/>
          </a:p>
          <a:p>
            <a:pPr eaLnBrk="1" hangingPunct="1">
              <a:buFont typeface="Wingdings" pitchFamily="2" charset="2"/>
              <a:buNone/>
            </a:pPr>
            <a:endParaRPr lang="zh-CN" altLang="en-US" smtClean="0"/>
          </a:p>
          <a:p>
            <a:pPr eaLnBrk="1" hangingPunct="1"/>
            <a:r>
              <a:rPr lang="zh-CN" altLang="en-US" smtClean="0">
                <a:hlinkClick r:id="rId5" action="ppaction://hlinksldjump"/>
              </a:rPr>
              <a:t>动态互连网络</a:t>
            </a:r>
            <a:endParaRPr lang="zh-CN" altLang="en-US" smtClean="0"/>
          </a:p>
        </p:txBody>
      </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7266" name="Rectangle 2"/>
          <p:cNvSpPr>
            <a:spLocks noGrp="1" noChangeArrowheads="1"/>
          </p:cNvSpPr>
          <p:nvPr>
            <p:ph type="title"/>
          </p:nvPr>
        </p:nvSpPr>
        <p:spPr/>
        <p:txBody>
          <a:bodyPr/>
          <a:lstStyle/>
          <a:p>
            <a:pPr eaLnBrk="1" hangingPunct="1">
              <a:defRPr/>
            </a:pPr>
            <a:r>
              <a:rPr lang="zh-CN" altLang="en-US" smtClean="0"/>
              <a:t>静态互连网络</a:t>
            </a:r>
          </a:p>
        </p:txBody>
      </p:sp>
      <p:sp>
        <p:nvSpPr>
          <p:cNvPr id="3789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互连网络种类</a:t>
            </a:r>
            <a:endParaRPr lang="zh-CN" altLang="en-US" sz="1200" b="0">
              <a:latin typeface="Times New Roman" pitchFamily="18" charset="0"/>
              <a:ea typeface="幼圆" pitchFamily="49" charset="-122"/>
            </a:endParaRPr>
          </a:p>
        </p:txBody>
      </p:sp>
      <p:sp>
        <p:nvSpPr>
          <p:cNvPr id="907268" name="Rectangle 4"/>
          <p:cNvSpPr>
            <a:spLocks noGrp="1" noChangeArrowheads="1"/>
          </p:cNvSpPr>
          <p:nvPr>
            <p:ph type="body" idx="1"/>
          </p:nvPr>
        </p:nvSpPr>
        <p:spPr>
          <a:xfrm>
            <a:off x="809625" y="1970088"/>
            <a:ext cx="7958138" cy="4430712"/>
          </a:xfrm>
        </p:spPr>
        <p:txBody>
          <a:bodyPr/>
          <a:lstStyle/>
          <a:p>
            <a:pPr marL="0" indent="0" eaLnBrk="1" hangingPunct="1">
              <a:lnSpc>
                <a:spcPct val="120000"/>
              </a:lnSpc>
              <a:buFont typeface="Wingdings" pitchFamily="2" charset="2"/>
              <a:buNone/>
              <a:defRPr/>
            </a:pPr>
            <a:r>
              <a:rPr lang="zh-CN" altLang="en-US" dirty="0" smtClean="0"/>
              <a:t>       </a:t>
            </a:r>
            <a:r>
              <a:rPr lang="zh-CN" altLang="en-US" dirty="0" smtClean="0">
                <a:solidFill>
                  <a:srgbClr val="FF0000"/>
                </a:solidFill>
                <a:effectLst>
                  <a:outerShdw blurRad="38100" dist="38100" dir="2700000" algn="tl">
                    <a:srgbClr val="C0C0C0"/>
                  </a:outerShdw>
                </a:effectLst>
              </a:rPr>
              <a:t>在各节点之间有固定的连接通路，在运行过程中不能改变的网络结构。</a:t>
            </a:r>
            <a:r>
              <a:rPr lang="zh-CN" altLang="en-US" dirty="0" smtClean="0"/>
              <a:t>按拓朴结构又可分为一维、二维、三维等，一维的有</a:t>
            </a:r>
            <a:r>
              <a:rPr lang="zh-CN" altLang="en-US" dirty="0" smtClean="0">
                <a:hlinkClick r:id="rId5" action="ppaction://hlinksldjump"/>
              </a:rPr>
              <a:t>线性阵列</a:t>
            </a:r>
            <a:r>
              <a:rPr lang="zh-CN" altLang="en-US" dirty="0" smtClean="0"/>
              <a:t>结构；二维的有</a:t>
            </a:r>
            <a:r>
              <a:rPr lang="zh-CN" altLang="en-US" dirty="0" smtClean="0">
                <a:hlinkClick r:id="rId6" action="ppaction://hlinksldjump"/>
              </a:rPr>
              <a:t>环形</a:t>
            </a:r>
            <a:r>
              <a:rPr lang="zh-CN" altLang="en-US" dirty="0" smtClean="0"/>
              <a:t>、</a:t>
            </a:r>
            <a:r>
              <a:rPr lang="zh-CN" altLang="en-US" dirty="0" smtClean="0">
                <a:hlinkClick r:id="rId7" action="ppaction://hlinksldjump"/>
              </a:rPr>
              <a:t>树形</a:t>
            </a:r>
            <a:r>
              <a:rPr lang="zh-CN" altLang="en-US" dirty="0" smtClean="0"/>
              <a:t>、</a:t>
            </a:r>
            <a:r>
              <a:rPr lang="zh-CN" altLang="en-US" dirty="0" smtClean="0">
                <a:hlinkClick r:id="rId7" action="ppaction://hlinksldjump"/>
              </a:rPr>
              <a:t>星形</a:t>
            </a:r>
            <a:r>
              <a:rPr lang="zh-CN" altLang="en-US" dirty="0" smtClean="0"/>
              <a:t>、</a:t>
            </a:r>
            <a:r>
              <a:rPr lang="zh-CN" altLang="en-US" dirty="0" smtClean="0">
                <a:hlinkClick r:id="rId8" action="ppaction://hlinksldjump"/>
              </a:rPr>
              <a:t>网格形</a:t>
            </a:r>
            <a:r>
              <a:rPr lang="zh-CN" altLang="en-US" dirty="0" smtClean="0"/>
              <a:t>等；三维的有立方体等；三维以上的有</a:t>
            </a:r>
            <a:r>
              <a:rPr lang="zh-CN" altLang="en-US" dirty="0" smtClean="0">
                <a:hlinkClick r:id="rId9" action="ppaction://hlinksldjump"/>
              </a:rPr>
              <a:t>超立方体</a:t>
            </a:r>
            <a:r>
              <a:rPr lang="zh-CN" altLang="en-US" dirty="0" smtClean="0"/>
              <a:t>等。静态互连网络灵活性和适应性较差，很少使用。</a:t>
            </a:r>
          </a:p>
        </p:txBody>
      </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6242" name="Rectangle 2"/>
          <p:cNvSpPr>
            <a:spLocks noGrp="1" noChangeArrowheads="1"/>
          </p:cNvSpPr>
          <p:nvPr>
            <p:ph type="title"/>
          </p:nvPr>
        </p:nvSpPr>
        <p:spPr/>
        <p:txBody>
          <a:bodyPr/>
          <a:lstStyle/>
          <a:p>
            <a:pPr eaLnBrk="1" hangingPunct="1">
              <a:defRPr/>
            </a:pPr>
            <a:r>
              <a:rPr lang="zh-CN" altLang="en-US" smtClean="0"/>
              <a:t>线性阵列</a:t>
            </a:r>
          </a:p>
        </p:txBody>
      </p:sp>
      <p:sp>
        <p:nvSpPr>
          <p:cNvPr id="3891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互连网络种类</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静态互连网络</a:t>
            </a:r>
            <a:endParaRPr lang="zh-CN" altLang="en-US" sz="1200" b="0">
              <a:latin typeface="Times New Roman" pitchFamily="18" charset="0"/>
              <a:ea typeface="幼圆" pitchFamily="49" charset="-122"/>
            </a:endParaRPr>
          </a:p>
        </p:txBody>
      </p:sp>
      <p:sp>
        <p:nvSpPr>
          <p:cNvPr id="38916" name="Rectangle 4"/>
          <p:cNvSpPr>
            <a:spLocks noGrp="1" noChangeArrowheads="1"/>
          </p:cNvSpPr>
          <p:nvPr>
            <p:ph type="body" idx="1"/>
          </p:nvPr>
        </p:nvSpPr>
        <p:spPr>
          <a:xfrm>
            <a:off x="809625" y="1974850"/>
            <a:ext cx="7958138" cy="2895600"/>
          </a:xfrm>
        </p:spPr>
        <p:txBody>
          <a:bodyPr/>
          <a:lstStyle/>
          <a:p>
            <a:pPr eaLnBrk="1" hangingPunct="1">
              <a:lnSpc>
                <a:spcPct val="125000"/>
              </a:lnSpc>
            </a:pPr>
            <a:r>
              <a:rPr lang="zh-CN" altLang="en-US" sz="2400" dirty="0" smtClean="0"/>
              <a:t>有</a:t>
            </a:r>
            <a:r>
              <a:rPr lang="en-US" altLang="zh-CN" sz="2400" dirty="0" smtClean="0"/>
              <a:t>N</a:t>
            </a:r>
            <a:r>
              <a:rPr lang="zh-CN" altLang="en-US" sz="2400" dirty="0" smtClean="0"/>
              <a:t>个节点，节点度</a:t>
            </a:r>
            <a:r>
              <a:rPr lang="en-US" altLang="zh-CN" sz="2400" dirty="0" smtClean="0"/>
              <a:t>d=</a:t>
            </a:r>
            <a:r>
              <a:rPr lang="zh-CN" altLang="en-US" sz="2400" dirty="0" smtClean="0"/>
              <a:t>2（其中端节</a:t>
            </a:r>
            <a:r>
              <a:rPr lang="zh-CN" altLang="en-US" sz="2400" dirty="0"/>
              <a:t>点</a:t>
            </a:r>
            <a:r>
              <a:rPr lang="zh-CN" altLang="en-US" sz="2400" dirty="0" smtClean="0"/>
              <a:t>的度</a:t>
            </a:r>
            <a:r>
              <a:rPr lang="en-US" altLang="zh-CN" sz="2400" dirty="0" smtClean="0"/>
              <a:t>d=1</a:t>
            </a:r>
            <a:r>
              <a:rPr lang="zh-CN" altLang="en-US" sz="2400" dirty="0" smtClean="0"/>
              <a:t>），网络直径</a:t>
            </a:r>
            <a:r>
              <a:rPr lang="en-US" altLang="zh-CN" sz="2400" dirty="0" smtClean="0"/>
              <a:t>D=N-1，</a:t>
            </a:r>
            <a:r>
              <a:rPr lang="zh-CN" altLang="en-US" sz="2400" dirty="0" smtClean="0"/>
              <a:t>等分宽度</a:t>
            </a:r>
            <a:r>
              <a:rPr lang="en-US" altLang="zh-CN" sz="2400" dirty="0" smtClean="0"/>
              <a:t>b=</a:t>
            </a:r>
            <a:r>
              <a:rPr lang="zh-CN" altLang="en-US" sz="2400" dirty="0" smtClean="0"/>
              <a:t>1，拓扑结构不对称。</a:t>
            </a:r>
          </a:p>
          <a:p>
            <a:pPr eaLnBrk="1" hangingPunct="1">
              <a:lnSpc>
                <a:spcPct val="125000"/>
              </a:lnSpc>
            </a:pPr>
            <a:r>
              <a:rPr lang="zh-CN" altLang="en-US" sz="2400" dirty="0" smtClean="0">
                <a:solidFill>
                  <a:srgbClr val="FF0000"/>
                </a:solidFill>
              </a:rPr>
              <a:t>特点：</a:t>
            </a:r>
            <a:r>
              <a:rPr lang="zh-CN" altLang="en-US" sz="2400" dirty="0" smtClean="0"/>
              <a:t>线性阵列结构最简单，实现成本低；但网络的延迟比较大，</a:t>
            </a:r>
            <a:r>
              <a:rPr lang="en-US" altLang="zh-CN" sz="2400" dirty="0" smtClean="0"/>
              <a:t>S</a:t>
            </a:r>
            <a:r>
              <a:rPr lang="en-US" altLang="zh-CN" sz="2400" baseline="-25000" dirty="0" smtClean="0"/>
              <a:t>0</a:t>
            </a:r>
            <a:r>
              <a:rPr lang="zh-CN" altLang="en-US" sz="2400" dirty="0" smtClean="0"/>
              <a:t>有信息发送到</a:t>
            </a:r>
            <a:r>
              <a:rPr lang="en-US" altLang="zh-CN" sz="2400" dirty="0" smtClean="0"/>
              <a:t>S</a:t>
            </a:r>
            <a:r>
              <a:rPr lang="en-US" altLang="zh-CN" sz="2400" baseline="-25000" dirty="0" smtClean="0"/>
              <a:t>N-1</a:t>
            </a:r>
            <a:r>
              <a:rPr lang="zh-CN" altLang="en-US" sz="2400" dirty="0"/>
              <a:t>必须</a:t>
            </a:r>
            <a:r>
              <a:rPr lang="zh-CN" altLang="en-US" sz="2400" dirty="0" smtClean="0"/>
              <a:t>通过所有其他节点。</a:t>
            </a:r>
            <a:endParaRPr lang="en-US" altLang="zh-CN" sz="2400" dirty="0" smtClean="0"/>
          </a:p>
          <a:p>
            <a:pPr eaLnBrk="1" hangingPunct="1">
              <a:lnSpc>
                <a:spcPct val="125000"/>
              </a:lnSpc>
            </a:pPr>
            <a:r>
              <a:rPr lang="zh-CN" altLang="en-US" sz="2400" dirty="0" smtClean="0">
                <a:solidFill>
                  <a:srgbClr val="FF0000"/>
                </a:solidFill>
              </a:rPr>
              <a:t>应用：</a:t>
            </a:r>
            <a:r>
              <a:rPr lang="zh-CN" altLang="en-US" sz="2400" dirty="0" smtClean="0"/>
              <a:t>当</a:t>
            </a:r>
            <a:r>
              <a:rPr lang="en-US" altLang="zh-CN" sz="2400" dirty="0" smtClean="0"/>
              <a:t>N</a:t>
            </a:r>
            <a:r>
              <a:rPr lang="zh-CN" altLang="en-US" sz="2400" dirty="0" smtClean="0"/>
              <a:t>较小（如</a:t>
            </a:r>
            <a:r>
              <a:rPr lang="en-US" altLang="zh-CN" sz="2400" dirty="0" smtClean="0"/>
              <a:t>N=2</a:t>
            </a:r>
            <a:r>
              <a:rPr lang="zh-CN" altLang="en-US" sz="2400" dirty="0" smtClean="0"/>
              <a:t>或</a:t>
            </a:r>
            <a:r>
              <a:rPr lang="en-US" altLang="zh-CN" sz="2400" dirty="0" smtClean="0"/>
              <a:t>3</a:t>
            </a:r>
            <a:r>
              <a:rPr lang="zh-CN" altLang="en-US" sz="2400" dirty="0" smtClean="0"/>
              <a:t>）时，实现线性阵列是相当经济的。</a:t>
            </a:r>
          </a:p>
        </p:txBody>
      </p:sp>
      <p:sp>
        <p:nvSpPr>
          <p:cNvPr id="38917" name="Oval 6"/>
          <p:cNvSpPr>
            <a:spLocks noChangeArrowheads="1"/>
          </p:cNvSpPr>
          <p:nvPr/>
        </p:nvSpPr>
        <p:spPr bwMode="auto">
          <a:xfrm>
            <a:off x="1662633" y="5144294"/>
            <a:ext cx="587375" cy="588962"/>
          </a:xfrm>
          <a:prstGeom prst="ellipse">
            <a:avLst/>
          </a:prstGeom>
          <a:solidFill>
            <a:srgbClr val="FFFF00"/>
          </a:solidFill>
          <a:ln w="38100">
            <a:solidFill>
              <a:schemeClr val="tx2"/>
            </a:solidFill>
            <a:round/>
            <a:headEnd/>
            <a:tailEnd/>
          </a:ln>
          <a:effectLst>
            <a:outerShdw dist="35921" dir="2700000" algn="ctr" rotWithShape="0">
              <a:schemeClr val="bg2"/>
            </a:outerShdw>
          </a:effec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fontAlgn="ctr">
              <a:spcBef>
                <a:spcPct val="0"/>
              </a:spcBef>
              <a:buClrTx/>
              <a:buFontTx/>
              <a:buNone/>
            </a:pPr>
            <a:r>
              <a:rPr kumimoji="0" lang="en-US" altLang="zh-CN" sz="2000">
                <a:solidFill>
                  <a:schemeClr val="accent2"/>
                </a:solidFill>
                <a:latin typeface="Comic Sans MS" pitchFamily="66" charset="0"/>
              </a:rPr>
              <a:t>S</a:t>
            </a:r>
            <a:r>
              <a:rPr kumimoji="0" lang="en-US" altLang="zh-CN" sz="2000" baseline="-25000">
                <a:solidFill>
                  <a:schemeClr val="accent2"/>
                </a:solidFill>
                <a:latin typeface="Comic Sans MS" pitchFamily="66" charset="0"/>
              </a:rPr>
              <a:t>0</a:t>
            </a:r>
          </a:p>
        </p:txBody>
      </p:sp>
      <p:sp>
        <p:nvSpPr>
          <p:cNvPr id="38918" name="Oval 7"/>
          <p:cNvSpPr>
            <a:spLocks noChangeArrowheads="1"/>
          </p:cNvSpPr>
          <p:nvPr/>
        </p:nvSpPr>
        <p:spPr bwMode="auto">
          <a:xfrm>
            <a:off x="6621983" y="5117306"/>
            <a:ext cx="663575" cy="588963"/>
          </a:xfrm>
          <a:prstGeom prst="ellipse">
            <a:avLst/>
          </a:prstGeom>
          <a:solidFill>
            <a:srgbClr val="FFFF00"/>
          </a:solidFill>
          <a:ln w="38100">
            <a:solidFill>
              <a:schemeClr val="tx2"/>
            </a:solidFill>
            <a:round/>
            <a:headEnd/>
            <a:tailEnd/>
          </a:ln>
          <a:effectLst>
            <a:outerShdw dist="35921" dir="2700000" algn="ctr" rotWithShape="0">
              <a:schemeClr val="bg2"/>
            </a:outerShdw>
          </a:effec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fontAlgn="ctr">
              <a:spcBef>
                <a:spcPct val="0"/>
              </a:spcBef>
              <a:buClrTx/>
              <a:buFontTx/>
              <a:buNone/>
            </a:pPr>
            <a:r>
              <a:rPr kumimoji="0" lang="en-US" altLang="zh-CN" sz="2000">
                <a:solidFill>
                  <a:schemeClr val="accent2"/>
                </a:solidFill>
                <a:latin typeface="Comic Sans MS" pitchFamily="66" charset="0"/>
              </a:rPr>
              <a:t>S</a:t>
            </a:r>
            <a:r>
              <a:rPr kumimoji="0" lang="en-US" altLang="zh-CN" sz="2000" baseline="-25000">
                <a:solidFill>
                  <a:schemeClr val="accent2"/>
                </a:solidFill>
                <a:latin typeface="Comic Sans MS" pitchFamily="66" charset="0"/>
              </a:rPr>
              <a:t>N-2</a:t>
            </a:r>
          </a:p>
        </p:txBody>
      </p:sp>
      <p:sp>
        <p:nvSpPr>
          <p:cNvPr id="38919" name="Oval 8"/>
          <p:cNvSpPr>
            <a:spLocks noChangeArrowheads="1"/>
          </p:cNvSpPr>
          <p:nvPr/>
        </p:nvSpPr>
        <p:spPr bwMode="auto">
          <a:xfrm>
            <a:off x="5401196" y="5144294"/>
            <a:ext cx="587375" cy="588962"/>
          </a:xfrm>
          <a:prstGeom prst="ellipse">
            <a:avLst/>
          </a:prstGeom>
          <a:solidFill>
            <a:srgbClr val="FFFF00"/>
          </a:solidFill>
          <a:ln w="38100">
            <a:solidFill>
              <a:schemeClr val="tx2"/>
            </a:solidFill>
            <a:round/>
            <a:headEnd/>
            <a:tailEnd/>
          </a:ln>
          <a:effectLst>
            <a:outerShdw dist="35921" dir="2700000" algn="ctr" rotWithShape="0">
              <a:schemeClr val="bg2"/>
            </a:outerShdw>
          </a:effec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fontAlgn="ctr">
              <a:spcBef>
                <a:spcPct val="0"/>
              </a:spcBef>
              <a:buClrTx/>
              <a:buFontTx/>
              <a:buNone/>
            </a:pPr>
            <a:r>
              <a:rPr kumimoji="0" lang="en-US" altLang="zh-CN" sz="2000">
                <a:solidFill>
                  <a:schemeClr val="accent2"/>
                </a:solidFill>
                <a:latin typeface="Comic Sans MS" pitchFamily="66" charset="0"/>
              </a:rPr>
              <a:t>S</a:t>
            </a:r>
            <a:r>
              <a:rPr kumimoji="0" lang="en-US" altLang="zh-CN" sz="2000" baseline="-25000">
                <a:solidFill>
                  <a:schemeClr val="accent2"/>
                </a:solidFill>
                <a:latin typeface="Comic Sans MS" pitchFamily="66" charset="0"/>
              </a:rPr>
              <a:t>4</a:t>
            </a:r>
            <a:endParaRPr kumimoji="0" lang="zh-CN" altLang="en-US" sz="2000" baseline="-25000">
              <a:solidFill>
                <a:schemeClr val="accent2"/>
              </a:solidFill>
              <a:latin typeface="Comic Sans MS" pitchFamily="66" charset="0"/>
            </a:endParaRPr>
          </a:p>
        </p:txBody>
      </p:sp>
      <p:sp>
        <p:nvSpPr>
          <p:cNvPr id="38920" name="Oval 9"/>
          <p:cNvSpPr>
            <a:spLocks noChangeArrowheads="1"/>
          </p:cNvSpPr>
          <p:nvPr/>
        </p:nvSpPr>
        <p:spPr bwMode="auto">
          <a:xfrm>
            <a:off x="4493146" y="5144294"/>
            <a:ext cx="587375" cy="588962"/>
          </a:xfrm>
          <a:prstGeom prst="ellipse">
            <a:avLst/>
          </a:prstGeom>
          <a:solidFill>
            <a:srgbClr val="FFFF00"/>
          </a:solidFill>
          <a:ln w="38100">
            <a:solidFill>
              <a:schemeClr val="tx2"/>
            </a:solidFill>
            <a:round/>
            <a:headEnd/>
            <a:tailEnd/>
          </a:ln>
          <a:effectLst>
            <a:outerShdw dist="35921" dir="2700000" algn="ctr" rotWithShape="0">
              <a:schemeClr val="bg2"/>
            </a:outerShdw>
          </a:effec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fontAlgn="ctr">
              <a:spcBef>
                <a:spcPct val="0"/>
              </a:spcBef>
              <a:buClrTx/>
              <a:buFontTx/>
              <a:buNone/>
            </a:pPr>
            <a:r>
              <a:rPr kumimoji="0" lang="en-US" altLang="zh-CN" sz="2000">
                <a:solidFill>
                  <a:schemeClr val="accent2"/>
                </a:solidFill>
                <a:latin typeface="Comic Sans MS" pitchFamily="66" charset="0"/>
              </a:rPr>
              <a:t>S</a:t>
            </a:r>
            <a:r>
              <a:rPr kumimoji="0" lang="en-US" altLang="zh-CN" sz="2000" baseline="-25000">
                <a:solidFill>
                  <a:schemeClr val="accent2"/>
                </a:solidFill>
                <a:latin typeface="Comic Sans MS" pitchFamily="66" charset="0"/>
              </a:rPr>
              <a:t>3</a:t>
            </a:r>
            <a:endParaRPr kumimoji="0" lang="zh-CN" altLang="en-US" sz="2000" baseline="-25000">
              <a:solidFill>
                <a:schemeClr val="accent2"/>
              </a:solidFill>
              <a:latin typeface="Comic Sans MS" pitchFamily="66" charset="0"/>
            </a:endParaRPr>
          </a:p>
        </p:txBody>
      </p:sp>
      <p:sp>
        <p:nvSpPr>
          <p:cNvPr id="38921" name="Oval 10"/>
          <p:cNvSpPr>
            <a:spLocks noChangeArrowheads="1"/>
          </p:cNvSpPr>
          <p:nvPr/>
        </p:nvSpPr>
        <p:spPr bwMode="auto">
          <a:xfrm>
            <a:off x="3524771" y="5144294"/>
            <a:ext cx="587375" cy="588962"/>
          </a:xfrm>
          <a:prstGeom prst="ellipse">
            <a:avLst/>
          </a:prstGeom>
          <a:solidFill>
            <a:srgbClr val="FFFF00"/>
          </a:solidFill>
          <a:ln w="38100">
            <a:solidFill>
              <a:schemeClr val="tx2"/>
            </a:solidFill>
            <a:round/>
            <a:headEnd/>
            <a:tailEnd/>
          </a:ln>
          <a:effectLst>
            <a:outerShdw dist="35921" dir="2700000" algn="ctr" rotWithShape="0">
              <a:schemeClr val="bg2"/>
            </a:outerShdw>
          </a:effec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fontAlgn="ctr">
              <a:spcBef>
                <a:spcPct val="0"/>
              </a:spcBef>
              <a:buClrTx/>
              <a:buFontTx/>
              <a:buNone/>
            </a:pPr>
            <a:r>
              <a:rPr kumimoji="0" lang="en-US" altLang="zh-CN" sz="2000" dirty="0">
                <a:solidFill>
                  <a:schemeClr val="accent2"/>
                </a:solidFill>
                <a:latin typeface="Comic Sans MS" pitchFamily="66" charset="0"/>
              </a:rPr>
              <a:t>S</a:t>
            </a:r>
            <a:r>
              <a:rPr kumimoji="0" lang="en-US" altLang="zh-CN" sz="2000" baseline="-25000" dirty="0">
                <a:solidFill>
                  <a:schemeClr val="accent2"/>
                </a:solidFill>
                <a:latin typeface="Comic Sans MS" pitchFamily="66" charset="0"/>
              </a:rPr>
              <a:t>2</a:t>
            </a:r>
            <a:endParaRPr kumimoji="0" lang="zh-CN" altLang="en-US" sz="2000" baseline="-25000" dirty="0">
              <a:solidFill>
                <a:schemeClr val="accent2"/>
              </a:solidFill>
              <a:latin typeface="Comic Sans MS" pitchFamily="66" charset="0"/>
            </a:endParaRPr>
          </a:p>
        </p:txBody>
      </p:sp>
      <p:sp>
        <p:nvSpPr>
          <p:cNvPr id="38922" name="Oval 11"/>
          <p:cNvSpPr>
            <a:spLocks noChangeArrowheads="1"/>
          </p:cNvSpPr>
          <p:nvPr/>
        </p:nvSpPr>
        <p:spPr bwMode="auto">
          <a:xfrm>
            <a:off x="2569096" y="5142706"/>
            <a:ext cx="587375" cy="588963"/>
          </a:xfrm>
          <a:prstGeom prst="ellipse">
            <a:avLst/>
          </a:prstGeom>
          <a:solidFill>
            <a:srgbClr val="FFFF00"/>
          </a:solidFill>
          <a:ln w="38100">
            <a:solidFill>
              <a:schemeClr val="tx2"/>
            </a:solidFill>
            <a:round/>
            <a:headEnd/>
            <a:tailEnd/>
          </a:ln>
          <a:effectLst>
            <a:outerShdw dist="35921" dir="2700000" algn="ctr" rotWithShape="0">
              <a:schemeClr val="bg2"/>
            </a:outerShdw>
          </a:effec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fontAlgn="ctr">
              <a:spcBef>
                <a:spcPct val="0"/>
              </a:spcBef>
              <a:buClrTx/>
              <a:buFontTx/>
              <a:buNone/>
            </a:pPr>
            <a:r>
              <a:rPr kumimoji="0" lang="en-US" altLang="zh-CN" sz="2000">
                <a:solidFill>
                  <a:schemeClr val="accent2"/>
                </a:solidFill>
                <a:latin typeface="Comic Sans MS" pitchFamily="66" charset="0"/>
              </a:rPr>
              <a:t>S</a:t>
            </a:r>
            <a:r>
              <a:rPr kumimoji="0" lang="en-US" altLang="zh-CN" sz="2000" baseline="-25000">
                <a:solidFill>
                  <a:schemeClr val="accent2"/>
                </a:solidFill>
                <a:latin typeface="Comic Sans MS" pitchFamily="66" charset="0"/>
              </a:rPr>
              <a:t>1</a:t>
            </a:r>
          </a:p>
        </p:txBody>
      </p:sp>
      <p:sp>
        <p:nvSpPr>
          <p:cNvPr id="38923" name="Oval 12"/>
          <p:cNvSpPr>
            <a:spLocks noChangeArrowheads="1"/>
          </p:cNvSpPr>
          <p:nvPr/>
        </p:nvSpPr>
        <p:spPr bwMode="auto">
          <a:xfrm>
            <a:off x="7657033" y="5117306"/>
            <a:ext cx="587375" cy="588963"/>
          </a:xfrm>
          <a:prstGeom prst="ellipse">
            <a:avLst/>
          </a:prstGeom>
          <a:solidFill>
            <a:srgbClr val="FFFF00"/>
          </a:solidFill>
          <a:ln w="38100">
            <a:solidFill>
              <a:schemeClr val="tx2"/>
            </a:solidFill>
            <a:round/>
            <a:headEnd/>
            <a:tailEnd/>
          </a:ln>
          <a:effectLst>
            <a:outerShdw dist="35921" dir="2700000" algn="ctr" rotWithShape="0">
              <a:schemeClr val="bg2"/>
            </a:outerShdw>
          </a:effec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fontAlgn="ctr">
              <a:spcBef>
                <a:spcPct val="0"/>
              </a:spcBef>
              <a:buClrTx/>
              <a:buFontTx/>
              <a:buNone/>
            </a:pPr>
            <a:r>
              <a:rPr kumimoji="0" lang="en-US" altLang="zh-CN" sz="2000">
                <a:solidFill>
                  <a:schemeClr val="accent2"/>
                </a:solidFill>
                <a:latin typeface="Comic Sans MS" pitchFamily="66" charset="0"/>
              </a:rPr>
              <a:t>S</a:t>
            </a:r>
            <a:r>
              <a:rPr kumimoji="0" lang="en-US" altLang="zh-CN" sz="2000" baseline="-25000">
                <a:solidFill>
                  <a:schemeClr val="accent2"/>
                </a:solidFill>
                <a:latin typeface="Comic Sans MS" pitchFamily="66" charset="0"/>
              </a:rPr>
              <a:t>N-1</a:t>
            </a:r>
          </a:p>
        </p:txBody>
      </p:sp>
      <p:sp>
        <p:nvSpPr>
          <p:cNvPr id="38925" name="Line 14"/>
          <p:cNvSpPr>
            <a:spLocks noChangeShapeType="1"/>
          </p:cNvSpPr>
          <p:nvPr/>
        </p:nvSpPr>
        <p:spPr bwMode="auto">
          <a:xfrm>
            <a:off x="2250008" y="5437981"/>
            <a:ext cx="319088" cy="0"/>
          </a:xfrm>
          <a:prstGeom prst="line">
            <a:avLst/>
          </a:prstGeom>
          <a:noFill/>
          <a:ln w="38100">
            <a:solidFill>
              <a:schemeClr val="tx2"/>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zh-CN" altLang="en-US" sz="2000"/>
          </a:p>
        </p:txBody>
      </p:sp>
      <p:sp>
        <p:nvSpPr>
          <p:cNvPr id="38926" name="Line 15"/>
          <p:cNvSpPr>
            <a:spLocks noChangeShapeType="1"/>
          </p:cNvSpPr>
          <p:nvPr/>
        </p:nvSpPr>
        <p:spPr bwMode="auto">
          <a:xfrm>
            <a:off x="3156471" y="5437981"/>
            <a:ext cx="368300" cy="0"/>
          </a:xfrm>
          <a:prstGeom prst="line">
            <a:avLst/>
          </a:prstGeom>
          <a:noFill/>
          <a:ln w="38100">
            <a:solidFill>
              <a:schemeClr val="tx2"/>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zh-CN" altLang="en-US" sz="2000"/>
          </a:p>
        </p:txBody>
      </p:sp>
      <p:sp>
        <p:nvSpPr>
          <p:cNvPr id="38927" name="Line 16"/>
          <p:cNvSpPr>
            <a:spLocks noChangeShapeType="1"/>
          </p:cNvSpPr>
          <p:nvPr/>
        </p:nvSpPr>
        <p:spPr bwMode="auto">
          <a:xfrm>
            <a:off x="4124846" y="5437981"/>
            <a:ext cx="368300" cy="0"/>
          </a:xfrm>
          <a:prstGeom prst="line">
            <a:avLst/>
          </a:prstGeom>
          <a:noFill/>
          <a:ln w="38100">
            <a:solidFill>
              <a:schemeClr val="tx2"/>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zh-CN" altLang="en-US" sz="2000"/>
          </a:p>
        </p:txBody>
      </p:sp>
      <p:sp>
        <p:nvSpPr>
          <p:cNvPr id="38928" name="Line 17"/>
          <p:cNvSpPr>
            <a:spLocks noChangeShapeType="1"/>
          </p:cNvSpPr>
          <p:nvPr/>
        </p:nvSpPr>
        <p:spPr bwMode="auto">
          <a:xfrm>
            <a:off x="5080521" y="5437981"/>
            <a:ext cx="320675" cy="0"/>
          </a:xfrm>
          <a:prstGeom prst="line">
            <a:avLst/>
          </a:prstGeom>
          <a:noFill/>
          <a:ln w="38100">
            <a:solidFill>
              <a:schemeClr val="tx2"/>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zh-CN" altLang="en-US" sz="2000"/>
          </a:p>
        </p:txBody>
      </p:sp>
      <p:sp>
        <p:nvSpPr>
          <p:cNvPr id="38929" name="Line 18"/>
          <p:cNvSpPr>
            <a:spLocks noChangeShapeType="1"/>
          </p:cNvSpPr>
          <p:nvPr/>
        </p:nvSpPr>
        <p:spPr bwMode="auto">
          <a:xfrm flipV="1">
            <a:off x="6012383" y="5422106"/>
            <a:ext cx="609600" cy="0"/>
          </a:xfrm>
          <a:prstGeom prst="line">
            <a:avLst/>
          </a:prstGeom>
          <a:noFill/>
          <a:ln w="38100">
            <a:solidFill>
              <a:schemeClr val="tx2"/>
            </a:solidFill>
            <a:prstDash val="sysDot"/>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zh-CN" altLang="en-US" sz="2000"/>
          </a:p>
        </p:txBody>
      </p:sp>
      <p:sp>
        <p:nvSpPr>
          <p:cNvPr id="38930" name="Line 20"/>
          <p:cNvSpPr>
            <a:spLocks noChangeShapeType="1"/>
          </p:cNvSpPr>
          <p:nvPr/>
        </p:nvSpPr>
        <p:spPr bwMode="auto">
          <a:xfrm>
            <a:off x="7288733" y="5410994"/>
            <a:ext cx="368300" cy="0"/>
          </a:xfrm>
          <a:prstGeom prst="line">
            <a:avLst/>
          </a:prstGeom>
          <a:noFill/>
          <a:ln w="38100">
            <a:solidFill>
              <a:schemeClr val="tx2"/>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zh-CN" altLang="en-US" sz="2000"/>
          </a:p>
        </p:txBody>
      </p:sp>
      <p:sp>
        <p:nvSpPr>
          <p:cNvPr id="18" name="Rectangle 4"/>
          <p:cNvSpPr txBox="1">
            <a:spLocks noChangeArrowheads="1"/>
          </p:cNvSpPr>
          <p:nvPr/>
        </p:nvSpPr>
        <p:spPr bwMode="auto">
          <a:xfrm>
            <a:off x="827584" y="5915571"/>
            <a:ext cx="7958138" cy="6097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tx1"/>
              </a:buClr>
              <a:buFont typeface="Wingdings" pitchFamily="2" charset="2"/>
              <a:buChar char="w"/>
              <a:defRPr kumimoji="1" sz="3200" b="1">
                <a:solidFill>
                  <a:schemeClr val="tx1"/>
                </a:solidFill>
                <a:latin typeface="+mn-lt"/>
                <a:ea typeface="宋体" panose="02010600030101010101" pitchFamily="2" charset="-122"/>
                <a:cs typeface="+mn-cs"/>
              </a:defRPr>
            </a:lvl1pPr>
            <a:lvl2pPr marL="742950" indent="-285750" algn="l" rtl="0" eaLnBrk="0" fontAlgn="base" hangingPunct="0">
              <a:spcBef>
                <a:spcPct val="20000"/>
              </a:spcBef>
              <a:spcAft>
                <a:spcPct val="0"/>
              </a:spcAft>
              <a:buClr>
                <a:schemeClr val="accent2"/>
              </a:buClr>
              <a:buSzPct val="55000"/>
              <a:buFont typeface="Wingdings" pitchFamily="2" charset="2"/>
              <a:buChar char="Ø"/>
              <a:defRPr kumimoji="1" sz="2800" b="1">
                <a:solidFill>
                  <a:schemeClr val="tx1"/>
                </a:solidFill>
                <a:latin typeface="+mn-lt"/>
                <a:ea typeface="宋体" panose="02010600030101010101" pitchFamily="2" charset="-122"/>
              </a:defRPr>
            </a:lvl2pPr>
            <a:lvl3pPr marL="1085850" indent="-228600" algn="l" rtl="0" eaLnBrk="0" fontAlgn="base" hangingPunct="0">
              <a:spcBef>
                <a:spcPct val="20000"/>
              </a:spcBef>
              <a:spcAft>
                <a:spcPct val="0"/>
              </a:spcAft>
              <a:buClr>
                <a:schemeClr val="accent2"/>
              </a:buClr>
              <a:buSzPct val="65000"/>
              <a:buFont typeface="Wingdings" pitchFamily="2" charset="2"/>
              <a:buChar char="l"/>
              <a:defRPr kumimoji="1" sz="2400" b="1">
                <a:solidFill>
                  <a:schemeClr val="tx1"/>
                </a:solidFill>
                <a:latin typeface="+mn-lt"/>
                <a:ea typeface="宋体" panose="02010600030101010101" pitchFamily="2" charset="-122"/>
              </a:defRPr>
            </a:lvl3pPr>
            <a:lvl4pPr marL="1428750" indent="-228600" algn="l" rtl="0" eaLnBrk="0" fontAlgn="base" hangingPunct="0">
              <a:spcBef>
                <a:spcPct val="20000"/>
              </a:spcBef>
              <a:spcAft>
                <a:spcPct val="0"/>
              </a:spcAft>
              <a:buClr>
                <a:schemeClr val="accent2"/>
              </a:buClr>
              <a:buSzPct val="85000"/>
              <a:buFont typeface="Wingdings" pitchFamily="2" charset="2"/>
              <a:buChar char="w"/>
              <a:defRPr kumimoji="1" sz="2000" b="1">
                <a:solidFill>
                  <a:schemeClr val="tx1"/>
                </a:solidFill>
                <a:latin typeface="+mn-lt"/>
                <a:ea typeface="宋体" panose="02010600030101010101" pitchFamily="2" charset="-122"/>
              </a:defRPr>
            </a:lvl4pPr>
            <a:lvl5pPr marL="1771650" indent="-228600" algn="l" rtl="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mn-lt"/>
                <a:ea typeface="宋体" panose="02010600030101010101" pitchFamily="2" charset="-122"/>
              </a:defRPr>
            </a:lvl5pPr>
            <a:lvl6pPr marL="2228850" indent="-228600" algn="l" rtl="0" fontAlgn="base">
              <a:spcBef>
                <a:spcPct val="20000"/>
              </a:spcBef>
              <a:spcAft>
                <a:spcPct val="0"/>
              </a:spcAft>
              <a:buClr>
                <a:schemeClr val="accent2"/>
              </a:buClr>
              <a:buSzPct val="80000"/>
              <a:buFont typeface="Wingdings" pitchFamily="2" charset="2"/>
              <a:buChar char="§"/>
              <a:defRPr kumimoji="1" b="1">
                <a:solidFill>
                  <a:schemeClr val="tx1"/>
                </a:solidFill>
                <a:latin typeface="+mn-lt"/>
                <a:ea typeface="+mn-ea"/>
              </a:defRPr>
            </a:lvl6pPr>
            <a:lvl7pPr marL="2686050" indent="-228600" algn="l" rtl="0" fontAlgn="base">
              <a:spcBef>
                <a:spcPct val="20000"/>
              </a:spcBef>
              <a:spcAft>
                <a:spcPct val="0"/>
              </a:spcAft>
              <a:buClr>
                <a:schemeClr val="accent2"/>
              </a:buClr>
              <a:buSzPct val="80000"/>
              <a:buFont typeface="Wingdings" pitchFamily="2" charset="2"/>
              <a:buChar char="§"/>
              <a:defRPr kumimoji="1" b="1">
                <a:solidFill>
                  <a:schemeClr val="tx1"/>
                </a:solidFill>
                <a:latin typeface="+mn-lt"/>
                <a:ea typeface="+mn-ea"/>
              </a:defRPr>
            </a:lvl7pPr>
            <a:lvl8pPr marL="3143250" indent="-228600" algn="l" rtl="0" fontAlgn="base">
              <a:spcBef>
                <a:spcPct val="20000"/>
              </a:spcBef>
              <a:spcAft>
                <a:spcPct val="0"/>
              </a:spcAft>
              <a:buClr>
                <a:schemeClr val="accent2"/>
              </a:buClr>
              <a:buSzPct val="80000"/>
              <a:buFont typeface="Wingdings" pitchFamily="2" charset="2"/>
              <a:buChar char="§"/>
              <a:defRPr kumimoji="1" b="1">
                <a:solidFill>
                  <a:schemeClr val="tx1"/>
                </a:solidFill>
                <a:latin typeface="+mn-lt"/>
                <a:ea typeface="+mn-ea"/>
              </a:defRPr>
            </a:lvl8pPr>
            <a:lvl9pPr marL="3600450" indent="-228600" algn="l" rtl="0" fontAlgn="base">
              <a:spcBef>
                <a:spcPct val="20000"/>
              </a:spcBef>
              <a:spcAft>
                <a:spcPct val="0"/>
              </a:spcAft>
              <a:buClr>
                <a:schemeClr val="accent2"/>
              </a:buClr>
              <a:buSzPct val="80000"/>
              <a:buFont typeface="Wingdings" pitchFamily="2" charset="2"/>
              <a:buChar char="§"/>
              <a:defRPr kumimoji="1" b="1">
                <a:solidFill>
                  <a:schemeClr val="tx1"/>
                </a:solidFill>
                <a:latin typeface="+mn-lt"/>
                <a:ea typeface="+mn-ea"/>
              </a:defRPr>
            </a:lvl9pPr>
          </a:lstStyle>
          <a:p>
            <a:pPr marL="0" indent="0" eaLnBrk="1" hangingPunct="1">
              <a:lnSpc>
                <a:spcPct val="125000"/>
              </a:lnSpc>
              <a:buNone/>
            </a:pPr>
            <a:r>
              <a:rPr lang="zh-CN" altLang="en-US" sz="2400" kern="0" dirty="0" smtClean="0">
                <a:solidFill>
                  <a:srgbClr val="FF0000"/>
                </a:solidFill>
              </a:rPr>
              <a:t>提示：</a:t>
            </a:r>
            <a:r>
              <a:rPr lang="zh-CN" altLang="en-US" sz="2400" kern="0" dirty="0" smtClean="0"/>
              <a:t>线性阵列与总线的区别</a:t>
            </a:r>
          </a:p>
        </p:txBody>
      </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8290" name="Rectangle 2"/>
          <p:cNvSpPr>
            <a:spLocks noGrp="1" noChangeArrowheads="1"/>
          </p:cNvSpPr>
          <p:nvPr>
            <p:ph type="title"/>
          </p:nvPr>
        </p:nvSpPr>
        <p:spPr/>
        <p:txBody>
          <a:bodyPr/>
          <a:lstStyle/>
          <a:p>
            <a:pPr eaLnBrk="1" hangingPunct="1">
              <a:defRPr/>
            </a:pPr>
            <a:r>
              <a:rPr lang="zh-CN" altLang="en-US" smtClean="0"/>
              <a:t>环  形</a:t>
            </a:r>
          </a:p>
        </p:txBody>
      </p:sp>
      <p:sp>
        <p:nvSpPr>
          <p:cNvPr id="3993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互连网络种类</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静态互连网络</a:t>
            </a:r>
            <a:endParaRPr lang="zh-CN" altLang="en-US" sz="1200" b="0">
              <a:latin typeface="Times New Roman" pitchFamily="18" charset="0"/>
              <a:ea typeface="幼圆" pitchFamily="49" charset="-122"/>
            </a:endParaRPr>
          </a:p>
        </p:txBody>
      </p:sp>
      <p:sp>
        <p:nvSpPr>
          <p:cNvPr id="908308" name="Rectangle 20"/>
          <p:cNvSpPr>
            <a:spLocks noGrp="1" noChangeArrowheads="1"/>
          </p:cNvSpPr>
          <p:nvPr>
            <p:ph type="body" idx="1"/>
          </p:nvPr>
        </p:nvSpPr>
        <p:spPr/>
        <p:txBody>
          <a:bodyPr/>
          <a:lstStyle/>
          <a:p>
            <a:pPr marL="0" indent="0" eaLnBrk="1" hangingPunct="1">
              <a:spcBef>
                <a:spcPct val="0"/>
              </a:spcBef>
              <a:buClr>
                <a:srgbClr val="FF0000"/>
              </a:buClr>
              <a:defRPr/>
            </a:pPr>
            <a:r>
              <a:rPr lang="zh-CN" altLang="en-US" sz="2800" dirty="0" smtClean="0">
                <a:solidFill>
                  <a:srgbClr val="FF0000"/>
                </a:solidFill>
                <a:effectLst>
                  <a:outerShdw blurRad="38100" dist="38100" dir="2700000" algn="tl">
                    <a:srgbClr val="C0C0C0"/>
                  </a:outerShdw>
                </a:effectLst>
              </a:rPr>
              <a:t>  单向环</a:t>
            </a:r>
            <a:endParaRPr lang="zh-CN" altLang="en-US" sz="2800" dirty="0" smtClean="0"/>
          </a:p>
          <a:p>
            <a:pPr marL="0" indent="0" eaLnBrk="1" hangingPunct="1">
              <a:spcBef>
                <a:spcPct val="0"/>
              </a:spcBef>
              <a:buFont typeface="Wingdings" pitchFamily="2" charset="2"/>
              <a:buNone/>
              <a:defRPr/>
            </a:pPr>
            <a:r>
              <a:rPr lang="zh-CN" altLang="en-US" sz="2800" dirty="0" smtClean="0"/>
              <a:t>    右环网采用</a:t>
            </a:r>
            <a:r>
              <a:rPr lang="en-US" altLang="zh-CN" sz="2800" dirty="0" smtClean="0"/>
              <a:t>PM2</a:t>
            </a:r>
            <a:r>
              <a:rPr lang="en-US" altLang="zh-CN" sz="2800" baseline="-25000" dirty="0" smtClean="0"/>
              <a:t>+0</a:t>
            </a:r>
            <a:r>
              <a:rPr lang="zh-CN" altLang="en-US" sz="2800" dirty="0" smtClean="0"/>
              <a:t>函数，左环网采用</a:t>
            </a:r>
            <a:r>
              <a:rPr lang="en-US" altLang="zh-CN" sz="2800" dirty="0" smtClean="0"/>
              <a:t>PM2</a:t>
            </a:r>
            <a:r>
              <a:rPr lang="en-US" altLang="zh-CN" sz="2800" baseline="-25000" dirty="0" smtClean="0"/>
              <a:t>-0</a:t>
            </a:r>
            <a:r>
              <a:rPr lang="zh-CN" altLang="en-US" sz="2800" dirty="0" smtClean="0"/>
              <a:t>函数，对称，直径</a:t>
            </a:r>
            <a:r>
              <a:rPr lang="en-US" altLang="zh-CN" sz="2800" dirty="0" smtClean="0"/>
              <a:t>D=N-1，</a:t>
            </a:r>
            <a:r>
              <a:rPr lang="zh-CN" altLang="en-US" sz="2800" dirty="0" smtClean="0"/>
              <a:t>节点度</a:t>
            </a:r>
            <a:r>
              <a:rPr lang="en-US" altLang="zh-CN" sz="2800" dirty="0" smtClean="0"/>
              <a:t>d=</a:t>
            </a:r>
            <a:r>
              <a:rPr lang="zh-CN" altLang="en-US" sz="2800" dirty="0" smtClean="0"/>
              <a:t>2。</a:t>
            </a:r>
          </a:p>
          <a:p>
            <a:pPr marL="0" indent="0" eaLnBrk="1" hangingPunct="1">
              <a:spcBef>
                <a:spcPct val="0"/>
              </a:spcBef>
              <a:buClr>
                <a:srgbClr val="FF0000"/>
              </a:buClr>
              <a:defRPr/>
            </a:pPr>
            <a:r>
              <a:rPr lang="zh-CN" altLang="en-US" sz="2800" dirty="0" smtClean="0">
                <a:solidFill>
                  <a:srgbClr val="FF0000"/>
                </a:solidFill>
                <a:effectLst>
                  <a:outerShdw blurRad="38100" dist="38100" dir="2700000" algn="tl">
                    <a:srgbClr val="C0C0C0"/>
                  </a:outerShdw>
                </a:effectLst>
              </a:rPr>
              <a:t>  双向环</a:t>
            </a:r>
            <a:endParaRPr lang="zh-CN" altLang="en-US" sz="2800" dirty="0" smtClean="0"/>
          </a:p>
          <a:p>
            <a:pPr marL="0" indent="0" eaLnBrk="1" hangingPunct="1">
              <a:spcBef>
                <a:spcPct val="0"/>
              </a:spcBef>
              <a:buFont typeface="Wingdings" pitchFamily="2" charset="2"/>
              <a:buNone/>
              <a:defRPr/>
            </a:pPr>
            <a:r>
              <a:rPr lang="zh-CN" altLang="en-US" sz="2800" dirty="0" smtClean="0"/>
              <a:t>    又称一维邻居网，采用{</a:t>
            </a:r>
            <a:r>
              <a:rPr lang="en-US" altLang="zh-CN" sz="2800" dirty="0" smtClean="0"/>
              <a:t>PM2</a:t>
            </a:r>
            <a:r>
              <a:rPr lang="en-US" altLang="zh-CN" sz="2800" baseline="-25000" dirty="0" smtClean="0"/>
              <a:t>+0</a:t>
            </a:r>
            <a:r>
              <a:rPr lang="en-US" altLang="zh-CN" sz="2800" dirty="0" smtClean="0"/>
              <a:t>，PM2</a:t>
            </a:r>
            <a:r>
              <a:rPr lang="en-US" altLang="zh-CN" sz="2800" baseline="-25000" dirty="0" smtClean="0"/>
              <a:t>-0</a:t>
            </a:r>
            <a:r>
              <a:rPr lang="en-US" altLang="zh-CN" sz="2800" dirty="0" smtClean="0"/>
              <a:t>}</a:t>
            </a:r>
            <a:r>
              <a:rPr lang="zh-CN" altLang="en-US" sz="2800" dirty="0" smtClean="0"/>
              <a:t>函数，对称，直径</a:t>
            </a:r>
            <a:r>
              <a:rPr lang="en-US" altLang="zh-CN" sz="2800" dirty="0" smtClean="0"/>
              <a:t>D=N/2 ，</a:t>
            </a:r>
            <a:r>
              <a:rPr lang="zh-CN" altLang="en-US" sz="2800" dirty="0" smtClean="0"/>
              <a:t>节点度</a:t>
            </a:r>
            <a:r>
              <a:rPr lang="en-US" altLang="zh-CN" sz="2800" dirty="0" smtClean="0"/>
              <a:t>d=</a:t>
            </a:r>
            <a:r>
              <a:rPr lang="zh-CN" altLang="en-US" sz="2800" dirty="0" smtClean="0"/>
              <a:t>2。</a:t>
            </a:r>
          </a:p>
          <a:p>
            <a:pPr marL="0" indent="0" eaLnBrk="1" hangingPunct="1">
              <a:spcBef>
                <a:spcPct val="0"/>
              </a:spcBef>
              <a:buClr>
                <a:srgbClr val="FF0000"/>
              </a:buClr>
              <a:defRPr/>
            </a:pPr>
            <a:r>
              <a:rPr lang="zh-CN" altLang="en-US" sz="2800" dirty="0" smtClean="0">
                <a:solidFill>
                  <a:srgbClr val="FF0000"/>
                </a:solidFill>
                <a:effectLst>
                  <a:outerShdw blurRad="38100" dist="38100" dir="2700000" algn="tl">
                    <a:srgbClr val="C0C0C0"/>
                  </a:outerShdw>
                </a:effectLst>
              </a:rPr>
              <a:t>  弦环网</a:t>
            </a:r>
            <a:endParaRPr lang="zh-CN" altLang="en-US" sz="2800" dirty="0" smtClean="0"/>
          </a:p>
          <a:p>
            <a:pPr marL="0" indent="0" eaLnBrk="1" hangingPunct="1">
              <a:spcBef>
                <a:spcPct val="0"/>
              </a:spcBef>
              <a:buFont typeface="Wingdings" pitchFamily="2" charset="2"/>
              <a:buNone/>
              <a:defRPr/>
            </a:pPr>
            <a:r>
              <a:rPr lang="zh-CN" altLang="en-US" sz="2800" dirty="0" smtClean="0"/>
              <a:t>    将节点度</a:t>
            </a:r>
            <a:r>
              <a:rPr lang="en-US" altLang="zh-CN" sz="2800" dirty="0" smtClean="0"/>
              <a:t>d</a:t>
            </a:r>
            <a:r>
              <a:rPr lang="zh-CN" altLang="en-US" sz="2800" dirty="0" smtClean="0"/>
              <a:t>由2提高至≥3。增加的弦愈多，则节点度</a:t>
            </a:r>
            <a:r>
              <a:rPr lang="en-US" altLang="zh-CN" sz="2800" dirty="0" smtClean="0"/>
              <a:t>d</a:t>
            </a:r>
            <a:r>
              <a:rPr lang="zh-CN" altLang="en-US" sz="2800" dirty="0" smtClean="0"/>
              <a:t>愈高，网络直径</a:t>
            </a:r>
            <a:r>
              <a:rPr lang="en-US" altLang="zh-CN" sz="2800" dirty="0" smtClean="0"/>
              <a:t>D</a:t>
            </a:r>
            <a:r>
              <a:rPr lang="zh-CN" altLang="en-US" sz="2800" dirty="0" smtClean="0"/>
              <a:t>愈小。极端情况是全连接，网络直径</a:t>
            </a:r>
            <a:r>
              <a:rPr lang="en-US" altLang="zh-CN" sz="2800" dirty="0" smtClean="0"/>
              <a:t>D=</a:t>
            </a:r>
            <a:r>
              <a:rPr lang="zh-CN" altLang="en-US" sz="2800" dirty="0" smtClean="0"/>
              <a:t>1。</a:t>
            </a:r>
          </a:p>
        </p:txBody>
      </p:sp>
      <p:sp>
        <p:nvSpPr>
          <p:cNvPr id="39941" name="Text Box 21"/>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3 之 1</a:t>
            </a:r>
          </a:p>
        </p:txBody>
      </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9314" name="Rectangle 2"/>
          <p:cNvSpPr>
            <a:spLocks noGrp="1" noChangeArrowheads="1"/>
          </p:cNvSpPr>
          <p:nvPr>
            <p:ph type="title"/>
          </p:nvPr>
        </p:nvSpPr>
        <p:spPr/>
        <p:txBody>
          <a:bodyPr/>
          <a:lstStyle/>
          <a:p>
            <a:pPr eaLnBrk="1" hangingPunct="1">
              <a:defRPr/>
            </a:pPr>
            <a:r>
              <a:rPr lang="zh-CN" altLang="en-US" smtClean="0"/>
              <a:t>环  形</a:t>
            </a:r>
          </a:p>
        </p:txBody>
      </p:sp>
      <p:sp>
        <p:nvSpPr>
          <p:cNvPr id="4096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互连网络种类</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静态互连网络</a:t>
            </a:r>
            <a:endParaRPr lang="zh-CN" altLang="en-US" sz="1200" b="0">
              <a:latin typeface="Times New Roman" pitchFamily="18" charset="0"/>
              <a:ea typeface="幼圆" pitchFamily="49" charset="-122"/>
            </a:endParaRPr>
          </a:p>
        </p:txBody>
      </p:sp>
      <p:sp>
        <p:nvSpPr>
          <p:cNvPr id="40964"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3 之 2</a:t>
            </a:r>
          </a:p>
        </p:txBody>
      </p:sp>
      <p:grpSp>
        <p:nvGrpSpPr>
          <p:cNvPr id="40965" name="Group 162"/>
          <p:cNvGrpSpPr>
            <a:grpSpLocks/>
          </p:cNvGrpSpPr>
          <p:nvPr/>
        </p:nvGrpSpPr>
        <p:grpSpPr bwMode="auto">
          <a:xfrm>
            <a:off x="823913" y="1751013"/>
            <a:ext cx="2290762" cy="2505075"/>
            <a:chOff x="214" y="157"/>
            <a:chExt cx="1443" cy="1578"/>
          </a:xfrm>
        </p:grpSpPr>
        <p:sp>
          <p:nvSpPr>
            <p:cNvPr id="41062" name="AutoShape 163"/>
            <p:cNvSpPr>
              <a:spLocks noChangeArrowheads="1"/>
            </p:cNvSpPr>
            <p:nvPr/>
          </p:nvSpPr>
          <p:spPr bwMode="auto">
            <a:xfrm>
              <a:off x="409" y="341"/>
              <a:ext cx="1027" cy="990"/>
            </a:xfrm>
            <a:prstGeom prst="octagon">
              <a:avLst>
                <a:gd name="adj" fmla="val 29287"/>
              </a:avLst>
            </a:prstGeom>
            <a:noFill/>
            <a:ln w="28575">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41063" name="Rectangle 164"/>
            <p:cNvSpPr>
              <a:spLocks noChangeArrowheads="1"/>
            </p:cNvSpPr>
            <p:nvPr/>
          </p:nvSpPr>
          <p:spPr bwMode="auto">
            <a:xfrm>
              <a:off x="1111" y="157"/>
              <a:ext cx="234" cy="2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latin typeface="Book Antiqua" pitchFamily="18" charset="0"/>
                </a:rPr>
                <a:t>1</a:t>
              </a:r>
              <a:endParaRPr lang="zh-CN" altLang="en-US" sz="2400">
                <a:solidFill>
                  <a:schemeClr val="tx2"/>
                </a:solidFill>
                <a:latin typeface="Book Antiqua" pitchFamily="18" charset="0"/>
              </a:endParaRPr>
            </a:p>
          </p:txBody>
        </p:sp>
        <p:sp>
          <p:nvSpPr>
            <p:cNvPr id="41064" name="Rectangle 165"/>
            <p:cNvSpPr>
              <a:spLocks noChangeArrowheads="1"/>
            </p:cNvSpPr>
            <p:nvPr/>
          </p:nvSpPr>
          <p:spPr bwMode="auto">
            <a:xfrm>
              <a:off x="487" y="157"/>
              <a:ext cx="234" cy="2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latin typeface="Book Antiqua" pitchFamily="18" charset="0"/>
                </a:rPr>
                <a:t>0</a:t>
              </a:r>
              <a:endParaRPr lang="zh-CN" altLang="en-US" sz="2400">
                <a:solidFill>
                  <a:schemeClr val="tx2"/>
                </a:solidFill>
                <a:latin typeface="Book Antiqua" pitchFamily="18" charset="0"/>
              </a:endParaRPr>
            </a:p>
          </p:txBody>
        </p:sp>
        <p:sp>
          <p:nvSpPr>
            <p:cNvPr id="41065" name="Rectangle 166"/>
            <p:cNvSpPr>
              <a:spLocks noChangeArrowheads="1"/>
            </p:cNvSpPr>
            <p:nvPr/>
          </p:nvSpPr>
          <p:spPr bwMode="auto">
            <a:xfrm>
              <a:off x="1423" y="487"/>
              <a:ext cx="234" cy="2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latin typeface="Book Antiqua" pitchFamily="18" charset="0"/>
                </a:rPr>
                <a:t>2</a:t>
              </a:r>
              <a:endParaRPr lang="zh-CN" altLang="en-US" sz="2400">
                <a:solidFill>
                  <a:schemeClr val="tx2"/>
                </a:solidFill>
                <a:latin typeface="Book Antiqua" pitchFamily="18" charset="0"/>
              </a:endParaRPr>
            </a:p>
          </p:txBody>
        </p:sp>
        <p:sp>
          <p:nvSpPr>
            <p:cNvPr id="41066" name="Rectangle 167"/>
            <p:cNvSpPr>
              <a:spLocks noChangeArrowheads="1"/>
            </p:cNvSpPr>
            <p:nvPr/>
          </p:nvSpPr>
          <p:spPr bwMode="auto">
            <a:xfrm>
              <a:off x="1423" y="928"/>
              <a:ext cx="234" cy="2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latin typeface="Book Antiqua" pitchFamily="18" charset="0"/>
                </a:rPr>
                <a:t>3</a:t>
              </a:r>
              <a:endParaRPr lang="zh-CN" altLang="en-US" sz="2400">
                <a:solidFill>
                  <a:schemeClr val="tx2"/>
                </a:solidFill>
                <a:latin typeface="Book Antiqua" pitchFamily="18" charset="0"/>
              </a:endParaRPr>
            </a:p>
          </p:txBody>
        </p:sp>
        <p:sp>
          <p:nvSpPr>
            <p:cNvPr id="41067" name="Rectangle 168"/>
            <p:cNvSpPr>
              <a:spLocks noChangeArrowheads="1"/>
            </p:cNvSpPr>
            <p:nvPr/>
          </p:nvSpPr>
          <p:spPr bwMode="auto">
            <a:xfrm>
              <a:off x="1111" y="1294"/>
              <a:ext cx="234" cy="2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latin typeface="Book Antiqua" pitchFamily="18" charset="0"/>
                </a:rPr>
                <a:t>4</a:t>
              </a:r>
              <a:endParaRPr lang="zh-CN" altLang="en-US" sz="2400">
                <a:solidFill>
                  <a:schemeClr val="tx2"/>
                </a:solidFill>
                <a:latin typeface="Book Antiqua" pitchFamily="18" charset="0"/>
              </a:endParaRPr>
            </a:p>
          </p:txBody>
        </p:sp>
        <p:sp>
          <p:nvSpPr>
            <p:cNvPr id="41068" name="Rectangle 169"/>
            <p:cNvSpPr>
              <a:spLocks noChangeArrowheads="1"/>
            </p:cNvSpPr>
            <p:nvPr/>
          </p:nvSpPr>
          <p:spPr bwMode="auto">
            <a:xfrm>
              <a:off x="487" y="1294"/>
              <a:ext cx="234" cy="2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latin typeface="Book Antiqua" pitchFamily="18" charset="0"/>
                </a:rPr>
                <a:t>5</a:t>
              </a:r>
              <a:endParaRPr lang="zh-CN" altLang="en-US" sz="2400">
                <a:solidFill>
                  <a:schemeClr val="tx2"/>
                </a:solidFill>
                <a:latin typeface="Book Antiqua" pitchFamily="18" charset="0"/>
              </a:endParaRPr>
            </a:p>
          </p:txBody>
        </p:sp>
        <p:sp>
          <p:nvSpPr>
            <p:cNvPr id="41069" name="Rectangle 170"/>
            <p:cNvSpPr>
              <a:spLocks noChangeArrowheads="1"/>
            </p:cNvSpPr>
            <p:nvPr/>
          </p:nvSpPr>
          <p:spPr bwMode="auto">
            <a:xfrm>
              <a:off x="214" y="487"/>
              <a:ext cx="234" cy="2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latin typeface="Book Antiqua" pitchFamily="18" charset="0"/>
                </a:rPr>
                <a:t>7</a:t>
              </a:r>
              <a:endParaRPr lang="zh-CN" altLang="en-US" sz="2400">
                <a:solidFill>
                  <a:schemeClr val="tx2"/>
                </a:solidFill>
                <a:latin typeface="Book Antiqua" pitchFamily="18" charset="0"/>
              </a:endParaRPr>
            </a:p>
          </p:txBody>
        </p:sp>
        <p:sp>
          <p:nvSpPr>
            <p:cNvPr id="41070" name="Rectangle 171"/>
            <p:cNvSpPr>
              <a:spLocks noChangeArrowheads="1"/>
            </p:cNvSpPr>
            <p:nvPr/>
          </p:nvSpPr>
          <p:spPr bwMode="auto">
            <a:xfrm>
              <a:off x="214" y="928"/>
              <a:ext cx="234" cy="2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latin typeface="Book Antiqua" pitchFamily="18" charset="0"/>
                </a:rPr>
                <a:t>6</a:t>
              </a:r>
              <a:endParaRPr lang="zh-CN" altLang="en-US" sz="2400">
                <a:solidFill>
                  <a:schemeClr val="tx2"/>
                </a:solidFill>
                <a:latin typeface="Book Antiqua" pitchFamily="18" charset="0"/>
              </a:endParaRPr>
            </a:p>
          </p:txBody>
        </p:sp>
        <p:sp>
          <p:nvSpPr>
            <p:cNvPr id="41071" name="Rectangle 172"/>
            <p:cNvSpPr>
              <a:spLocks noChangeArrowheads="1"/>
            </p:cNvSpPr>
            <p:nvPr/>
          </p:nvSpPr>
          <p:spPr bwMode="auto">
            <a:xfrm>
              <a:off x="548" y="1477"/>
              <a:ext cx="797" cy="2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latin typeface="Book Antiqua" pitchFamily="18" charset="0"/>
                </a:rPr>
                <a:t>环形网</a:t>
              </a:r>
              <a:endParaRPr lang="zh-CN" altLang="en-US" sz="2400">
                <a:solidFill>
                  <a:schemeClr val="tx2"/>
                </a:solidFill>
                <a:latin typeface="Book Antiqua" pitchFamily="18" charset="0"/>
              </a:endParaRPr>
            </a:p>
          </p:txBody>
        </p:sp>
        <p:sp>
          <p:nvSpPr>
            <p:cNvPr id="41072" name="Oval 173"/>
            <p:cNvSpPr>
              <a:spLocks noChangeArrowheads="1"/>
            </p:cNvSpPr>
            <p:nvPr/>
          </p:nvSpPr>
          <p:spPr bwMode="auto">
            <a:xfrm>
              <a:off x="1072" y="1294"/>
              <a:ext cx="78" cy="74"/>
            </a:xfrm>
            <a:prstGeom prst="ellipse">
              <a:avLst/>
            </a:prstGeom>
            <a:solidFill>
              <a:schemeClr val="accent1"/>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41073" name="Oval 174"/>
            <p:cNvSpPr>
              <a:spLocks noChangeArrowheads="1"/>
            </p:cNvSpPr>
            <p:nvPr/>
          </p:nvSpPr>
          <p:spPr bwMode="auto">
            <a:xfrm>
              <a:off x="1384" y="992"/>
              <a:ext cx="78" cy="75"/>
            </a:xfrm>
            <a:prstGeom prst="ellipse">
              <a:avLst/>
            </a:prstGeom>
            <a:solidFill>
              <a:schemeClr val="accent1"/>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41074" name="Oval 175"/>
            <p:cNvSpPr>
              <a:spLocks noChangeArrowheads="1"/>
            </p:cNvSpPr>
            <p:nvPr/>
          </p:nvSpPr>
          <p:spPr bwMode="auto">
            <a:xfrm>
              <a:off x="1400" y="577"/>
              <a:ext cx="78" cy="74"/>
            </a:xfrm>
            <a:prstGeom prst="ellipse">
              <a:avLst/>
            </a:prstGeom>
            <a:solidFill>
              <a:schemeClr val="accent1"/>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41075" name="Oval 176"/>
            <p:cNvSpPr>
              <a:spLocks noChangeArrowheads="1"/>
            </p:cNvSpPr>
            <p:nvPr/>
          </p:nvSpPr>
          <p:spPr bwMode="auto">
            <a:xfrm>
              <a:off x="1103" y="304"/>
              <a:ext cx="78" cy="74"/>
            </a:xfrm>
            <a:prstGeom prst="ellipse">
              <a:avLst/>
            </a:prstGeom>
            <a:solidFill>
              <a:schemeClr val="accent1"/>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41076" name="Oval 177"/>
            <p:cNvSpPr>
              <a:spLocks noChangeArrowheads="1"/>
            </p:cNvSpPr>
            <p:nvPr/>
          </p:nvSpPr>
          <p:spPr bwMode="auto">
            <a:xfrm>
              <a:off x="666" y="304"/>
              <a:ext cx="78" cy="74"/>
            </a:xfrm>
            <a:prstGeom prst="ellipse">
              <a:avLst/>
            </a:prstGeom>
            <a:solidFill>
              <a:schemeClr val="accent1"/>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41077" name="Oval 178"/>
            <p:cNvSpPr>
              <a:spLocks noChangeArrowheads="1"/>
            </p:cNvSpPr>
            <p:nvPr/>
          </p:nvSpPr>
          <p:spPr bwMode="auto">
            <a:xfrm>
              <a:off x="376" y="577"/>
              <a:ext cx="78" cy="74"/>
            </a:xfrm>
            <a:prstGeom prst="ellipse">
              <a:avLst/>
            </a:prstGeom>
            <a:solidFill>
              <a:schemeClr val="accent1"/>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41078" name="Oval 179"/>
            <p:cNvSpPr>
              <a:spLocks noChangeArrowheads="1"/>
            </p:cNvSpPr>
            <p:nvPr/>
          </p:nvSpPr>
          <p:spPr bwMode="auto">
            <a:xfrm>
              <a:off x="363" y="992"/>
              <a:ext cx="78" cy="75"/>
            </a:xfrm>
            <a:prstGeom prst="ellipse">
              <a:avLst/>
            </a:prstGeom>
            <a:solidFill>
              <a:schemeClr val="accent1"/>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41079" name="Oval 180"/>
            <p:cNvSpPr>
              <a:spLocks noChangeArrowheads="1"/>
            </p:cNvSpPr>
            <p:nvPr/>
          </p:nvSpPr>
          <p:spPr bwMode="auto">
            <a:xfrm>
              <a:off x="661" y="1297"/>
              <a:ext cx="77" cy="74"/>
            </a:xfrm>
            <a:prstGeom prst="ellipse">
              <a:avLst/>
            </a:prstGeom>
            <a:solidFill>
              <a:schemeClr val="accent1"/>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grpSp>
      <p:grpSp>
        <p:nvGrpSpPr>
          <p:cNvPr id="40966" name="Group 181"/>
          <p:cNvGrpSpPr>
            <a:grpSpLocks/>
          </p:cNvGrpSpPr>
          <p:nvPr/>
        </p:nvGrpSpPr>
        <p:grpSpPr bwMode="auto">
          <a:xfrm>
            <a:off x="4835525" y="1749426"/>
            <a:ext cx="2239963" cy="2506663"/>
            <a:chOff x="2387" y="156"/>
            <a:chExt cx="1411" cy="1579"/>
          </a:xfrm>
        </p:grpSpPr>
        <p:sp>
          <p:nvSpPr>
            <p:cNvPr id="41042" name="AutoShape 182"/>
            <p:cNvSpPr>
              <a:spLocks noChangeArrowheads="1"/>
            </p:cNvSpPr>
            <p:nvPr/>
          </p:nvSpPr>
          <p:spPr bwMode="auto">
            <a:xfrm>
              <a:off x="2578" y="348"/>
              <a:ext cx="1004" cy="985"/>
            </a:xfrm>
            <a:prstGeom prst="octagon">
              <a:avLst>
                <a:gd name="adj" fmla="val 29287"/>
              </a:avLst>
            </a:prstGeom>
            <a:noFill/>
            <a:ln w="28575">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41043" name="Line 183"/>
            <p:cNvSpPr>
              <a:spLocks noChangeShapeType="1"/>
            </p:cNvSpPr>
            <p:nvPr/>
          </p:nvSpPr>
          <p:spPr bwMode="auto">
            <a:xfrm>
              <a:off x="2852" y="348"/>
              <a:ext cx="456" cy="985"/>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044" name="Line 184"/>
            <p:cNvSpPr>
              <a:spLocks noChangeShapeType="1"/>
            </p:cNvSpPr>
            <p:nvPr/>
          </p:nvSpPr>
          <p:spPr bwMode="auto">
            <a:xfrm flipH="1">
              <a:off x="2852" y="348"/>
              <a:ext cx="456" cy="985"/>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045" name="Line 185"/>
            <p:cNvSpPr>
              <a:spLocks noChangeShapeType="1"/>
            </p:cNvSpPr>
            <p:nvPr/>
          </p:nvSpPr>
          <p:spPr bwMode="auto">
            <a:xfrm flipH="1">
              <a:off x="2578" y="651"/>
              <a:ext cx="1004" cy="379"/>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046" name="Line 186"/>
            <p:cNvSpPr>
              <a:spLocks noChangeShapeType="1"/>
            </p:cNvSpPr>
            <p:nvPr/>
          </p:nvSpPr>
          <p:spPr bwMode="auto">
            <a:xfrm flipH="1" flipV="1">
              <a:off x="2578" y="651"/>
              <a:ext cx="1004" cy="379"/>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047" name="Rectangle 187"/>
            <p:cNvSpPr>
              <a:spLocks noChangeArrowheads="1"/>
            </p:cNvSpPr>
            <p:nvPr/>
          </p:nvSpPr>
          <p:spPr bwMode="auto">
            <a:xfrm>
              <a:off x="3569" y="494"/>
              <a:ext cx="229" cy="2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2400" dirty="0">
                  <a:solidFill>
                    <a:schemeClr val="tx2"/>
                  </a:solidFill>
                  <a:latin typeface="Book Antiqua" pitchFamily="18" charset="0"/>
                </a:rPr>
                <a:t>2</a:t>
              </a:r>
              <a:endParaRPr lang="zh-CN" altLang="en-US" sz="2400" dirty="0">
                <a:solidFill>
                  <a:schemeClr val="tx2"/>
                </a:solidFill>
                <a:latin typeface="Book Antiqua" pitchFamily="18" charset="0"/>
              </a:endParaRPr>
            </a:p>
          </p:txBody>
        </p:sp>
        <p:sp>
          <p:nvSpPr>
            <p:cNvPr id="41048" name="Rectangle 188"/>
            <p:cNvSpPr>
              <a:spLocks noChangeArrowheads="1"/>
            </p:cNvSpPr>
            <p:nvPr/>
          </p:nvSpPr>
          <p:spPr bwMode="auto">
            <a:xfrm>
              <a:off x="3569" y="932"/>
              <a:ext cx="229" cy="2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latin typeface="Book Antiqua" pitchFamily="18" charset="0"/>
                </a:rPr>
                <a:t>3</a:t>
              </a:r>
              <a:endParaRPr lang="zh-CN" altLang="en-US" sz="2400">
                <a:solidFill>
                  <a:schemeClr val="tx2"/>
                </a:solidFill>
                <a:latin typeface="Book Antiqua" pitchFamily="18" charset="0"/>
              </a:endParaRPr>
            </a:p>
          </p:txBody>
        </p:sp>
        <p:sp>
          <p:nvSpPr>
            <p:cNvPr id="41049" name="Rectangle 189"/>
            <p:cNvSpPr>
              <a:spLocks noChangeArrowheads="1"/>
            </p:cNvSpPr>
            <p:nvPr/>
          </p:nvSpPr>
          <p:spPr bwMode="auto">
            <a:xfrm>
              <a:off x="3264" y="1297"/>
              <a:ext cx="229" cy="2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latin typeface="Book Antiqua" pitchFamily="18" charset="0"/>
                </a:rPr>
                <a:t>4</a:t>
              </a:r>
              <a:endParaRPr lang="zh-CN" altLang="en-US" sz="2400">
                <a:solidFill>
                  <a:schemeClr val="tx2"/>
                </a:solidFill>
                <a:latin typeface="Book Antiqua" pitchFamily="18" charset="0"/>
              </a:endParaRPr>
            </a:p>
          </p:txBody>
        </p:sp>
        <p:sp>
          <p:nvSpPr>
            <p:cNvPr id="41050" name="Rectangle 190"/>
            <p:cNvSpPr>
              <a:spLocks noChangeArrowheads="1"/>
            </p:cNvSpPr>
            <p:nvPr/>
          </p:nvSpPr>
          <p:spPr bwMode="auto">
            <a:xfrm>
              <a:off x="2654" y="1297"/>
              <a:ext cx="229" cy="2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latin typeface="Book Antiqua" pitchFamily="18" charset="0"/>
                </a:rPr>
                <a:t>5</a:t>
              </a:r>
              <a:endParaRPr lang="zh-CN" altLang="en-US" sz="2400">
                <a:solidFill>
                  <a:schemeClr val="tx2"/>
                </a:solidFill>
                <a:latin typeface="Book Antiqua" pitchFamily="18" charset="0"/>
              </a:endParaRPr>
            </a:p>
          </p:txBody>
        </p:sp>
        <p:sp>
          <p:nvSpPr>
            <p:cNvPr id="41051" name="Rectangle 191"/>
            <p:cNvSpPr>
              <a:spLocks noChangeArrowheads="1"/>
            </p:cNvSpPr>
            <p:nvPr/>
          </p:nvSpPr>
          <p:spPr bwMode="auto">
            <a:xfrm>
              <a:off x="2387" y="494"/>
              <a:ext cx="229" cy="2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2400" dirty="0">
                  <a:solidFill>
                    <a:schemeClr val="tx2"/>
                  </a:solidFill>
                  <a:latin typeface="Book Antiqua" pitchFamily="18" charset="0"/>
                </a:rPr>
                <a:t>7</a:t>
              </a:r>
              <a:endParaRPr lang="zh-CN" altLang="en-US" sz="2400" dirty="0">
                <a:solidFill>
                  <a:schemeClr val="tx2"/>
                </a:solidFill>
                <a:latin typeface="Book Antiqua" pitchFamily="18" charset="0"/>
              </a:endParaRPr>
            </a:p>
          </p:txBody>
        </p:sp>
        <p:sp>
          <p:nvSpPr>
            <p:cNvPr id="41052" name="Rectangle 192"/>
            <p:cNvSpPr>
              <a:spLocks noChangeArrowheads="1"/>
            </p:cNvSpPr>
            <p:nvPr/>
          </p:nvSpPr>
          <p:spPr bwMode="auto">
            <a:xfrm>
              <a:off x="2387" y="932"/>
              <a:ext cx="229" cy="2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latin typeface="Book Antiqua" pitchFamily="18" charset="0"/>
                </a:rPr>
                <a:t>6</a:t>
              </a:r>
              <a:endParaRPr lang="zh-CN" altLang="en-US" sz="2400">
                <a:solidFill>
                  <a:schemeClr val="tx2"/>
                </a:solidFill>
                <a:latin typeface="Book Antiqua" pitchFamily="18" charset="0"/>
              </a:endParaRPr>
            </a:p>
          </p:txBody>
        </p:sp>
        <p:sp>
          <p:nvSpPr>
            <p:cNvPr id="41053" name="Rectangle 193"/>
            <p:cNvSpPr>
              <a:spLocks noChangeArrowheads="1"/>
            </p:cNvSpPr>
            <p:nvPr/>
          </p:nvSpPr>
          <p:spPr bwMode="auto">
            <a:xfrm>
              <a:off x="2457" y="1479"/>
              <a:ext cx="1297" cy="2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2400" dirty="0" smtClean="0">
                  <a:solidFill>
                    <a:schemeClr val="tx2"/>
                  </a:solidFill>
                  <a:latin typeface="Book Antiqua" pitchFamily="18" charset="0"/>
                </a:rPr>
                <a:t>度</a:t>
              </a:r>
              <a:r>
                <a:rPr lang="en-US" altLang="zh-CN" sz="2400" dirty="0" smtClean="0">
                  <a:solidFill>
                    <a:schemeClr val="tx2"/>
                  </a:solidFill>
                  <a:latin typeface="Book Antiqua" pitchFamily="18" charset="0"/>
                </a:rPr>
                <a:t>d=</a:t>
              </a:r>
              <a:r>
                <a:rPr lang="zh-CN" altLang="zh-CN" sz="2400" dirty="0" smtClean="0">
                  <a:solidFill>
                    <a:schemeClr val="tx2"/>
                  </a:solidFill>
                  <a:latin typeface="Book Antiqua" pitchFamily="18" charset="0"/>
                </a:rPr>
                <a:t>3</a:t>
              </a:r>
              <a:r>
                <a:rPr lang="zh-CN" altLang="zh-CN" sz="2400" dirty="0">
                  <a:solidFill>
                    <a:schemeClr val="tx2"/>
                  </a:solidFill>
                  <a:latin typeface="Book Antiqua" pitchFamily="18" charset="0"/>
                </a:rPr>
                <a:t>的弦环网</a:t>
              </a:r>
              <a:endParaRPr lang="zh-CN" altLang="en-US" sz="2400" dirty="0">
                <a:solidFill>
                  <a:schemeClr val="tx2"/>
                </a:solidFill>
                <a:latin typeface="Book Antiqua" pitchFamily="18" charset="0"/>
              </a:endParaRPr>
            </a:p>
          </p:txBody>
        </p:sp>
        <p:sp>
          <p:nvSpPr>
            <p:cNvPr id="41054" name="Oval 194"/>
            <p:cNvSpPr>
              <a:spLocks noChangeArrowheads="1"/>
            </p:cNvSpPr>
            <p:nvPr/>
          </p:nvSpPr>
          <p:spPr bwMode="auto">
            <a:xfrm>
              <a:off x="2838" y="311"/>
              <a:ext cx="78" cy="74"/>
            </a:xfrm>
            <a:prstGeom prst="ellipse">
              <a:avLst/>
            </a:prstGeom>
            <a:solidFill>
              <a:schemeClr val="accent1"/>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41055" name="Oval 195"/>
            <p:cNvSpPr>
              <a:spLocks noChangeArrowheads="1"/>
            </p:cNvSpPr>
            <p:nvPr/>
          </p:nvSpPr>
          <p:spPr bwMode="auto">
            <a:xfrm>
              <a:off x="3264" y="311"/>
              <a:ext cx="78" cy="74"/>
            </a:xfrm>
            <a:prstGeom prst="ellipse">
              <a:avLst/>
            </a:prstGeom>
            <a:solidFill>
              <a:schemeClr val="accent1"/>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41056" name="Oval 196"/>
            <p:cNvSpPr>
              <a:spLocks noChangeArrowheads="1"/>
            </p:cNvSpPr>
            <p:nvPr/>
          </p:nvSpPr>
          <p:spPr bwMode="auto">
            <a:xfrm>
              <a:off x="3531" y="577"/>
              <a:ext cx="77" cy="74"/>
            </a:xfrm>
            <a:prstGeom prst="ellipse">
              <a:avLst/>
            </a:prstGeom>
            <a:solidFill>
              <a:schemeClr val="accent1"/>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41057" name="Oval 197"/>
            <p:cNvSpPr>
              <a:spLocks noChangeArrowheads="1"/>
            </p:cNvSpPr>
            <p:nvPr/>
          </p:nvSpPr>
          <p:spPr bwMode="auto">
            <a:xfrm>
              <a:off x="3531" y="992"/>
              <a:ext cx="77" cy="75"/>
            </a:xfrm>
            <a:prstGeom prst="ellipse">
              <a:avLst/>
            </a:prstGeom>
            <a:solidFill>
              <a:schemeClr val="accent1"/>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41058" name="Oval 198"/>
            <p:cNvSpPr>
              <a:spLocks noChangeArrowheads="1"/>
            </p:cNvSpPr>
            <p:nvPr/>
          </p:nvSpPr>
          <p:spPr bwMode="auto">
            <a:xfrm>
              <a:off x="3269" y="1294"/>
              <a:ext cx="78" cy="74"/>
            </a:xfrm>
            <a:prstGeom prst="ellipse">
              <a:avLst/>
            </a:prstGeom>
            <a:solidFill>
              <a:schemeClr val="accent1"/>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41059" name="Oval 199"/>
            <p:cNvSpPr>
              <a:spLocks noChangeArrowheads="1"/>
            </p:cNvSpPr>
            <p:nvPr/>
          </p:nvSpPr>
          <p:spPr bwMode="auto">
            <a:xfrm>
              <a:off x="2838" y="1297"/>
              <a:ext cx="78" cy="74"/>
            </a:xfrm>
            <a:prstGeom prst="ellipse">
              <a:avLst/>
            </a:prstGeom>
            <a:solidFill>
              <a:schemeClr val="accent1"/>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41060" name="Oval 200"/>
            <p:cNvSpPr>
              <a:spLocks noChangeArrowheads="1"/>
            </p:cNvSpPr>
            <p:nvPr/>
          </p:nvSpPr>
          <p:spPr bwMode="auto">
            <a:xfrm>
              <a:off x="2538" y="992"/>
              <a:ext cx="78" cy="75"/>
            </a:xfrm>
            <a:prstGeom prst="ellipse">
              <a:avLst/>
            </a:prstGeom>
            <a:solidFill>
              <a:schemeClr val="accent1"/>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41061" name="Oval 201"/>
            <p:cNvSpPr>
              <a:spLocks noChangeArrowheads="1"/>
            </p:cNvSpPr>
            <p:nvPr/>
          </p:nvSpPr>
          <p:spPr bwMode="auto">
            <a:xfrm>
              <a:off x="2538" y="614"/>
              <a:ext cx="78" cy="74"/>
            </a:xfrm>
            <a:prstGeom prst="ellipse">
              <a:avLst/>
            </a:prstGeom>
            <a:solidFill>
              <a:schemeClr val="accent1"/>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120" name="Rectangle 187"/>
            <p:cNvSpPr>
              <a:spLocks noChangeArrowheads="1"/>
            </p:cNvSpPr>
            <p:nvPr/>
          </p:nvSpPr>
          <p:spPr bwMode="auto">
            <a:xfrm>
              <a:off x="3307" y="233"/>
              <a:ext cx="229" cy="2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en-US" altLang="zh-CN" sz="2400" dirty="0" smtClean="0">
                  <a:solidFill>
                    <a:schemeClr val="tx2"/>
                  </a:solidFill>
                  <a:latin typeface="Book Antiqua" pitchFamily="18" charset="0"/>
                </a:rPr>
                <a:t>1</a:t>
              </a:r>
              <a:endParaRPr lang="zh-CN" altLang="en-US" sz="2400" dirty="0">
                <a:solidFill>
                  <a:schemeClr val="tx2"/>
                </a:solidFill>
                <a:latin typeface="Book Antiqua" pitchFamily="18" charset="0"/>
              </a:endParaRPr>
            </a:p>
          </p:txBody>
        </p:sp>
        <p:sp>
          <p:nvSpPr>
            <p:cNvPr id="121" name="Rectangle 187"/>
            <p:cNvSpPr>
              <a:spLocks noChangeArrowheads="1"/>
            </p:cNvSpPr>
            <p:nvPr/>
          </p:nvSpPr>
          <p:spPr bwMode="auto">
            <a:xfrm>
              <a:off x="2879" y="156"/>
              <a:ext cx="229" cy="2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en-US" altLang="zh-CN" sz="2400" dirty="0" smtClean="0">
                  <a:solidFill>
                    <a:schemeClr val="tx2"/>
                  </a:solidFill>
                  <a:latin typeface="Book Antiqua" pitchFamily="18" charset="0"/>
                </a:rPr>
                <a:t>0</a:t>
              </a:r>
              <a:endParaRPr lang="zh-CN" altLang="en-US" sz="2400" dirty="0">
                <a:solidFill>
                  <a:schemeClr val="tx2"/>
                </a:solidFill>
                <a:latin typeface="Book Antiqua" pitchFamily="18" charset="0"/>
              </a:endParaRPr>
            </a:p>
          </p:txBody>
        </p:sp>
      </p:grpSp>
      <p:grpSp>
        <p:nvGrpSpPr>
          <p:cNvPr id="40967" name="Group 202"/>
          <p:cNvGrpSpPr>
            <a:grpSpLocks/>
          </p:cNvGrpSpPr>
          <p:nvPr/>
        </p:nvGrpSpPr>
        <p:grpSpPr bwMode="auto">
          <a:xfrm>
            <a:off x="2362200" y="4027488"/>
            <a:ext cx="2368550" cy="2503487"/>
            <a:chOff x="214" y="1794"/>
            <a:chExt cx="1492" cy="1577"/>
          </a:xfrm>
        </p:grpSpPr>
        <p:grpSp>
          <p:nvGrpSpPr>
            <p:cNvPr id="41003" name="Group 203"/>
            <p:cNvGrpSpPr>
              <a:grpSpLocks/>
            </p:cNvGrpSpPr>
            <p:nvPr/>
          </p:nvGrpSpPr>
          <p:grpSpPr bwMode="auto">
            <a:xfrm>
              <a:off x="214" y="1794"/>
              <a:ext cx="1492" cy="1577"/>
              <a:chOff x="1991" y="2200"/>
              <a:chExt cx="1838" cy="2043"/>
            </a:xfrm>
          </p:grpSpPr>
          <p:sp>
            <p:nvSpPr>
              <p:cNvPr id="41012" name="AutoShape 204"/>
              <p:cNvSpPr>
                <a:spLocks noChangeArrowheads="1"/>
              </p:cNvSpPr>
              <p:nvPr/>
            </p:nvSpPr>
            <p:spPr bwMode="auto">
              <a:xfrm>
                <a:off x="2239" y="2438"/>
                <a:ext cx="1309" cy="1282"/>
              </a:xfrm>
              <a:prstGeom prst="octagon">
                <a:avLst>
                  <a:gd name="adj" fmla="val 29287"/>
                </a:avLst>
              </a:prstGeom>
              <a:noFill/>
              <a:ln w="28575">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41013" name="Line 205"/>
              <p:cNvSpPr>
                <a:spLocks noChangeShapeType="1"/>
              </p:cNvSpPr>
              <p:nvPr/>
            </p:nvSpPr>
            <p:spPr bwMode="auto">
              <a:xfrm>
                <a:off x="2596" y="2438"/>
                <a:ext cx="952" cy="394"/>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014" name="Line 206"/>
              <p:cNvSpPr>
                <a:spLocks noChangeShapeType="1"/>
              </p:cNvSpPr>
              <p:nvPr/>
            </p:nvSpPr>
            <p:spPr bwMode="auto">
              <a:xfrm flipH="1">
                <a:off x="3190" y="2832"/>
                <a:ext cx="358" cy="888"/>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015" name="Line 207"/>
              <p:cNvSpPr>
                <a:spLocks noChangeShapeType="1"/>
              </p:cNvSpPr>
              <p:nvPr/>
            </p:nvSpPr>
            <p:spPr bwMode="auto">
              <a:xfrm flipH="1">
                <a:off x="2239" y="2438"/>
                <a:ext cx="357" cy="887"/>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016" name="Line 208"/>
              <p:cNvSpPr>
                <a:spLocks noChangeShapeType="1"/>
              </p:cNvSpPr>
              <p:nvPr/>
            </p:nvSpPr>
            <p:spPr bwMode="auto">
              <a:xfrm>
                <a:off x="2239" y="2832"/>
                <a:ext cx="357" cy="888"/>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017" name="Line 209"/>
              <p:cNvSpPr>
                <a:spLocks noChangeShapeType="1"/>
              </p:cNvSpPr>
              <p:nvPr/>
            </p:nvSpPr>
            <p:spPr bwMode="auto">
              <a:xfrm flipH="1">
                <a:off x="2596" y="3325"/>
                <a:ext cx="952" cy="395"/>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018" name="Line 210"/>
              <p:cNvSpPr>
                <a:spLocks noChangeShapeType="1"/>
              </p:cNvSpPr>
              <p:nvPr/>
            </p:nvSpPr>
            <p:spPr bwMode="auto">
              <a:xfrm>
                <a:off x="3190" y="2438"/>
                <a:ext cx="358" cy="887"/>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019" name="Line 211"/>
              <p:cNvSpPr>
                <a:spLocks noChangeShapeType="1"/>
              </p:cNvSpPr>
              <p:nvPr/>
            </p:nvSpPr>
            <p:spPr bwMode="auto">
              <a:xfrm>
                <a:off x="2239" y="3325"/>
                <a:ext cx="951" cy="395"/>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020" name="Line 212"/>
              <p:cNvSpPr>
                <a:spLocks noChangeShapeType="1"/>
              </p:cNvSpPr>
              <p:nvPr/>
            </p:nvSpPr>
            <p:spPr bwMode="auto">
              <a:xfrm flipH="1">
                <a:off x="2239" y="2438"/>
                <a:ext cx="951" cy="394"/>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021" name="Line 213"/>
              <p:cNvSpPr>
                <a:spLocks noChangeShapeType="1"/>
              </p:cNvSpPr>
              <p:nvPr/>
            </p:nvSpPr>
            <p:spPr bwMode="auto">
              <a:xfrm>
                <a:off x="2596" y="2438"/>
                <a:ext cx="594" cy="1282"/>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022" name="Line 214"/>
              <p:cNvSpPr>
                <a:spLocks noChangeShapeType="1"/>
              </p:cNvSpPr>
              <p:nvPr/>
            </p:nvSpPr>
            <p:spPr bwMode="auto">
              <a:xfrm flipH="1">
                <a:off x="2596" y="2438"/>
                <a:ext cx="594" cy="1282"/>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023" name="Line 215"/>
              <p:cNvSpPr>
                <a:spLocks noChangeShapeType="1"/>
              </p:cNvSpPr>
              <p:nvPr/>
            </p:nvSpPr>
            <p:spPr bwMode="auto">
              <a:xfrm flipH="1">
                <a:off x="2239" y="2832"/>
                <a:ext cx="1309" cy="493"/>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024" name="Line 216"/>
              <p:cNvSpPr>
                <a:spLocks noChangeShapeType="1"/>
              </p:cNvSpPr>
              <p:nvPr/>
            </p:nvSpPr>
            <p:spPr bwMode="auto">
              <a:xfrm flipH="1" flipV="1">
                <a:off x="2239" y="2832"/>
                <a:ext cx="1309" cy="493"/>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025" name="Rectangle 217"/>
              <p:cNvSpPr>
                <a:spLocks noChangeArrowheads="1"/>
              </p:cNvSpPr>
              <p:nvPr/>
            </p:nvSpPr>
            <p:spPr bwMode="auto">
              <a:xfrm>
                <a:off x="3134" y="2200"/>
                <a:ext cx="298" cy="3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latin typeface="Book Antiqua" pitchFamily="18" charset="0"/>
                  </a:rPr>
                  <a:t>1</a:t>
                </a:r>
                <a:endParaRPr lang="zh-CN" altLang="en-US" sz="2400">
                  <a:solidFill>
                    <a:schemeClr val="tx2"/>
                  </a:solidFill>
                  <a:latin typeface="Book Antiqua" pitchFamily="18" charset="0"/>
                </a:endParaRPr>
              </a:p>
            </p:txBody>
          </p:sp>
          <p:sp>
            <p:nvSpPr>
              <p:cNvPr id="41026" name="Rectangle 218"/>
              <p:cNvSpPr>
                <a:spLocks noChangeArrowheads="1"/>
              </p:cNvSpPr>
              <p:nvPr/>
            </p:nvSpPr>
            <p:spPr bwMode="auto">
              <a:xfrm>
                <a:off x="2339" y="2200"/>
                <a:ext cx="298" cy="3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latin typeface="Book Antiqua" pitchFamily="18" charset="0"/>
                  </a:rPr>
                  <a:t>0</a:t>
                </a:r>
                <a:endParaRPr lang="zh-CN" altLang="en-US" sz="2400">
                  <a:solidFill>
                    <a:schemeClr val="tx2"/>
                  </a:solidFill>
                  <a:latin typeface="Book Antiqua" pitchFamily="18" charset="0"/>
                </a:endParaRPr>
              </a:p>
            </p:txBody>
          </p:sp>
          <p:sp>
            <p:nvSpPr>
              <p:cNvPr id="41027" name="Rectangle 219"/>
              <p:cNvSpPr>
                <a:spLocks noChangeArrowheads="1"/>
              </p:cNvSpPr>
              <p:nvPr/>
            </p:nvSpPr>
            <p:spPr bwMode="auto">
              <a:xfrm>
                <a:off x="3531" y="2628"/>
                <a:ext cx="298" cy="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latin typeface="Book Antiqua" pitchFamily="18" charset="0"/>
                  </a:rPr>
                  <a:t>2</a:t>
                </a:r>
                <a:endParaRPr lang="zh-CN" altLang="en-US" sz="2400">
                  <a:solidFill>
                    <a:schemeClr val="tx2"/>
                  </a:solidFill>
                  <a:latin typeface="Book Antiqua" pitchFamily="18" charset="0"/>
                </a:endParaRPr>
              </a:p>
            </p:txBody>
          </p:sp>
          <p:sp>
            <p:nvSpPr>
              <p:cNvPr id="41028" name="Rectangle 220"/>
              <p:cNvSpPr>
                <a:spLocks noChangeArrowheads="1"/>
              </p:cNvSpPr>
              <p:nvPr/>
            </p:nvSpPr>
            <p:spPr bwMode="auto">
              <a:xfrm>
                <a:off x="3531" y="3198"/>
                <a:ext cx="298" cy="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latin typeface="Book Antiqua" pitchFamily="18" charset="0"/>
                  </a:rPr>
                  <a:t>3</a:t>
                </a:r>
                <a:endParaRPr lang="zh-CN" altLang="en-US" sz="2400">
                  <a:solidFill>
                    <a:schemeClr val="tx2"/>
                  </a:solidFill>
                  <a:latin typeface="Book Antiqua" pitchFamily="18" charset="0"/>
                </a:endParaRPr>
              </a:p>
            </p:txBody>
          </p:sp>
          <p:sp>
            <p:nvSpPr>
              <p:cNvPr id="41029" name="Rectangle 221"/>
              <p:cNvSpPr>
                <a:spLocks noChangeArrowheads="1"/>
              </p:cNvSpPr>
              <p:nvPr/>
            </p:nvSpPr>
            <p:spPr bwMode="auto">
              <a:xfrm>
                <a:off x="3134" y="3673"/>
                <a:ext cx="298" cy="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latin typeface="Book Antiqua" pitchFamily="18" charset="0"/>
                  </a:rPr>
                  <a:t>4</a:t>
                </a:r>
                <a:endParaRPr lang="zh-CN" altLang="en-US" sz="2400">
                  <a:solidFill>
                    <a:schemeClr val="tx2"/>
                  </a:solidFill>
                  <a:latin typeface="Book Antiqua" pitchFamily="18" charset="0"/>
                </a:endParaRPr>
              </a:p>
            </p:txBody>
          </p:sp>
          <p:sp>
            <p:nvSpPr>
              <p:cNvPr id="41030" name="Rectangle 222"/>
              <p:cNvSpPr>
                <a:spLocks noChangeArrowheads="1"/>
              </p:cNvSpPr>
              <p:nvPr/>
            </p:nvSpPr>
            <p:spPr bwMode="auto">
              <a:xfrm>
                <a:off x="2339" y="3673"/>
                <a:ext cx="298" cy="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latin typeface="Book Antiqua" pitchFamily="18" charset="0"/>
                  </a:rPr>
                  <a:t>5</a:t>
                </a:r>
                <a:endParaRPr lang="zh-CN" altLang="en-US" sz="2400">
                  <a:solidFill>
                    <a:schemeClr val="tx2"/>
                  </a:solidFill>
                  <a:latin typeface="Book Antiqua" pitchFamily="18" charset="0"/>
                </a:endParaRPr>
              </a:p>
            </p:txBody>
          </p:sp>
          <p:sp>
            <p:nvSpPr>
              <p:cNvPr id="41031" name="Rectangle 223"/>
              <p:cNvSpPr>
                <a:spLocks noChangeArrowheads="1"/>
              </p:cNvSpPr>
              <p:nvPr/>
            </p:nvSpPr>
            <p:spPr bwMode="auto">
              <a:xfrm>
                <a:off x="1991" y="2628"/>
                <a:ext cx="298" cy="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latin typeface="Book Antiqua" pitchFamily="18" charset="0"/>
                  </a:rPr>
                  <a:t>7</a:t>
                </a:r>
                <a:endParaRPr lang="zh-CN" altLang="en-US" sz="2400">
                  <a:solidFill>
                    <a:schemeClr val="tx2"/>
                  </a:solidFill>
                  <a:latin typeface="Book Antiqua" pitchFamily="18" charset="0"/>
                </a:endParaRPr>
              </a:p>
            </p:txBody>
          </p:sp>
          <p:sp>
            <p:nvSpPr>
              <p:cNvPr id="41032" name="Rectangle 224"/>
              <p:cNvSpPr>
                <a:spLocks noChangeArrowheads="1"/>
              </p:cNvSpPr>
              <p:nvPr/>
            </p:nvSpPr>
            <p:spPr bwMode="auto">
              <a:xfrm>
                <a:off x="1991" y="3198"/>
                <a:ext cx="298" cy="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latin typeface="Book Antiqua" pitchFamily="18" charset="0"/>
                  </a:rPr>
                  <a:t>6</a:t>
                </a:r>
                <a:endParaRPr lang="zh-CN" altLang="en-US" sz="2400">
                  <a:solidFill>
                    <a:schemeClr val="tx2"/>
                  </a:solidFill>
                  <a:latin typeface="Book Antiqua" pitchFamily="18" charset="0"/>
                </a:endParaRPr>
              </a:p>
            </p:txBody>
          </p:sp>
          <p:sp>
            <p:nvSpPr>
              <p:cNvPr id="41033" name="Rectangle 225"/>
              <p:cNvSpPr>
                <a:spLocks noChangeArrowheads="1"/>
              </p:cNvSpPr>
              <p:nvPr/>
            </p:nvSpPr>
            <p:spPr bwMode="auto">
              <a:xfrm>
                <a:off x="2041" y="3910"/>
                <a:ext cx="1689" cy="3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2400" dirty="0">
                    <a:solidFill>
                      <a:schemeClr val="tx2"/>
                    </a:solidFill>
                    <a:latin typeface="Book Antiqua" pitchFamily="18" charset="0"/>
                  </a:rPr>
                  <a:t>全</a:t>
                </a:r>
                <a:r>
                  <a:rPr lang="zh-CN" altLang="en-US" sz="2400" dirty="0" smtClean="0">
                    <a:solidFill>
                      <a:schemeClr val="tx2"/>
                    </a:solidFill>
                    <a:latin typeface="Book Antiqua" pitchFamily="18" charset="0"/>
                  </a:rPr>
                  <a:t>连</a:t>
                </a:r>
                <a:r>
                  <a:rPr lang="zh-CN" altLang="en-US" sz="2400" dirty="0">
                    <a:solidFill>
                      <a:schemeClr val="tx2"/>
                    </a:solidFill>
                    <a:latin typeface="Book Antiqua" pitchFamily="18" charset="0"/>
                  </a:rPr>
                  <a:t>接</a:t>
                </a:r>
              </a:p>
            </p:txBody>
          </p:sp>
          <p:sp>
            <p:nvSpPr>
              <p:cNvPr id="41034" name="Line 226"/>
              <p:cNvSpPr>
                <a:spLocks noChangeShapeType="1"/>
              </p:cNvSpPr>
              <p:nvPr/>
            </p:nvSpPr>
            <p:spPr bwMode="auto">
              <a:xfrm flipH="1">
                <a:off x="3190" y="2438"/>
                <a:ext cx="0" cy="1282"/>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035" name="Line 227"/>
              <p:cNvSpPr>
                <a:spLocks noChangeShapeType="1"/>
              </p:cNvSpPr>
              <p:nvPr/>
            </p:nvSpPr>
            <p:spPr bwMode="auto">
              <a:xfrm flipH="1">
                <a:off x="2226" y="2438"/>
                <a:ext cx="964" cy="887"/>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036" name="Line 228"/>
              <p:cNvSpPr>
                <a:spLocks noChangeShapeType="1"/>
              </p:cNvSpPr>
              <p:nvPr/>
            </p:nvSpPr>
            <p:spPr bwMode="auto">
              <a:xfrm>
                <a:off x="2602" y="2438"/>
                <a:ext cx="929" cy="887"/>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037" name="Line 229"/>
              <p:cNvSpPr>
                <a:spLocks noChangeShapeType="1"/>
              </p:cNvSpPr>
              <p:nvPr/>
            </p:nvSpPr>
            <p:spPr bwMode="auto">
              <a:xfrm>
                <a:off x="2602" y="2438"/>
                <a:ext cx="0" cy="1282"/>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038" name="Line 230"/>
              <p:cNvSpPr>
                <a:spLocks noChangeShapeType="1"/>
              </p:cNvSpPr>
              <p:nvPr/>
            </p:nvSpPr>
            <p:spPr bwMode="auto">
              <a:xfrm flipV="1">
                <a:off x="2239" y="3325"/>
                <a:ext cx="1292" cy="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039" name="Line 231"/>
              <p:cNvSpPr>
                <a:spLocks noChangeShapeType="1"/>
              </p:cNvSpPr>
              <p:nvPr/>
            </p:nvSpPr>
            <p:spPr bwMode="auto">
              <a:xfrm>
                <a:off x="2239" y="2832"/>
                <a:ext cx="951" cy="888"/>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040" name="Line 232"/>
              <p:cNvSpPr>
                <a:spLocks noChangeShapeType="1"/>
              </p:cNvSpPr>
              <p:nvPr/>
            </p:nvSpPr>
            <p:spPr bwMode="auto">
              <a:xfrm flipV="1">
                <a:off x="2602" y="2832"/>
                <a:ext cx="929" cy="888"/>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041" name="Line 233"/>
              <p:cNvSpPr>
                <a:spLocks noChangeShapeType="1"/>
              </p:cNvSpPr>
              <p:nvPr/>
            </p:nvSpPr>
            <p:spPr bwMode="auto">
              <a:xfrm flipH="1">
                <a:off x="2222" y="2832"/>
                <a:ext cx="1309" cy="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41004" name="Oval 234"/>
            <p:cNvSpPr>
              <a:spLocks noChangeArrowheads="1"/>
            </p:cNvSpPr>
            <p:nvPr/>
          </p:nvSpPr>
          <p:spPr bwMode="auto">
            <a:xfrm>
              <a:off x="671" y="1941"/>
              <a:ext cx="78" cy="74"/>
            </a:xfrm>
            <a:prstGeom prst="ellipse">
              <a:avLst/>
            </a:prstGeom>
            <a:solidFill>
              <a:schemeClr val="accent1"/>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41005" name="Oval 235"/>
            <p:cNvSpPr>
              <a:spLocks noChangeArrowheads="1"/>
            </p:cNvSpPr>
            <p:nvPr/>
          </p:nvSpPr>
          <p:spPr bwMode="auto">
            <a:xfrm>
              <a:off x="1150" y="1941"/>
              <a:ext cx="78" cy="74"/>
            </a:xfrm>
            <a:prstGeom prst="ellipse">
              <a:avLst/>
            </a:prstGeom>
            <a:solidFill>
              <a:schemeClr val="accent1"/>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41006" name="Oval 236"/>
            <p:cNvSpPr>
              <a:spLocks noChangeArrowheads="1"/>
            </p:cNvSpPr>
            <p:nvPr/>
          </p:nvSpPr>
          <p:spPr bwMode="auto">
            <a:xfrm>
              <a:off x="1423" y="2222"/>
              <a:ext cx="78" cy="75"/>
            </a:xfrm>
            <a:prstGeom prst="ellipse">
              <a:avLst/>
            </a:prstGeom>
            <a:solidFill>
              <a:schemeClr val="accent1"/>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41007" name="Oval 237"/>
            <p:cNvSpPr>
              <a:spLocks noChangeArrowheads="1"/>
            </p:cNvSpPr>
            <p:nvPr/>
          </p:nvSpPr>
          <p:spPr bwMode="auto">
            <a:xfrm>
              <a:off x="1436" y="2626"/>
              <a:ext cx="78" cy="74"/>
            </a:xfrm>
            <a:prstGeom prst="ellipse">
              <a:avLst/>
            </a:prstGeom>
            <a:solidFill>
              <a:schemeClr val="accent1"/>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41008" name="Oval 238"/>
            <p:cNvSpPr>
              <a:spLocks noChangeArrowheads="1"/>
            </p:cNvSpPr>
            <p:nvPr/>
          </p:nvSpPr>
          <p:spPr bwMode="auto">
            <a:xfrm>
              <a:off x="1150" y="2931"/>
              <a:ext cx="78" cy="74"/>
            </a:xfrm>
            <a:prstGeom prst="ellipse">
              <a:avLst/>
            </a:prstGeom>
            <a:solidFill>
              <a:schemeClr val="accent1"/>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41009" name="Oval 239"/>
            <p:cNvSpPr>
              <a:spLocks noChangeArrowheads="1"/>
            </p:cNvSpPr>
            <p:nvPr/>
          </p:nvSpPr>
          <p:spPr bwMode="auto">
            <a:xfrm>
              <a:off x="661" y="2931"/>
              <a:ext cx="77" cy="74"/>
            </a:xfrm>
            <a:prstGeom prst="ellipse">
              <a:avLst/>
            </a:prstGeom>
            <a:solidFill>
              <a:schemeClr val="accent1"/>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41010" name="Oval 240"/>
            <p:cNvSpPr>
              <a:spLocks noChangeArrowheads="1"/>
            </p:cNvSpPr>
            <p:nvPr/>
          </p:nvSpPr>
          <p:spPr bwMode="auto">
            <a:xfrm>
              <a:off x="376" y="2626"/>
              <a:ext cx="82" cy="74"/>
            </a:xfrm>
            <a:prstGeom prst="ellipse">
              <a:avLst/>
            </a:prstGeom>
            <a:solidFill>
              <a:schemeClr val="accent1"/>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41011" name="Oval 241"/>
            <p:cNvSpPr>
              <a:spLocks noChangeArrowheads="1"/>
            </p:cNvSpPr>
            <p:nvPr/>
          </p:nvSpPr>
          <p:spPr bwMode="auto">
            <a:xfrm>
              <a:off x="376" y="2245"/>
              <a:ext cx="82" cy="74"/>
            </a:xfrm>
            <a:prstGeom prst="ellipse">
              <a:avLst/>
            </a:prstGeom>
            <a:solidFill>
              <a:schemeClr val="accent1"/>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grpSp>
      <p:grpSp>
        <p:nvGrpSpPr>
          <p:cNvPr id="40968" name="Group 242"/>
          <p:cNvGrpSpPr>
            <a:grpSpLocks/>
          </p:cNvGrpSpPr>
          <p:nvPr/>
        </p:nvGrpSpPr>
        <p:grpSpPr bwMode="auto">
          <a:xfrm>
            <a:off x="6477000" y="4029075"/>
            <a:ext cx="2368550" cy="2503488"/>
            <a:chOff x="1695" y="1735"/>
            <a:chExt cx="1492" cy="1577"/>
          </a:xfrm>
        </p:grpSpPr>
        <p:grpSp>
          <p:nvGrpSpPr>
            <p:cNvPr id="40972" name="Group 243"/>
            <p:cNvGrpSpPr>
              <a:grpSpLocks/>
            </p:cNvGrpSpPr>
            <p:nvPr/>
          </p:nvGrpSpPr>
          <p:grpSpPr bwMode="auto">
            <a:xfrm>
              <a:off x="1695" y="1735"/>
              <a:ext cx="1492" cy="1577"/>
              <a:chOff x="3744" y="240"/>
              <a:chExt cx="1776" cy="2064"/>
            </a:xfrm>
          </p:grpSpPr>
          <p:sp>
            <p:nvSpPr>
              <p:cNvPr id="40981" name="AutoShape 244"/>
              <p:cNvSpPr>
                <a:spLocks noChangeArrowheads="1"/>
              </p:cNvSpPr>
              <p:nvPr/>
            </p:nvSpPr>
            <p:spPr bwMode="auto">
              <a:xfrm>
                <a:off x="3984" y="480"/>
                <a:ext cx="1264" cy="1296"/>
              </a:xfrm>
              <a:prstGeom prst="octagon">
                <a:avLst>
                  <a:gd name="adj" fmla="val 29287"/>
                </a:avLst>
              </a:prstGeom>
              <a:noFill/>
              <a:ln w="28575">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40982" name="Line 245"/>
              <p:cNvSpPr>
                <a:spLocks noChangeShapeType="1"/>
              </p:cNvSpPr>
              <p:nvPr/>
            </p:nvSpPr>
            <p:spPr bwMode="auto">
              <a:xfrm>
                <a:off x="4329" y="480"/>
                <a:ext cx="919" cy="399"/>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983" name="Line 246"/>
              <p:cNvSpPr>
                <a:spLocks noChangeShapeType="1"/>
              </p:cNvSpPr>
              <p:nvPr/>
            </p:nvSpPr>
            <p:spPr bwMode="auto">
              <a:xfrm flipH="1">
                <a:off x="4903" y="879"/>
                <a:ext cx="345" cy="897"/>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984" name="Line 247"/>
              <p:cNvSpPr>
                <a:spLocks noChangeShapeType="1"/>
              </p:cNvSpPr>
              <p:nvPr/>
            </p:nvSpPr>
            <p:spPr bwMode="auto">
              <a:xfrm flipH="1">
                <a:off x="3984" y="480"/>
                <a:ext cx="345" cy="897"/>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985" name="Line 248"/>
              <p:cNvSpPr>
                <a:spLocks noChangeShapeType="1"/>
              </p:cNvSpPr>
              <p:nvPr/>
            </p:nvSpPr>
            <p:spPr bwMode="auto">
              <a:xfrm>
                <a:off x="3984" y="879"/>
                <a:ext cx="345" cy="897"/>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986" name="Line 249"/>
              <p:cNvSpPr>
                <a:spLocks noChangeShapeType="1"/>
              </p:cNvSpPr>
              <p:nvPr/>
            </p:nvSpPr>
            <p:spPr bwMode="auto">
              <a:xfrm flipH="1">
                <a:off x="4329" y="1377"/>
                <a:ext cx="919" cy="399"/>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987" name="Line 250"/>
              <p:cNvSpPr>
                <a:spLocks noChangeShapeType="1"/>
              </p:cNvSpPr>
              <p:nvPr/>
            </p:nvSpPr>
            <p:spPr bwMode="auto">
              <a:xfrm>
                <a:off x="4903" y="480"/>
                <a:ext cx="345" cy="897"/>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988" name="Line 251"/>
              <p:cNvSpPr>
                <a:spLocks noChangeShapeType="1"/>
              </p:cNvSpPr>
              <p:nvPr/>
            </p:nvSpPr>
            <p:spPr bwMode="auto">
              <a:xfrm>
                <a:off x="3984" y="1377"/>
                <a:ext cx="919" cy="399"/>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989" name="Line 252"/>
              <p:cNvSpPr>
                <a:spLocks noChangeShapeType="1"/>
              </p:cNvSpPr>
              <p:nvPr/>
            </p:nvSpPr>
            <p:spPr bwMode="auto">
              <a:xfrm flipH="1">
                <a:off x="3984" y="480"/>
                <a:ext cx="919" cy="399"/>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990" name="Line 253"/>
              <p:cNvSpPr>
                <a:spLocks noChangeShapeType="1"/>
              </p:cNvSpPr>
              <p:nvPr/>
            </p:nvSpPr>
            <p:spPr bwMode="auto">
              <a:xfrm>
                <a:off x="4329" y="480"/>
                <a:ext cx="574" cy="1296"/>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991" name="Line 254"/>
              <p:cNvSpPr>
                <a:spLocks noChangeShapeType="1"/>
              </p:cNvSpPr>
              <p:nvPr/>
            </p:nvSpPr>
            <p:spPr bwMode="auto">
              <a:xfrm flipH="1">
                <a:off x="4329" y="480"/>
                <a:ext cx="574" cy="1296"/>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992" name="Line 255"/>
              <p:cNvSpPr>
                <a:spLocks noChangeShapeType="1"/>
              </p:cNvSpPr>
              <p:nvPr/>
            </p:nvSpPr>
            <p:spPr bwMode="auto">
              <a:xfrm flipH="1">
                <a:off x="3984" y="879"/>
                <a:ext cx="1264" cy="498"/>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993" name="Line 256"/>
              <p:cNvSpPr>
                <a:spLocks noChangeShapeType="1"/>
              </p:cNvSpPr>
              <p:nvPr/>
            </p:nvSpPr>
            <p:spPr bwMode="auto">
              <a:xfrm flipH="1" flipV="1">
                <a:off x="3984" y="879"/>
                <a:ext cx="1264" cy="498"/>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994" name="Rectangle 257"/>
              <p:cNvSpPr>
                <a:spLocks noChangeArrowheads="1"/>
              </p:cNvSpPr>
              <p:nvPr/>
            </p:nvSpPr>
            <p:spPr bwMode="auto">
              <a:xfrm>
                <a:off x="4848" y="240"/>
                <a:ext cx="288" cy="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latin typeface="Book Antiqua" pitchFamily="18" charset="0"/>
                  </a:rPr>
                  <a:t>1</a:t>
                </a:r>
                <a:endParaRPr lang="zh-CN" altLang="en-US" sz="2400">
                  <a:solidFill>
                    <a:schemeClr val="tx2"/>
                  </a:solidFill>
                  <a:latin typeface="Book Antiqua" pitchFamily="18" charset="0"/>
                </a:endParaRPr>
              </a:p>
            </p:txBody>
          </p:sp>
          <p:sp>
            <p:nvSpPr>
              <p:cNvPr id="40995" name="Rectangle 258"/>
              <p:cNvSpPr>
                <a:spLocks noChangeArrowheads="1"/>
              </p:cNvSpPr>
              <p:nvPr/>
            </p:nvSpPr>
            <p:spPr bwMode="auto">
              <a:xfrm>
                <a:off x="4080" y="240"/>
                <a:ext cx="288" cy="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latin typeface="Book Antiqua" pitchFamily="18" charset="0"/>
                  </a:rPr>
                  <a:t>0</a:t>
                </a:r>
                <a:endParaRPr lang="zh-CN" altLang="en-US" sz="2400">
                  <a:solidFill>
                    <a:schemeClr val="tx2"/>
                  </a:solidFill>
                  <a:latin typeface="Book Antiqua" pitchFamily="18" charset="0"/>
                </a:endParaRPr>
              </a:p>
            </p:txBody>
          </p:sp>
          <p:sp>
            <p:nvSpPr>
              <p:cNvPr id="40996" name="Rectangle 259"/>
              <p:cNvSpPr>
                <a:spLocks noChangeArrowheads="1"/>
              </p:cNvSpPr>
              <p:nvPr/>
            </p:nvSpPr>
            <p:spPr bwMode="auto">
              <a:xfrm>
                <a:off x="5232" y="672"/>
                <a:ext cx="288" cy="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latin typeface="Book Antiqua" pitchFamily="18" charset="0"/>
                  </a:rPr>
                  <a:t>2</a:t>
                </a:r>
                <a:endParaRPr lang="zh-CN" altLang="en-US" sz="2400">
                  <a:solidFill>
                    <a:schemeClr val="tx2"/>
                  </a:solidFill>
                  <a:latin typeface="Book Antiqua" pitchFamily="18" charset="0"/>
                </a:endParaRPr>
              </a:p>
            </p:txBody>
          </p:sp>
          <p:sp>
            <p:nvSpPr>
              <p:cNvPr id="40997" name="Rectangle 260"/>
              <p:cNvSpPr>
                <a:spLocks noChangeArrowheads="1"/>
              </p:cNvSpPr>
              <p:nvPr/>
            </p:nvSpPr>
            <p:spPr bwMode="auto">
              <a:xfrm>
                <a:off x="5232" y="1248"/>
                <a:ext cx="288" cy="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latin typeface="Book Antiqua" pitchFamily="18" charset="0"/>
                  </a:rPr>
                  <a:t>3</a:t>
                </a:r>
                <a:endParaRPr lang="zh-CN" altLang="en-US" sz="2400">
                  <a:solidFill>
                    <a:schemeClr val="tx2"/>
                  </a:solidFill>
                  <a:latin typeface="Book Antiqua" pitchFamily="18" charset="0"/>
                </a:endParaRPr>
              </a:p>
            </p:txBody>
          </p:sp>
          <p:sp>
            <p:nvSpPr>
              <p:cNvPr id="40998" name="Rectangle 261"/>
              <p:cNvSpPr>
                <a:spLocks noChangeArrowheads="1"/>
              </p:cNvSpPr>
              <p:nvPr/>
            </p:nvSpPr>
            <p:spPr bwMode="auto">
              <a:xfrm>
                <a:off x="4848" y="1728"/>
                <a:ext cx="288" cy="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latin typeface="Book Antiqua" pitchFamily="18" charset="0"/>
                  </a:rPr>
                  <a:t>4</a:t>
                </a:r>
                <a:endParaRPr lang="zh-CN" altLang="en-US" sz="2400">
                  <a:solidFill>
                    <a:schemeClr val="tx2"/>
                  </a:solidFill>
                  <a:latin typeface="Book Antiqua" pitchFamily="18" charset="0"/>
                </a:endParaRPr>
              </a:p>
            </p:txBody>
          </p:sp>
          <p:sp>
            <p:nvSpPr>
              <p:cNvPr id="40999" name="Rectangle 262"/>
              <p:cNvSpPr>
                <a:spLocks noChangeArrowheads="1"/>
              </p:cNvSpPr>
              <p:nvPr/>
            </p:nvSpPr>
            <p:spPr bwMode="auto">
              <a:xfrm>
                <a:off x="4080" y="1728"/>
                <a:ext cx="288" cy="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latin typeface="Book Antiqua" pitchFamily="18" charset="0"/>
                  </a:rPr>
                  <a:t>5</a:t>
                </a:r>
                <a:endParaRPr lang="zh-CN" altLang="en-US" sz="2400">
                  <a:solidFill>
                    <a:schemeClr val="tx2"/>
                  </a:solidFill>
                  <a:latin typeface="Book Antiqua" pitchFamily="18" charset="0"/>
                </a:endParaRPr>
              </a:p>
            </p:txBody>
          </p:sp>
          <p:sp>
            <p:nvSpPr>
              <p:cNvPr id="41000" name="Rectangle 263"/>
              <p:cNvSpPr>
                <a:spLocks noChangeArrowheads="1"/>
              </p:cNvSpPr>
              <p:nvPr/>
            </p:nvSpPr>
            <p:spPr bwMode="auto">
              <a:xfrm>
                <a:off x="3744" y="672"/>
                <a:ext cx="288" cy="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latin typeface="Book Antiqua" pitchFamily="18" charset="0"/>
                  </a:rPr>
                  <a:t>7</a:t>
                </a:r>
                <a:endParaRPr lang="zh-CN" altLang="en-US" sz="2400">
                  <a:solidFill>
                    <a:schemeClr val="tx2"/>
                  </a:solidFill>
                  <a:latin typeface="Book Antiqua" pitchFamily="18" charset="0"/>
                </a:endParaRPr>
              </a:p>
            </p:txBody>
          </p:sp>
          <p:sp>
            <p:nvSpPr>
              <p:cNvPr id="41001" name="Rectangle 264"/>
              <p:cNvSpPr>
                <a:spLocks noChangeArrowheads="1"/>
              </p:cNvSpPr>
              <p:nvPr/>
            </p:nvSpPr>
            <p:spPr bwMode="auto">
              <a:xfrm>
                <a:off x="3744" y="1248"/>
                <a:ext cx="288" cy="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latin typeface="Book Antiqua" pitchFamily="18" charset="0"/>
                  </a:rPr>
                  <a:t>6</a:t>
                </a:r>
                <a:endParaRPr lang="zh-CN" altLang="en-US" sz="2400">
                  <a:solidFill>
                    <a:schemeClr val="tx2"/>
                  </a:solidFill>
                  <a:latin typeface="Book Antiqua" pitchFamily="18" charset="0"/>
                </a:endParaRPr>
              </a:p>
            </p:txBody>
          </p:sp>
          <p:sp>
            <p:nvSpPr>
              <p:cNvPr id="41002" name="Rectangle 265"/>
              <p:cNvSpPr>
                <a:spLocks noChangeArrowheads="1"/>
              </p:cNvSpPr>
              <p:nvPr/>
            </p:nvSpPr>
            <p:spPr bwMode="auto">
              <a:xfrm>
                <a:off x="3792" y="1968"/>
                <a:ext cx="1632" cy="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latin typeface="Book Antiqua" pitchFamily="18" charset="0"/>
                  </a:rPr>
                  <a:t>循环移数网</a:t>
                </a:r>
                <a:endParaRPr lang="zh-CN" altLang="en-US" sz="2400">
                  <a:solidFill>
                    <a:schemeClr val="tx2"/>
                  </a:solidFill>
                  <a:latin typeface="Book Antiqua" pitchFamily="18" charset="0"/>
                </a:endParaRPr>
              </a:p>
            </p:txBody>
          </p:sp>
        </p:grpSp>
        <p:sp>
          <p:nvSpPr>
            <p:cNvPr id="40973" name="Oval 266"/>
            <p:cNvSpPr>
              <a:spLocks noChangeArrowheads="1"/>
            </p:cNvSpPr>
            <p:nvPr/>
          </p:nvSpPr>
          <p:spPr bwMode="auto">
            <a:xfrm>
              <a:off x="2153" y="1904"/>
              <a:ext cx="81" cy="74"/>
            </a:xfrm>
            <a:prstGeom prst="ellipse">
              <a:avLst/>
            </a:prstGeom>
            <a:solidFill>
              <a:schemeClr val="accent1"/>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40974" name="Oval 267"/>
            <p:cNvSpPr>
              <a:spLocks noChangeArrowheads="1"/>
            </p:cNvSpPr>
            <p:nvPr/>
          </p:nvSpPr>
          <p:spPr bwMode="auto">
            <a:xfrm>
              <a:off x="2623" y="1904"/>
              <a:ext cx="81" cy="74"/>
            </a:xfrm>
            <a:prstGeom prst="ellipse">
              <a:avLst/>
            </a:prstGeom>
            <a:solidFill>
              <a:schemeClr val="accent1"/>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40975" name="Oval 268"/>
            <p:cNvSpPr>
              <a:spLocks noChangeArrowheads="1"/>
            </p:cNvSpPr>
            <p:nvPr/>
          </p:nvSpPr>
          <p:spPr bwMode="auto">
            <a:xfrm>
              <a:off x="2918" y="2171"/>
              <a:ext cx="81" cy="74"/>
            </a:xfrm>
            <a:prstGeom prst="ellipse">
              <a:avLst/>
            </a:prstGeom>
            <a:solidFill>
              <a:schemeClr val="accent1"/>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40976" name="Oval 269"/>
            <p:cNvSpPr>
              <a:spLocks noChangeArrowheads="1"/>
            </p:cNvSpPr>
            <p:nvPr/>
          </p:nvSpPr>
          <p:spPr bwMode="auto">
            <a:xfrm>
              <a:off x="2904" y="2565"/>
              <a:ext cx="82" cy="74"/>
            </a:xfrm>
            <a:prstGeom prst="ellipse">
              <a:avLst/>
            </a:prstGeom>
            <a:solidFill>
              <a:schemeClr val="accent1"/>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40977" name="Oval 270"/>
            <p:cNvSpPr>
              <a:spLocks noChangeArrowheads="1"/>
            </p:cNvSpPr>
            <p:nvPr/>
          </p:nvSpPr>
          <p:spPr bwMode="auto">
            <a:xfrm>
              <a:off x="2628" y="2871"/>
              <a:ext cx="81" cy="74"/>
            </a:xfrm>
            <a:prstGeom prst="ellipse">
              <a:avLst/>
            </a:prstGeom>
            <a:solidFill>
              <a:schemeClr val="accent1"/>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40978" name="Oval 271"/>
            <p:cNvSpPr>
              <a:spLocks noChangeArrowheads="1"/>
            </p:cNvSpPr>
            <p:nvPr/>
          </p:nvSpPr>
          <p:spPr bwMode="auto">
            <a:xfrm>
              <a:off x="2138" y="2872"/>
              <a:ext cx="81" cy="74"/>
            </a:xfrm>
            <a:prstGeom prst="ellipse">
              <a:avLst/>
            </a:prstGeom>
            <a:solidFill>
              <a:schemeClr val="accent1"/>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40979" name="Oval 272"/>
            <p:cNvSpPr>
              <a:spLocks noChangeArrowheads="1"/>
            </p:cNvSpPr>
            <p:nvPr/>
          </p:nvSpPr>
          <p:spPr bwMode="auto">
            <a:xfrm>
              <a:off x="1856" y="2566"/>
              <a:ext cx="81" cy="74"/>
            </a:xfrm>
            <a:prstGeom prst="ellipse">
              <a:avLst/>
            </a:prstGeom>
            <a:solidFill>
              <a:schemeClr val="accent1"/>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40980" name="Oval 273"/>
            <p:cNvSpPr>
              <a:spLocks noChangeArrowheads="1"/>
            </p:cNvSpPr>
            <p:nvPr/>
          </p:nvSpPr>
          <p:spPr bwMode="auto">
            <a:xfrm>
              <a:off x="1856" y="2185"/>
              <a:ext cx="81" cy="75"/>
            </a:xfrm>
            <a:prstGeom prst="ellipse">
              <a:avLst/>
            </a:prstGeom>
            <a:solidFill>
              <a:schemeClr val="accent1"/>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grpSp>
      <p:sp>
        <p:nvSpPr>
          <p:cNvPr id="40969" name="AutoShape 274"/>
          <p:cNvSpPr>
            <a:spLocks noChangeArrowheads="1"/>
          </p:cNvSpPr>
          <p:nvPr/>
        </p:nvSpPr>
        <p:spPr bwMode="auto">
          <a:xfrm>
            <a:off x="3476625" y="2682875"/>
            <a:ext cx="990600" cy="381000"/>
          </a:xfrm>
          <a:custGeom>
            <a:avLst/>
            <a:gdLst>
              <a:gd name="T0" fmla="*/ 2147483647 w 21600"/>
              <a:gd name="T1" fmla="*/ 0 h 21600"/>
              <a:gd name="T2" fmla="*/ 0 w 21600"/>
              <a:gd name="T3" fmla="*/ 2147483647 h 21600"/>
              <a:gd name="T4" fmla="*/ 2147483647 w 21600"/>
              <a:gd name="T5" fmla="*/ 2147483647 h 21600"/>
              <a:gd name="T6" fmla="*/ 2147483647 w 21600"/>
              <a:gd name="T7" fmla="*/ 2147483647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rgbClr val="FFFF00"/>
          </a:solidFill>
          <a:ln w="28575">
            <a:solidFill>
              <a:schemeClr val="tx1"/>
            </a:solidFill>
            <a:miter lim="800000"/>
            <a:headEnd/>
            <a:tailEnd/>
          </a:ln>
          <a:effectLst>
            <a:outerShdw dist="107763" dir="2700000" algn="ctr" rotWithShape="0">
              <a:schemeClr val="bg2"/>
            </a:outerShdw>
          </a:effectLst>
        </p:spPr>
        <p:txBody>
          <a:bodyPr wrap="none" anchor="ctr"/>
          <a:lstStyle/>
          <a:p>
            <a:endParaRPr lang="zh-CN" altLang="en-US"/>
          </a:p>
        </p:txBody>
      </p:sp>
      <p:sp>
        <p:nvSpPr>
          <p:cNvPr id="40970" name="AutoShape 275"/>
          <p:cNvSpPr>
            <a:spLocks noChangeArrowheads="1"/>
          </p:cNvSpPr>
          <p:nvPr/>
        </p:nvSpPr>
        <p:spPr bwMode="auto">
          <a:xfrm rot="2632013">
            <a:off x="6797675" y="3617913"/>
            <a:ext cx="914400" cy="381000"/>
          </a:xfrm>
          <a:custGeom>
            <a:avLst/>
            <a:gdLst>
              <a:gd name="T0" fmla="*/ 2147483647 w 21600"/>
              <a:gd name="T1" fmla="*/ 0 h 21600"/>
              <a:gd name="T2" fmla="*/ 0 w 21600"/>
              <a:gd name="T3" fmla="*/ 2147483647 h 21600"/>
              <a:gd name="T4" fmla="*/ 2147483647 w 21600"/>
              <a:gd name="T5" fmla="*/ 2147483647 h 21600"/>
              <a:gd name="T6" fmla="*/ 2147483647 w 21600"/>
              <a:gd name="T7" fmla="*/ 2147483647 h 21600"/>
              <a:gd name="T8" fmla="*/ 17694720 60000 65536"/>
              <a:gd name="T9" fmla="*/ 11796480 60000 65536"/>
              <a:gd name="T10" fmla="*/ 5898240 60000 65536"/>
              <a:gd name="T11" fmla="*/ 0 60000 65536"/>
              <a:gd name="T12" fmla="*/ 3375 w 21600"/>
              <a:gd name="T13" fmla="*/ 6210 h 21600"/>
              <a:gd name="T14" fmla="*/ 19162 w 21600"/>
              <a:gd name="T15" fmla="*/ 15390 h 21600"/>
            </a:gdLst>
            <a:ahLst/>
            <a:cxnLst>
              <a:cxn ang="T8">
                <a:pos x="T0" y="T1"/>
              </a:cxn>
              <a:cxn ang="T9">
                <a:pos x="T2" y="T3"/>
              </a:cxn>
              <a:cxn ang="T10">
                <a:pos x="T4" y="T5"/>
              </a:cxn>
              <a:cxn ang="T11">
                <a:pos x="T6" y="T7"/>
              </a:cxn>
            </a:cxnLst>
            <a:rect l="T12" t="T13" r="T14" b="T15"/>
            <a:pathLst>
              <a:path w="21600" h="21600">
                <a:moveTo>
                  <a:pt x="15863" y="0"/>
                </a:moveTo>
                <a:lnTo>
                  <a:pt x="15863" y="6210"/>
                </a:lnTo>
                <a:lnTo>
                  <a:pt x="3375" y="6210"/>
                </a:lnTo>
                <a:lnTo>
                  <a:pt x="3375" y="15390"/>
                </a:lnTo>
                <a:lnTo>
                  <a:pt x="15863" y="15390"/>
                </a:lnTo>
                <a:lnTo>
                  <a:pt x="15863" y="21600"/>
                </a:lnTo>
                <a:lnTo>
                  <a:pt x="21600" y="10800"/>
                </a:lnTo>
                <a:lnTo>
                  <a:pt x="15863" y="0"/>
                </a:lnTo>
                <a:close/>
              </a:path>
              <a:path w="21600" h="21600">
                <a:moveTo>
                  <a:pt x="1350" y="6210"/>
                </a:moveTo>
                <a:lnTo>
                  <a:pt x="1350" y="15390"/>
                </a:lnTo>
                <a:lnTo>
                  <a:pt x="2700" y="15390"/>
                </a:lnTo>
                <a:lnTo>
                  <a:pt x="2700" y="6210"/>
                </a:lnTo>
                <a:lnTo>
                  <a:pt x="1350" y="6210"/>
                </a:lnTo>
                <a:close/>
              </a:path>
              <a:path w="21600" h="21600">
                <a:moveTo>
                  <a:pt x="0" y="6210"/>
                </a:moveTo>
                <a:lnTo>
                  <a:pt x="0" y="15390"/>
                </a:lnTo>
                <a:lnTo>
                  <a:pt x="675" y="15390"/>
                </a:lnTo>
                <a:lnTo>
                  <a:pt x="675" y="6210"/>
                </a:lnTo>
                <a:lnTo>
                  <a:pt x="0" y="6210"/>
                </a:lnTo>
                <a:close/>
              </a:path>
            </a:pathLst>
          </a:custGeom>
          <a:solidFill>
            <a:srgbClr val="FFFF00"/>
          </a:solidFill>
          <a:ln w="28575">
            <a:solidFill>
              <a:schemeClr val="tx1"/>
            </a:solidFill>
            <a:miter lim="800000"/>
            <a:headEnd/>
            <a:tailEnd/>
          </a:ln>
          <a:effectLst>
            <a:outerShdw dist="107763" dir="2700000" algn="ctr" rotWithShape="0">
              <a:schemeClr val="bg2"/>
            </a:outerShdw>
          </a:effectLst>
        </p:spPr>
        <p:txBody>
          <a:bodyPr wrap="none" anchor="ctr"/>
          <a:lstStyle/>
          <a:p>
            <a:endParaRPr lang="zh-CN" altLang="en-US"/>
          </a:p>
        </p:txBody>
      </p:sp>
      <p:sp>
        <p:nvSpPr>
          <p:cNvPr id="40971" name="AutoShape 276"/>
          <p:cNvSpPr>
            <a:spLocks noChangeArrowheads="1"/>
          </p:cNvSpPr>
          <p:nvPr/>
        </p:nvSpPr>
        <p:spPr bwMode="auto">
          <a:xfrm rot="7752970">
            <a:off x="4083050" y="3648075"/>
            <a:ext cx="914400" cy="381000"/>
          </a:xfrm>
          <a:custGeom>
            <a:avLst/>
            <a:gdLst>
              <a:gd name="T0" fmla="*/ 2147483647 w 21600"/>
              <a:gd name="T1" fmla="*/ 0 h 21600"/>
              <a:gd name="T2" fmla="*/ 0 w 21600"/>
              <a:gd name="T3" fmla="*/ 2147483647 h 21600"/>
              <a:gd name="T4" fmla="*/ 2147483647 w 21600"/>
              <a:gd name="T5" fmla="*/ 2147483647 h 21600"/>
              <a:gd name="T6" fmla="*/ 2147483647 w 21600"/>
              <a:gd name="T7" fmla="*/ 2147483647 h 21600"/>
              <a:gd name="T8" fmla="*/ 17694720 60000 65536"/>
              <a:gd name="T9" fmla="*/ 11796480 60000 65536"/>
              <a:gd name="T10" fmla="*/ 5898240 60000 65536"/>
              <a:gd name="T11" fmla="*/ 0 60000 65536"/>
              <a:gd name="T12" fmla="*/ 3375 w 21600"/>
              <a:gd name="T13" fmla="*/ 6210 h 21600"/>
              <a:gd name="T14" fmla="*/ 19162 w 21600"/>
              <a:gd name="T15" fmla="*/ 15390 h 21600"/>
            </a:gdLst>
            <a:ahLst/>
            <a:cxnLst>
              <a:cxn ang="T8">
                <a:pos x="T0" y="T1"/>
              </a:cxn>
              <a:cxn ang="T9">
                <a:pos x="T2" y="T3"/>
              </a:cxn>
              <a:cxn ang="T10">
                <a:pos x="T4" y="T5"/>
              </a:cxn>
              <a:cxn ang="T11">
                <a:pos x="T6" y="T7"/>
              </a:cxn>
            </a:cxnLst>
            <a:rect l="T12" t="T13" r="T14" b="T15"/>
            <a:pathLst>
              <a:path w="21600" h="21600">
                <a:moveTo>
                  <a:pt x="15863" y="0"/>
                </a:moveTo>
                <a:lnTo>
                  <a:pt x="15863" y="6210"/>
                </a:lnTo>
                <a:lnTo>
                  <a:pt x="3375" y="6210"/>
                </a:lnTo>
                <a:lnTo>
                  <a:pt x="3375" y="15390"/>
                </a:lnTo>
                <a:lnTo>
                  <a:pt x="15863" y="15390"/>
                </a:lnTo>
                <a:lnTo>
                  <a:pt x="15863" y="21600"/>
                </a:lnTo>
                <a:lnTo>
                  <a:pt x="21600" y="10800"/>
                </a:lnTo>
                <a:lnTo>
                  <a:pt x="15863" y="0"/>
                </a:lnTo>
                <a:close/>
              </a:path>
              <a:path w="21600" h="21600">
                <a:moveTo>
                  <a:pt x="1350" y="6210"/>
                </a:moveTo>
                <a:lnTo>
                  <a:pt x="1350" y="15390"/>
                </a:lnTo>
                <a:lnTo>
                  <a:pt x="2700" y="15390"/>
                </a:lnTo>
                <a:lnTo>
                  <a:pt x="2700" y="6210"/>
                </a:lnTo>
                <a:lnTo>
                  <a:pt x="1350" y="6210"/>
                </a:lnTo>
                <a:close/>
              </a:path>
              <a:path w="21600" h="21600">
                <a:moveTo>
                  <a:pt x="0" y="6210"/>
                </a:moveTo>
                <a:lnTo>
                  <a:pt x="0" y="15390"/>
                </a:lnTo>
                <a:lnTo>
                  <a:pt x="675" y="15390"/>
                </a:lnTo>
                <a:lnTo>
                  <a:pt x="675" y="6210"/>
                </a:lnTo>
                <a:lnTo>
                  <a:pt x="0" y="6210"/>
                </a:lnTo>
                <a:close/>
              </a:path>
            </a:pathLst>
          </a:custGeom>
          <a:solidFill>
            <a:srgbClr val="FFFF00"/>
          </a:solidFill>
          <a:ln w="28575">
            <a:solidFill>
              <a:schemeClr val="tx1"/>
            </a:solidFill>
            <a:miter lim="800000"/>
            <a:headEnd/>
            <a:tailEnd/>
          </a:ln>
          <a:effectLst>
            <a:outerShdw dist="107763" dir="2700000" algn="ctr" rotWithShape="0">
              <a:schemeClr val="bg2"/>
            </a:outerShdw>
          </a:effectLst>
        </p:spPr>
        <p:txBody>
          <a:bodyPr wrap="none" anchor="ctr"/>
          <a:lstStyle/>
          <a:p>
            <a:endParaRPr lang="zh-CN" altLang="en-US"/>
          </a:p>
        </p:txBody>
      </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5698" name="Rectangle 2"/>
          <p:cNvSpPr>
            <a:spLocks noGrp="1" noChangeArrowheads="1"/>
          </p:cNvSpPr>
          <p:nvPr>
            <p:ph type="title"/>
          </p:nvPr>
        </p:nvSpPr>
        <p:spPr/>
        <p:txBody>
          <a:bodyPr/>
          <a:lstStyle/>
          <a:p>
            <a:pPr eaLnBrk="1" hangingPunct="1">
              <a:defRPr/>
            </a:pPr>
            <a:r>
              <a:rPr lang="zh-CN" altLang="en-US" smtClean="0"/>
              <a:t>循环移数网络</a:t>
            </a:r>
          </a:p>
        </p:txBody>
      </p:sp>
      <p:sp>
        <p:nvSpPr>
          <p:cNvPr id="4198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互连网络种类</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静态互连网络</a:t>
            </a:r>
            <a:endParaRPr lang="zh-CN" altLang="en-US" sz="1200" b="0">
              <a:latin typeface="Times New Roman" pitchFamily="18" charset="0"/>
              <a:ea typeface="幼圆" pitchFamily="49" charset="-122"/>
            </a:endParaRPr>
          </a:p>
        </p:txBody>
      </p:sp>
      <p:sp>
        <p:nvSpPr>
          <p:cNvPr id="925700" name="Rectangle 4"/>
          <p:cNvSpPr>
            <a:spLocks noGrp="1" noChangeArrowheads="1"/>
          </p:cNvSpPr>
          <p:nvPr>
            <p:ph type="body" idx="1"/>
          </p:nvPr>
        </p:nvSpPr>
        <p:spPr>
          <a:xfrm>
            <a:off x="809625" y="1974850"/>
            <a:ext cx="7958138" cy="4622800"/>
          </a:xfrm>
        </p:spPr>
        <p:txBody>
          <a:bodyPr/>
          <a:lstStyle/>
          <a:p>
            <a:pPr marL="0" indent="0" eaLnBrk="1" hangingPunct="1">
              <a:lnSpc>
                <a:spcPct val="110000"/>
              </a:lnSpc>
              <a:buFont typeface="Wingdings" pitchFamily="2" charset="2"/>
              <a:buNone/>
              <a:defRPr/>
            </a:pPr>
            <a:r>
              <a:rPr lang="zh-CN" altLang="en-US" dirty="0" smtClean="0"/>
              <a:t>       </a:t>
            </a:r>
            <a:r>
              <a:rPr lang="zh-CN" altLang="en-US" dirty="0" smtClean="0">
                <a:solidFill>
                  <a:srgbClr val="FF0000"/>
                </a:solidFill>
                <a:effectLst>
                  <a:outerShdw blurRad="38100" dist="38100" dir="2700000" algn="tl">
                    <a:srgbClr val="C0C0C0"/>
                  </a:outerShdw>
                </a:effectLst>
              </a:rPr>
              <a:t>循环移数网络是将环上每个节点与其距离为2的整数幂的节点之间连接构成。</a:t>
            </a:r>
            <a:r>
              <a:rPr lang="zh-CN" altLang="en-US" dirty="0" smtClean="0"/>
              <a:t>即，采用2</a:t>
            </a:r>
            <a:r>
              <a:rPr lang="en-US" altLang="zh-CN" dirty="0" smtClean="0"/>
              <a:t>n-1</a:t>
            </a:r>
            <a:r>
              <a:rPr lang="zh-CN" altLang="en-US" dirty="0" smtClean="0"/>
              <a:t>个互连函数：</a:t>
            </a:r>
            <a:r>
              <a:rPr lang="en-US" altLang="zh-CN" dirty="0" smtClean="0"/>
              <a:t>PM2</a:t>
            </a:r>
            <a:r>
              <a:rPr lang="en-US" altLang="zh-CN" baseline="-25000" dirty="0" smtClean="0"/>
              <a:t>±i</a:t>
            </a:r>
            <a:r>
              <a:rPr lang="en-US" altLang="zh-CN" dirty="0" smtClean="0"/>
              <a:t>(j)=(j±2</a:t>
            </a:r>
            <a:r>
              <a:rPr lang="en-US" altLang="zh-CN" baseline="30000" dirty="0" smtClean="0"/>
              <a:t>i</a:t>
            </a:r>
            <a:r>
              <a:rPr lang="en-US" altLang="zh-CN" dirty="0" smtClean="0"/>
              <a:t>) mod </a:t>
            </a:r>
            <a:r>
              <a:rPr lang="en-US" altLang="zh-CN" dirty="0" err="1" smtClean="0"/>
              <a:t>N，n</a:t>
            </a:r>
            <a:r>
              <a:rPr lang="en-US" altLang="zh-CN" dirty="0" smtClean="0"/>
              <a:t>=log</a:t>
            </a:r>
            <a:r>
              <a:rPr lang="en-US" altLang="zh-CN" baseline="-25000" dirty="0" smtClean="0"/>
              <a:t>2</a:t>
            </a:r>
            <a:r>
              <a:rPr lang="en-US" altLang="zh-CN" dirty="0" smtClean="0"/>
              <a:t>N，0≤i≤n-1, 0≤j≤N-1；</a:t>
            </a:r>
            <a:r>
              <a:rPr lang="zh-CN" altLang="en-US" dirty="0" smtClean="0"/>
              <a:t>其中：</a:t>
            </a:r>
            <a:r>
              <a:rPr lang="en-US" altLang="zh-CN" dirty="0" smtClean="0"/>
              <a:t>PM2</a:t>
            </a:r>
            <a:r>
              <a:rPr lang="en-US" altLang="zh-CN" baseline="-25000" dirty="0" smtClean="0"/>
              <a:t>+(n-1)</a:t>
            </a:r>
            <a:r>
              <a:rPr lang="en-US" altLang="zh-CN" dirty="0" smtClean="0"/>
              <a:t>=PM2</a:t>
            </a:r>
            <a:r>
              <a:rPr lang="en-US" altLang="zh-CN" baseline="-25000" dirty="0" smtClean="0"/>
              <a:t>-(n-1)</a:t>
            </a:r>
            <a:r>
              <a:rPr lang="en-US" altLang="zh-CN" dirty="0" smtClean="0"/>
              <a:t> 。</a:t>
            </a:r>
            <a:endParaRPr lang="zh-CN" altLang="en-US" dirty="0" smtClean="0"/>
          </a:p>
          <a:p>
            <a:pPr marL="0" indent="0" eaLnBrk="1" hangingPunct="1">
              <a:lnSpc>
                <a:spcPct val="110000"/>
              </a:lnSpc>
              <a:buFont typeface="Wingdings" pitchFamily="2" charset="2"/>
              <a:buNone/>
              <a:defRPr/>
            </a:pPr>
            <a:r>
              <a:rPr lang="zh-CN" altLang="en-US" dirty="0" smtClean="0"/>
              <a:t>       若循环移数网的网络规模</a:t>
            </a:r>
            <a:r>
              <a:rPr lang="en-US" altLang="zh-CN" dirty="0" smtClean="0"/>
              <a:t>N=</a:t>
            </a:r>
            <a:r>
              <a:rPr lang="zh-CN" altLang="en-US" dirty="0" smtClean="0"/>
              <a:t>2</a:t>
            </a:r>
            <a:r>
              <a:rPr lang="en-US" altLang="zh-CN" baseline="30000" dirty="0" smtClean="0"/>
              <a:t>n</a:t>
            </a:r>
            <a:r>
              <a:rPr lang="en-US" altLang="zh-CN" dirty="0" smtClean="0"/>
              <a:t> ，</a:t>
            </a:r>
            <a:r>
              <a:rPr lang="zh-CN" altLang="en-US" dirty="0" smtClean="0"/>
              <a:t>则节点度</a:t>
            </a:r>
            <a:r>
              <a:rPr lang="en-US" altLang="zh-CN" dirty="0" smtClean="0"/>
              <a:t>d=2n-1，</a:t>
            </a:r>
            <a:r>
              <a:rPr lang="zh-CN" altLang="en-US" dirty="0" smtClean="0"/>
              <a:t>网络直径</a:t>
            </a:r>
            <a:r>
              <a:rPr lang="en-US" altLang="zh-CN" dirty="0" smtClean="0"/>
              <a:t>D=n/2。</a:t>
            </a:r>
            <a:r>
              <a:rPr lang="zh-CN" altLang="en-US" dirty="0" smtClean="0"/>
              <a:t>例如：节点数</a:t>
            </a:r>
            <a:r>
              <a:rPr lang="en-US" altLang="zh-CN" dirty="0" smtClean="0"/>
              <a:t>N=</a:t>
            </a:r>
            <a:r>
              <a:rPr lang="zh-CN" altLang="en-US" dirty="0" smtClean="0"/>
              <a:t>64，</a:t>
            </a:r>
            <a:r>
              <a:rPr lang="en-US" altLang="zh-CN" dirty="0" smtClean="0"/>
              <a:t>n=6，d=11，D=3。</a:t>
            </a:r>
            <a:endParaRPr lang="zh-CN" altLang="en-US" dirty="0" smtClean="0"/>
          </a:p>
        </p:txBody>
      </p:sp>
      <p:sp>
        <p:nvSpPr>
          <p:cNvPr id="41989"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3 之 3</a:t>
            </a:r>
          </a:p>
        </p:txBody>
      </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0338" name="Rectangle 2"/>
          <p:cNvSpPr>
            <a:spLocks noGrp="1" noChangeArrowheads="1"/>
          </p:cNvSpPr>
          <p:nvPr>
            <p:ph type="title"/>
          </p:nvPr>
        </p:nvSpPr>
        <p:spPr/>
        <p:txBody>
          <a:bodyPr/>
          <a:lstStyle/>
          <a:p>
            <a:pPr eaLnBrk="1" hangingPunct="1">
              <a:defRPr/>
            </a:pPr>
            <a:r>
              <a:rPr lang="zh-CN" altLang="en-US" smtClean="0"/>
              <a:t>树  形</a:t>
            </a:r>
          </a:p>
        </p:txBody>
      </p:sp>
      <p:sp>
        <p:nvSpPr>
          <p:cNvPr id="4301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互连网络种类</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静态互连网络</a:t>
            </a:r>
            <a:endParaRPr lang="zh-CN" altLang="en-US" sz="1200" b="0">
              <a:latin typeface="Times New Roman" pitchFamily="18" charset="0"/>
              <a:ea typeface="幼圆" pitchFamily="49" charset="-122"/>
            </a:endParaRPr>
          </a:p>
        </p:txBody>
      </p:sp>
      <p:sp>
        <p:nvSpPr>
          <p:cNvPr id="910340" name="Rectangle 4"/>
          <p:cNvSpPr>
            <a:spLocks noGrp="1" noChangeArrowheads="1"/>
          </p:cNvSpPr>
          <p:nvPr>
            <p:ph type="body" idx="1"/>
          </p:nvPr>
        </p:nvSpPr>
        <p:spPr>
          <a:xfrm>
            <a:off x="809625" y="1916832"/>
            <a:ext cx="7958138" cy="4478486"/>
          </a:xfrm>
        </p:spPr>
        <p:txBody>
          <a:bodyPr/>
          <a:lstStyle/>
          <a:p>
            <a:pPr marL="0" indent="0" eaLnBrk="1" hangingPunct="1">
              <a:buClr>
                <a:srgbClr val="FF0000"/>
              </a:buClr>
              <a:defRPr/>
            </a:pPr>
            <a:r>
              <a:rPr lang="zh-CN" altLang="en-US" sz="2400" dirty="0" smtClean="0">
                <a:solidFill>
                  <a:srgbClr val="FF0000"/>
                </a:solidFill>
                <a:effectLst>
                  <a:outerShdw blurRad="38100" dist="38100" dir="2700000" algn="tl">
                    <a:srgbClr val="C0C0C0"/>
                  </a:outerShdw>
                </a:effectLst>
              </a:rPr>
              <a:t>  二叉树：</a:t>
            </a:r>
            <a:r>
              <a:rPr lang="zh-CN" altLang="en-US" sz="2400" dirty="0" smtClean="0"/>
              <a:t>一棵</a:t>
            </a:r>
            <a:r>
              <a:rPr lang="en-US" altLang="zh-CN" sz="2400" dirty="0" smtClean="0"/>
              <a:t>k</a:t>
            </a:r>
            <a:r>
              <a:rPr lang="zh-CN" altLang="en-US" sz="2400" dirty="0"/>
              <a:t>层完全平衡的二叉树</a:t>
            </a:r>
            <a:r>
              <a:rPr lang="zh-CN" altLang="en-US" sz="2400" dirty="0" smtClean="0"/>
              <a:t>有</a:t>
            </a:r>
            <a:r>
              <a:rPr lang="en-US" altLang="zh-CN" sz="2400" dirty="0" smtClean="0"/>
              <a:t>N＝2</a:t>
            </a:r>
            <a:r>
              <a:rPr lang="en-US" altLang="zh-CN" sz="2400" baseline="30000" dirty="0" smtClean="0"/>
              <a:t>k</a:t>
            </a:r>
            <a:r>
              <a:rPr lang="en-US" altLang="zh-CN" sz="2400" dirty="0" smtClean="0"/>
              <a:t>－1</a:t>
            </a:r>
            <a:r>
              <a:rPr lang="zh-CN" altLang="en-US" sz="2400" dirty="0" smtClean="0"/>
              <a:t>个节点，节点度</a:t>
            </a:r>
            <a:r>
              <a:rPr lang="en-US" altLang="zh-CN" sz="2400" dirty="0" smtClean="0"/>
              <a:t>d=</a:t>
            </a:r>
            <a:r>
              <a:rPr lang="zh-CN" altLang="en-US" sz="2400" dirty="0" smtClean="0"/>
              <a:t>3，直径</a:t>
            </a:r>
            <a:r>
              <a:rPr lang="en-US" altLang="zh-CN" sz="2400" dirty="0" smtClean="0"/>
              <a:t>D=</a:t>
            </a:r>
            <a:r>
              <a:rPr lang="zh-CN" altLang="en-US" sz="2400" dirty="0" smtClean="0"/>
              <a:t>2(</a:t>
            </a:r>
            <a:r>
              <a:rPr lang="en-US" altLang="zh-CN" sz="2400" dirty="0" smtClean="0"/>
              <a:t>k-1)</a:t>
            </a:r>
            <a:r>
              <a:rPr lang="zh-CN" altLang="en-US" sz="2400" dirty="0" smtClean="0"/>
              <a:t>，等分宽度</a:t>
            </a:r>
            <a:r>
              <a:rPr lang="en-US" altLang="zh-CN" sz="2400" dirty="0" smtClean="0"/>
              <a:t>b=1</a:t>
            </a:r>
          </a:p>
          <a:p>
            <a:pPr marL="0" indent="0" eaLnBrk="1" hangingPunct="1">
              <a:buNone/>
              <a:defRPr/>
            </a:pPr>
            <a:r>
              <a:rPr lang="zh-CN" altLang="en-US" sz="2400" dirty="0" smtClean="0"/>
              <a:t>    </a:t>
            </a:r>
            <a:r>
              <a:rPr lang="zh-CN" altLang="en-US" sz="2400" dirty="0" smtClean="0">
                <a:solidFill>
                  <a:srgbClr val="0000CC"/>
                </a:solidFill>
              </a:rPr>
              <a:t>特点：</a:t>
            </a:r>
            <a:r>
              <a:rPr lang="zh-CN" altLang="en-US" sz="2400" dirty="0" smtClean="0"/>
              <a:t>结构可扩展，但直径比较长</a:t>
            </a:r>
            <a:endParaRPr lang="en-US" altLang="zh-CN" sz="2400" dirty="0" smtClean="0"/>
          </a:p>
          <a:p>
            <a:pPr marL="0" indent="0" eaLnBrk="1" hangingPunct="1">
              <a:buNone/>
              <a:defRPr/>
            </a:pPr>
            <a:r>
              <a:rPr lang="en-US" altLang="zh-CN" sz="2400" dirty="0"/>
              <a:t> </a:t>
            </a:r>
            <a:r>
              <a:rPr lang="en-US" altLang="zh-CN" sz="2400" dirty="0" smtClean="0"/>
              <a:t>   </a:t>
            </a:r>
            <a:r>
              <a:rPr lang="zh-CN" altLang="en-US" sz="2400" dirty="0" smtClean="0">
                <a:solidFill>
                  <a:srgbClr val="0000CC"/>
                </a:solidFill>
              </a:rPr>
              <a:t>应用：</a:t>
            </a:r>
            <a:r>
              <a:rPr lang="en-US" altLang="zh-CN" sz="2400" dirty="0" smtClean="0"/>
              <a:t>DADO</a:t>
            </a:r>
            <a:r>
              <a:rPr lang="zh-CN" altLang="en-US" sz="2400" dirty="0" smtClean="0"/>
              <a:t>多处理机采用</a:t>
            </a:r>
            <a:r>
              <a:rPr lang="en-US" altLang="zh-CN" sz="2400" dirty="0" smtClean="0"/>
              <a:t>10</a:t>
            </a:r>
            <a:r>
              <a:rPr lang="zh-CN" altLang="en-US" sz="2400" dirty="0"/>
              <a:t>层</a:t>
            </a:r>
            <a:r>
              <a:rPr lang="zh-CN" altLang="en-US" sz="2400" dirty="0" smtClean="0"/>
              <a:t>二叉树互连</a:t>
            </a:r>
            <a:r>
              <a:rPr lang="en-US" altLang="zh-CN" sz="2400" dirty="0" smtClean="0"/>
              <a:t>1023</a:t>
            </a:r>
            <a:r>
              <a:rPr lang="zh-CN" altLang="en-US" sz="2400" dirty="0" smtClean="0"/>
              <a:t>个节点</a:t>
            </a:r>
            <a:endParaRPr lang="en-US" altLang="zh-CN" sz="2400" dirty="0" smtClean="0"/>
          </a:p>
          <a:p>
            <a:pPr marL="0" indent="0" eaLnBrk="1" hangingPunct="1">
              <a:buClr>
                <a:srgbClr val="FF0000"/>
              </a:buClr>
              <a:defRPr/>
            </a:pPr>
            <a:r>
              <a:rPr lang="zh-CN" altLang="en-US" sz="2400" dirty="0" smtClean="0">
                <a:solidFill>
                  <a:srgbClr val="FF0000"/>
                </a:solidFill>
                <a:effectLst>
                  <a:outerShdw blurRad="38100" dist="38100" dir="2700000" algn="tl">
                    <a:srgbClr val="C0C0C0"/>
                  </a:outerShdw>
                </a:effectLst>
              </a:rPr>
              <a:t>  星形：</a:t>
            </a:r>
            <a:r>
              <a:rPr lang="zh-CN" altLang="en-US" sz="2400" dirty="0" smtClean="0"/>
              <a:t>一种特殊的2层树，节点度很高，为</a:t>
            </a:r>
            <a:r>
              <a:rPr lang="en-US" altLang="zh-CN" sz="2400" dirty="0" smtClean="0"/>
              <a:t>d=N-1，</a:t>
            </a:r>
            <a:r>
              <a:rPr lang="zh-CN" altLang="en-US" sz="2400" dirty="0" smtClean="0"/>
              <a:t>直径</a:t>
            </a:r>
            <a:r>
              <a:rPr lang="en-US" altLang="zh-CN" sz="2400" dirty="0" smtClean="0"/>
              <a:t>D=</a:t>
            </a:r>
            <a:r>
              <a:rPr lang="zh-CN" altLang="en-US" sz="2400" dirty="0" smtClean="0"/>
              <a:t>2，等分宽度</a:t>
            </a:r>
            <a:r>
              <a:rPr lang="en-US" altLang="zh-CN" sz="2400" dirty="0" smtClean="0"/>
              <a:t>b=</a:t>
            </a:r>
            <a:r>
              <a:rPr lang="zh-CN" altLang="en-US" sz="2400" dirty="0" smtClean="0">
                <a:sym typeface="Symbol"/>
              </a:rPr>
              <a:t></a:t>
            </a:r>
            <a:r>
              <a:rPr lang="en-US" altLang="zh-CN" sz="2400" dirty="0" smtClean="0"/>
              <a:t>N/2</a:t>
            </a:r>
            <a:r>
              <a:rPr lang="zh-CN" altLang="en-US" sz="2400" dirty="0">
                <a:sym typeface="Symbol"/>
              </a:rPr>
              <a:t></a:t>
            </a:r>
            <a:r>
              <a:rPr lang="zh-CN" altLang="en-US" sz="2400" dirty="0" smtClean="0"/>
              <a:t>。</a:t>
            </a:r>
            <a:endParaRPr lang="en-US" altLang="zh-CN" sz="2400" dirty="0" smtClean="0"/>
          </a:p>
          <a:p>
            <a:pPr marL="0" indent="0" eaLnBrk="1" hangingPunct="1">
              <a:buNone/>
              <a:defRPr/>
            </a:pPr>
            <a:r>
              <a:rPr lang="zh-CN" altLang="en-US" sz="2400" dirty="0" smtClean="0"/>
              <a:t>    </a:t>
            </a:r>
            <a:r>
              <a:rPr lang="zh-CN" altLang="en-US" sz="2400" dirty="0" smtClean="0">
                <a:solidFill>
                  <a:srgbClr val="0000CC"/>
                </a:solidFill>
              </a:rPr>
              <a:t>特点：</a:t>
            </a:r>
            <a:r>
              <a:rPr lang="zh-CN" altLang="en-US" sz="2400" dirty="0" smtClean="0"/>
              <a:t>可靠性</a:t>
            </a:r>
            <a:r>
              <a:rPr lang="zh-CN" altLang="en-US" sz="2400" dirty="0"/>
              <a:t>比较差，只要</a:t>
            </a:r>
            <a:r>
              <a:rPr lang="zh-CN" altLang="en-US" sz="2400" dirty="0" smtClean="0"/>
              <a:t>中心</a:t>
            </a:r>
            <a:r>
              <a:rPr lang="zh-CN" altLang="en-US" sz="2400" dirty="0"/>
              <a:t>节点</a:t>
            </a:r>
            <a:r>
              <a:rPr lang="zh-CN" altLang="en-US" sz="2400" dirty="0" smtClean="0"/>
              <a:t>出</a:t>
            </a:r>
            <a:r>
              <a:rPr lang="zh-CN" altLang="en-US" sz="2400" dirty="0"/>
              <a:t>故障，整个系统就会瘫痪</a:t>
            </a:r>
            <a:r>
              <a:rPr lang="zh-CN" altLang="en-US" sz="2400" dirty="0" smtClean="0"/>
              <a:t>。</a:t>
            </a:r>
            <a:endParaRPr lang="en-US" altLang="zh-CN" sz="2400" dirty="0" smtClean="0"/>
          </a:p>
          <a:p>
            <a:pPr marL="0" indent="0" eaLnBrk="1" hangingPunct="1">
              <a:buNone/>
              <a:defRPr/>
            </a:pPr>
            <a:r>
              <a:rPr lang="zh-CN" altLang="en-US" sz="2400" dirty="0" smtClean="0"/>
              <a:t>    </a:t>
            </a:r>
            <a:r>
              <a:rPr lang="zh-CN" altLang="en-US" sz="2400" dirty="0" smtClean="0">
                <a:solidFill>
                  <a:srgbClr val="0000CC"/>
                </a:solidFill>
              </a:rPr>
              <a:t>应用：</a:t>
            </a:r>
            <a:r>
              <a:rPr lang="zh-CN" altLang="en-US" sz="2400" dirty="0" smtClean="0"/>
              <a:t>一般用于有集中监督节点的系统中</a:t>
            </a:r>
          </a:p>
          <a:p>
            <a:pPr marL="0" indent="0" eaLnBrk="1" hangingPunct="1">
              <a:buClr>
                <a:srgbClr val="FF0000"/>
              </a:buClr>
              <a:defRPr/>
            </a:pPr>
            <a:r>
              <a:rPr lang="zh-CN" altLang="en-US" sz="2400" dirty="0" smtClean="0">
                <a:solidFill>
                  <a:srgbClr val="FF0000"/>
                </a:solidFill>
                <a:effectLst>
                  <a:outerShdw blurRad="38100" dist="38100" dir="2700000" algn="tl">
                    <a:srgbClr val="C0C0C0"/>
                  </a:outerShdw>
                </a:effectLst>
              </a:rPr>
              <a:t>  二叉胖树：</a:t>
            </a:r>
            <a:r>
              <a:rPr lang="zh-CN" altLang="en-US" sz="2400" dirty="0" smtClean="0"/>
              <a:t>缓解了根节点通信速度高的矛盾。</a:t>
            </a:r>
            <a:endParaRPr lang="en-US" altLang="zh-CN" sz="2400" dirty="0" smtClean="0"/>
          </a:p>
          <a:p>
            <a:pPr marL="0" indent="0" eaLnBrk="1" hangingPunct="1">
              <a:buClr>
                <a:srgbClr val="FF0000"/>
              </a:buClr>
              <a:buNone/>
              <a:defRPr/>
            </a:pPr>
            <a:r>
              <a:rPr lang="en-US" altLang="zh-CN" sz="2400" dirty="0"/>
              <a:t> </a:t>
            </a:r>
            <a:r>
              <a:rPr lang="en-US" altLang="zh-CN" sz="2400" dirty="0" smtClean="0"/>
              <a:t>    </a:t>
            </a:r>
            <a:r>
              <a:rPr lang="zh-CN" altLang="en-US" sz="2400" dirty="0" smtClean="0">
                <a:solidFill>
                  <a:srgbClr val="0000CC"/>
                </a:solidFill>
              </a:rPr>
              <a:t>应用：</a:t>
            </a:r>
            <a:r>
              <a:rPr lang="zh-CN" altLang="en-US" sz="2400" dirty="0" smtClean="0"/>
              <a:t>在</a:t>
            </a:r>
            <a:r>
              <a:rPr lang="en-US" altLang="zh-CN" sz="2400" dirty="0" smtClean="0"/>
              <a:t>CM-5</a:t>
            </a:r>
            <a:r>
              <a:rPr lang="zh-CN" altLang="en-US" sz="2400" dirty="0" smtClean="0"/>
              <a:t>计算机中得到了应用</a:t>
            </a:r>
          </a:p>
        </p:txBody>
      </p:sp>
      <p:sp>
        <p:nvSpPr>
          <p:cNvPr id="43013"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2 之 1</a:t>
            </a:r>
          </a:p>
        </p:txBody>
      </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0578" name="Rectangle 2"/>
          <p:cNvSpPr>
            <a:spLocks noGrp="1" noChangeArrowheads="1"/>
          </p:cNvSpPr>
          <p:nvPr>
            <p:ph type="title"/>
          </p:nvPr>
        </p:nvSpPr>
        <p:spPr/>
        <p:txBody>
          <a:bodyPr/>
          <a:lstStyle/>
          <a:p>
            <a:pPr eaLnBrk="1" hangingPunct="1">
              <a:defRPr/>
            </a:pPr>
            <a:r>
              <a:rPr lang="zh-CN" altLang="en-US" dirty="0" smtClean="0"/>
              <a:t>树形图示</a:t>
            </a:r>
          </a:p>
        </p:txBody>
      </p:sp>
      <p:sp>
        <p:nvSpPr>
          <p:cNvPr id="4403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互连网络种类</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静态互连网络</a:t>
            </a:r>
            <a:endParaRPr lang="zh-CN" altLang="en-US" sz="1200" b="0">
              <a:latin typeface="Times New Roman" pitchFamily="18" charset="0"/>
              <a:ea typeface="幼圆" pitchFamily="49" charset="-122"/>
            </a:endParaRPr>
          </a:p>
        </p:txBody>
      </p:sp>
      <p:sp>
        <p:nvSpPr>
          <p:cNvPr id="44036"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2 之 2</a:t>
            </a:r>
          </a:p>
        </p:txBody>
      </p:sp>
      <p:sp>
        <p:nvSpPr>
          <p:cNvPr id="44037" name="Line 26"/>
          <p:cNvSpPr>
            <a:spLocks noChangeShapeType="1"/>
          </p:cNvSpPr>
          <p:nvPr/>
        </p:nvSpPr>
        <p:spPr bwMode="auto">
          <a:xfrm rot="21000000" flipH="1">
            <a:off x="841375" y="4271963"/>
            <a:ext cx="384175" cy="690562"/>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38" name="Line 27"/>
          <p:cNvSpPr>
            <a:spLocks noChangeShapeType="1"/>
          </p:cNvSpPr>
          <p:nvPr/>
        </p:nvSpPr>
        <p:spPr bwMode="auto">
          <a:xfrm>
            <a:off x="1219200" y="4267200"/>
            <a:ext cx="152400" cy="685800"/>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39" name="Rectangle 34"/>
          <p:cNvSpPr>
            <a:spLocks noChangeArrowheads="1"/>
          </p:cNvSpPr>
          <p:nvPr/>
        </p:nvSpPr>
        <p:spPr bwMode="auto">
          <a:xfrm>
            <a:off x="1143000" y="5410200"/>
            <a:ext cx="19272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a:solidFill>
                  <a:schemeClr val="tx2"/>
                </a:solidFill>
                <a:latin typeface="Book Antiqua" pitchFamily="18" charset="0"/>
              </a:rPr>
              <a:t>二叉树网</a:t>
            </a:r>
            <a:endParaRPr lang="zh-CN" altLang="en-US">
              <a:solidFill>
                <a:schemeClr val="tx2"/>
              </a:solidFill>
              <a:latin typeface="Book Antiqua" pitchFamily="18" charset="0"/>
            </a:endParaRPr>
          </a:p>
        </p:txBody>
      </p:sp>
      <p:sp>
        <p:nvSpPr>
          <p:cNvPr id="920611" name="Rectangle 35"/>
          <p:cNvSpPr>
            <a:spLocks noChangeArrowheads="1"/>
          </p:cNvSpPr>
          <p:nvPr/>
        </p:nvSpPr>
        <p:spPr bwMode="auto">
          <a:xfrm>
            <a:off x="6858000" y="3127375"/>
            <a:ext cx="774700" cy="360363"/>
          </a:xfrm>
          <a:prstGeom prst="rect">
            <a:avLst/>
          </a:prstGeom>
          <a:gradFill rotWithShape="0">
            <a:gsLst>
              <a:gs pos="0">
                <a:schemeClr val="accent1"/>
              </a:gs>
              <a:gs pos="100000">
                <a:schemeClr val="accent1">
                  <a:gamma/>
                  <a:shade val="46275"/>
                  <a:invGamma/>
                </a:schemeClr>
              </a:gs>
            </a:gsLst>
            <a:path path="shape">
              <a:fillToRect l="50000" t="50000" r="50000" b="50000"/>
            </a:path>
          </a:gradFill>
          <a:ln w="28575">
            <a:solidFill>
              <a:schemeClr val="tx2"/>
            </a:solidFill>
            <a:miter lim="800000"/>
            <a:headEnd/>
            <a:tailEnd/>
          </a:ln>
        </p:spPr>
        <p:txBody>
          <a:bodyPr/>
          <a:lstStyle/>
          <a:p>
            <a:pPr>
              <a:defRPr/>
            </a:pPr>
            <a:endParaRPr lang="zh-CN" altLang="en-US">
              <a:ea typeface="宋体" pitchFamily="2" charset="-122"/>
            </a:endParaRPr>
          </a:p>
        </p:txBody>
      </p:sp>
      <p:sp>
        <p:nvSpPr>
          <p:cNvPr id="44041" name="Line 36"/>
          <p:cNvSpPr>
            <a:spLocks noChangeShapeType="1"/>
          </p:cNvSpPr>
          <p:nvPr/>
        </p:nvSpPr>
        <p:spPr bwMode="auto">
          <a:xfrm>
            <a:off x="6492875" y="3306763"/>
            <a:ext cx="365125" cy="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42" name="Line 37"/>
          <p:cNvSpPr>
            <a:spLocks noChangeShapeType="1"/>
          </p:cNvSpPr>
          <p:nvPr/>
        </p:nvSpPr>
        <p:spPr bwMode="auto">
          <a:xfrm>
            <a:off x="6310313" y="3208338"/>
            <a:ext cx="547687" cy="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0614" name="Rectangle 38"/>
          <p:cNvSpPr>
            <a:spLocks noChangeArrowheads="1"/>
          </p:cNvSpPr>
          <p:nvPr/>
        </p:nvSpPr>
        <p:spPr bwMode="auto">
          <a:xfrm>
            <a:off x="7726363" y="3667125"/>
            <a:ext cx="581025" cy="180975"/>
          </a:xfrm>
          <a:prstGeom prst="rect">
            <a:avLst/>
          </a:prstGeom>
          <a:gradFill rotWithShape="0">
            <a:gsLst>
              <a:gs pos="0">
                <a:schemeClr val="accent1"/>
              </a:gs>
              <a:gs pos="100000">
                <a:schemeClr val="accent1">
                  <a:gamma/>
                  <a:shade val="46275"/>
                  <a:invGamma/>
                </a:schemeClr>
              </a:gs>
            </a:gsLst>
            <a:path path="shape">
              <a:fillToRect l="50000" t="50000" r="50000" b="50000"/>
            </a:path>
          </a:gradFill>
          <a:ln w="28575">
            <a:solidFill>
              <a:schemeClr val="tx2"/>
            </a:solidFill>
            <a:miter lim="800000"/>
            <a:headEnd/>
            <a:tailEnd/>
          </a:ln>
        </p:spPr>
        <p:txBody>
          <a:bodyPr/>
          <a:lstStyle/>
          <a:p>
            <a:pPr>
              <a:defRPr/>
            </a:pPr>
            <a:endParaRPr lang="zh-CN" altLang="en-US">
              <a:ea typeface="宋体" pitchFamily="2" charset="-122"/>
            </a:endParaRPr>
          </a:p>
        </p:txBody>
      </p:sp>
      <p:sp>
        <p:nvSpPr>
          <p:cNvPr id="920615" name="Rectangle 39"/>
          <p:cNvSpPr>
            <a:spLocks noChangeArrowheads="1"/>
          </p:cNvSpPr>
          <p:nvPr/>
        </p:nvSpPr>
        <p:spPr bwMode="auto">
          <a:xfrm>
            <a:off x="6202363" y="3667125"/>
            <a:ext cx="581025" cy="180975"/>
          </a:xfrm>
          <a:prstGeom prst="rect">
            <a:avLst/>
          </a:prstGeom>
          <a:gradFill rotWithShape="0">
            <a:gsLst>
              <a:gs pos="0">
                <a:schemeClr val="accent1"/>
              </a:gs>
              <a:gs pos="100000">
                <a:schemeClr val="accent1">
                  <a:gamma/>
                  <a:shade val="46275"/>
                  <a:invGamma/>
                </a:schemeClr>
              </a:gs>
            </a:gsLst>
            <a:path path="shape">
              <a:fillToRect l="50000" t="50000" r="50000" b="50000"/>
            </a:path>
          </a:gradFill>
          <a:ln w="28575">
            <a:solidFill>
              <a:schemeClr val="tx2"/>
            </a:solidFill>
            <a:miter lim="800000"/>
            <a:headEnd/>
            <a:tailEnd/>
          </a:ln>
        </p:spPr>
        <p:txBody>
          <a:bodyPr/>
          <a:lstStyle/>
          <a:p>
            <a:pPr>
              <a:defRPr/>
            </a:pPr>
            <a:endParaRPr lang="zh-CN" altLang="en-US">
              <a:ea typeface="宋体" pitchFamily="2" charset="-122"/>
            </a:endParaRPr>
          </a:p>
        </p:txBody>
      </p:sp>
      <p:sp>
        <p:nvSpPr>
          <p:cNvPr id="44045" name="Line 40"/>
          <p:cNvSpPr>
            <a:spLocks noChangeShapeType="1"/>
          </p:cNvSpPr>
          <p:nvPr/>
        </p:nvSpPr>
        <p:spPr bwMode="auto">
          <a:xfrm>
            <a:off x="6492875" y="3306763"/>
            <a:ext cx="0" cy="360362"/>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46" name="Line 41"/>
          <p:cNvSpPr>
            <a:spLocks noChangeShapeType="1"/>
          </p:cNvSpPr>
          <p:nvPr/>
        </p:nvSpPr>
        <p:spPr bwMode="auto">
          <a:xfrm>
            <a:off x="6323013" y="3208338"/>
            <a:ext cx="0" cy="479425"/>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47" name="Line 42"/>
          <p:cNvSpPr>
            <a:spLocks noChangeShapeType="1"/>
          </p:cNvSpPr>
          <p:nvPr/>
        </p:nvSpPr>
        <p:spPr bwMode="auto">
          <a:xfrm>
            <a:off x="6665913" y="3406775"/>
            <a:ext cx="192087" cy="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48" name="Line 43"/>
          <p:cNvSpPr>
            <a:spLocks noChangeShapeType="1"/>
          </p:cNvSpPr>
          <p:nvPr/>
        </p:nvSpPr>
        <p:spPr bwMode="auto">
          <a:xfrm>
            <a:off x="6665913" y="3406775"/>
            <a:ext cx="0" cy="26035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0620" name="Rectangle 44"/>
          <p:cNvSpPr>
            <a:spLocks noChangeArrowheads="1"/>
          </p:cNvSpPr>
          <p:nvPr/>
        </p:nvSpPr>
        <p:spPr bwMode="auto">
          <a:xfrm>
            <a:off x="5891213" y="4208463"/>
            <a:ext cx="387350" cy="179387"/>
          </a:xfrm>
          <a:prstGeom prst="rect">
            <a:avLst/>
          </a:prstGeom>
          <a:gradFill rotWithShape="0">
            <a:gsLst>
              <a:gs pos="0">
                <a:schemeClr val="accent1"/>
              </a:gs>
              <a:gs pos="100000">
                <a:schemeClr val="accent1">
                  <a:gamma/>
                  <a:shade val="46275"/>
                  <a:invGamma/>
                </a:schemeClr>
              </a:gs>
            </a:gsLst>
            <a:path path="shape">
              <a:fillToRect l="50000" t="50000" r="50000" b="50000"/>
            </a:path>
          </a:gradFill>
          <a:ln w="28575">
            <a:solidFill>
              <a:schemeClr val="tx2"/>
            </a:solidFill>
            <a:miter lim="800000"/>
            <a:headEnd/>
            <a:tailEnd/>
          </a:ln>
        </p:spPr>
        <p:txBody>
          <a:bodyPr/>
          <a:lstStyle/>
          <a:p>
            <a:pPr>
              <a:defRPr/>
            </a:pPr>
            <a:endParaRPr lang="zh-CN" altLang="en-US">
              <a:ea typeface="宋体" pitchFamily="2" charset="-122"/>
            </a:endParaRPr>
          </a:p>
        </p:txBody>
      </p:sp>
      <p:sp>
        <p:nvSpPr>
          <p:cNvPr id="920621" name="Rectangle 45"/>
          <p:cNvSpPr>
            <a:spLocks noChangeArrowheads="1"/>
          </p:cNvSpPr>
          <p:nvPr/>
        </p:nvSpPr>
        <p:spPr bwMode="auto">
          <a:xfrm>
            <a:off x="6665913" y="4208463"/>
            <a:ext cx="385762" cy="179387"/>
          </a:xfrm>
          <a:prstGeom prst="rect">
            <a:avLst/>
          </a:prstGeom>
          <a:gradFill rotWithShape="0">
            <a:gsLst>
              <a:gs pos="0">
                <a:schemeClr val="accent1"/>
              </a:gs>
              <a:gs pos="100000">
                <a:schemeClr val="accent1">
                  <a:gamma/>
                  <a:shade val="46275"/>
                  <a:invGamma/>
                </a:schemeClr>
              </a:gs>
            </a:gsLst>
            <a:path path="shape">
              <a:fillToRect l="50000" t="50000" r="50000" b="50000"/>
            </a:path>
          </a:gradFill>
          <a:ln w="28575">
            <a:solidFill>
              <a:schemeClr val="tx2"/>
            </a:solidFill>
            <a:miter lim="800000"/>
            <a:headEnd/>
            <a:tailEnd/>
          </a:ln>
        </p:spPr>
        <p:txBody>
          <a:bodyPr/>
          <a:lstStyle/>
          <a:p>
            <a:pPr>
              <a:defRPr/>
            </a:pPr>
            <a:endParaRPr lang="zh-CN" altLang="en-US">
              <a:ea typeface="宋体" pitchFamily="2" charset="-122"/>
            </a:endParaRPr>
          </a:p>
        </p:txBody>
      </p:sp>
      <p:sp>
        <p:nvSpPr>
          <p:cNvPr id="920622" name="Rectangle 46"/>
          <p:cNvSpPr>
            <a:spLocks noChangeArrowheads="1"/>
          </p:cNvSpPr>
          <p:nvPr/>
        </p:nvSpPr>
        <p:spPr bwMode="auto">
          <a:xfrm>
            <a:off x="7439025" y="4208463"/>
            <a:ext cx="387350" cy="179387"/>
          </a:xfrm>
          <a:prstGeom prst="rect">
            <a:avLst/>
          </a:prstGeom>
          <a:gradFill rotWithShape="0">
            <a:gsLst>
              <a:gs pos="0">
                <a:schemeClr val="accent1"/>
              </a:gs>
              <a:gs pos="100000">
                <a:schemeClr val="accent1">
                  <a:gamma/>
                  <a:shade val="46275"/>
                  <a:invGamma/>
                </a:schemeClr>
              </a:gs>
            </a:gsLst>
            <a:path path="shape">
              <a:fillToRect l="50000" t="50000" r="50000" b="50000"/>
            </a:path>
          </a:gradFill>
          <a:ln w="28575">
            <a:solidFill>
              <a:schemeClr val="tx2"/>
            </a:solidFill>
            <a:miter lim="800000"/>
            <a:headEnd/>
            <a:tailEnd/>
          </a:ln>
        </p:spPr>
        <p:txBody>
          <a:bodyPr/>
          <a:lstStyle/>
          <a:p>
            <a:pPr>
              <a:defRPr/>
            </a:pPr>
            <a:endParaRPr lang="zh-CN" altLang="en-US">
              <a:ea typeface="宋体" pitchFamily="2" charset="-122"/>
            </a:endParaRPr>
          </a:p>
        </p:txBody>
      </p:sp>
      <p:sp>
        <p:nvSpPr>
          <p:cNvPr id="920623" name="Rectangle 47"/>
          <p:cNvSpPr>
            <a:spLocks noChangeArrowheads="1"/>
          </p:cNvSpPr>
          <p:nvPr/>
        </p:nvSpPr>
        <p:spPr bwMode="auto">
          <a:xfrm>
            <a:off x="8213725" y="4208463"/>
            <a:ext cx="387350" cy="179387"/>
          </a:xfrm>
          <a:prstGeom prst="rect">
            <a:avLst/>
          </a:prstGeom>
          <a:gradFill rotWithShape="0">
            <a:gsLst>
              <a:gs pos="0">
                <a:schemeClr val="accent1"/>
              </a:gs>
              <a:gs pos="100000">
                <a:schemeClr val="accent1">
                  <a:gamma/>
                  <a:shade val="46275"/>
                  <a:invGamma/>
                </a:schemeClr>
              </a:gs>
            </a:gsLst>
            <a:path path="shape">
              <a:fillToRect l="50000" t="50000" r="50000" b="50000"/>
            </a:path>
          </a:gradFill>
          <a:ln w="28575">
            <a:solidFill>
              <a:schemeClr val="tx2"/>
            </a:solidFill>
            <a:miter lim="800000"/>
            <a:headEnd/>
            <a:tailEnd/>
          </a:ln>
        </p:spPr>
        <p:txBody>
          <a:bodyPr/>
          <a:lstStyle/>
          <a:p>
            <a:pPr>
              <a:defRPr/>
            </a:pPr>
            <a:endParaRPr lang="zh-CN" altLang="en-US">
              <a:ea typeface="宋体" pitchFamily="2" charset="-122"/>
            </a:endParaRPr>
          </a:p>
        </p:txBody>
      </p:sp>
      <p:sp>
        <p:nvSpPr>
          <p:cNvPr id="44053" name="Line 48"/>
          <p:cNvSpPr>
            <a:spLocks noChangeShapeType="1"/>
          </p:cNvSpPr>
          <p:nvPr/>
        </p:nvSpPr>
        <p:spPr bwMode="auto">
          <a:xfrm>
            <a:off x="6019800" y="3733800"/>
            <a:ext cx="182563" cy="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54" name="Line 49"/>
          <p:cNvSpPr>
            <a:spLocks noChangeShapeType="1"/>
          </p:cNvSpPr>
          <p:nvPr/>
        </p:nvSpPr>
        <p:spPr bwMode="auto">
          <a:xfrm>
            <a:off x="6116638" y="3825875"/>
            <a:ext cx="73025" cy="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55" name="Line 50"/>
          <p:cNvSpPr>
            <a:spLocks noChangeShapeType="1"/>
          </p:cNvSpPr>
          <p:nvPr/>
        </p:nvSpPr>
        <p:spPr bwMode="auto">
          <a:xfrm>
            <a:off x="6019800" y="3733800"/>
            <a:ext cx="0" cy="45720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56" name="Line 51"/>
          <p:cNvSpPr>
            <a:spLocks noChangeShapeType="1"/>
          </p:cNvSpPr>
          <p:nvPr/>
        </p:nvSpPr>
        <p:spPr bwMode="auto">
          <a:xfrm>
            <a:off x="6116638" y="3825875"/>
            <a:ext cx="0" cy="392113"/>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57" name="Line 60"/>
          <p:cNvSpPr>
            <a:spLocks noChangeShapeType="1"/>
          </p:cNvSpPr>
          <p:nvPr/>
        </p:nvSpPr>
        <p:spPr bwMode="auto">
          <a:xfrm rot="21000000" flipH="1">
            <a:off x="5826125" y="4416425"/>
            <a:ext cx="193675" cy="360363"/>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58" name="Line 61"/>
          <p:cNvSpPr>
            <a:spLocks noChangeShapeType="1"/>
          </p:cNvSpPr>
          <p:nvPr/>
        </p:nvSpPr>
        <p:spPr bwMode="auto">
          <a:xfrm>
            <a:off x="6130925" y="4387850"/>
            <a:ext cx="117475" cy="41275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59" name="Line 62"/>
          <p:cNvSpPr>
            <a:spLocks noChangeShapeType="1"/>
          </p:cNvSpPr>
          <p:nvPr/>
        </p:nvSpPr>
        <p:spPr bwMode="auto">
          <a:xfrm rot="21000000" flipH="1">
            <a:off x="6616700" y="4416425"/>
            <a:ext cx="193675" cy="360363"/>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60" name="Line 63"/>
          <p:cNvSpPr>
            <a:spLocks noChangeShapeType="1"/>
          </p:cNvSpPr>
          <p:nvPr/>
        </p:nvSpPr>
        <p:spPr bwMode="auto">
          <a:xfrm rot="21000000" flipH="1">
            <a:off x="7410450" y="4416425"/>
            <a:ext cx="193675" cy="360363"/>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61" name="Line 64"/>
          <p:cNvSpPr>
            <a:spLocks noChangeShapeType="1"/>
          </p:cNvSpPr>
          <p:nvPr/>
        </p:nvSpPr>
        <p:spPr bwMode="auto">
          <a:xfrm rot="21000000" flipH="1">
            <a:off x="8167688" y="4416425"/>
            <a:ext cx="193675" cy="360363"/>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62" name="Line 65"/>
          <p:cNvSpPr>
            <a:spLocks noChangeShapeType="1"/>
          </p:cNvSpPr>
          <p:nvPr/>
        </p:nvSpPr>
        <p:spPr bwMode="auto">
          <a:xfrm>
            <a:off x="6899275" y="4387850"/>
            <a:ext cx="111125" cy="48895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63" name="Line 66"/>
          <p:cNvSpPr>
            <a:spLocks noChangeShapeType="1"/>
          </p:cNvSpPr>
          <p:nvPr/>
        </p:nvSpPr>
        <p:spPr bwMode="auto">
          <a:xfrm>
            <a:off x="7654925" y="4416425"/>
            <a:ext cx="117475" cy="460375"/>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64" name="Line 67"/>
          <p:cNvSpPr>
            <a:spLocks noChangeShapeType="1"/>
          </p:cNvSpPr>
          <p:nvPr/>
        </p:nvSpPr>
        <p:spPr bwMode="auto">
          <a:xfrm>
            <a:off x="8447088" y="4387850"/>
            <a:ext cx="163512" cy="41275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65" name="Line 68"/>
          <p:cNvSpPr>
            <a:spLocks noChangeShapeType="1"/>
          </p:cNvSpPr>
          <p:nvPr/>
        </p:nvSpPr>
        <p:spPr bwMode="auto">
          <a:xfrm>
            <a:off x="8178800" y="3197225"/>
            <a:ext cx="0" cy="474663"/>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66" name="Line 69"/>
          <p:cNvSpPr>
            <a:spLocks noChangeShapeType="1"/>
          </p:cNvSpPr>
          <p:nvPr/>
        </p:nvSpPr>
        <p:spPr bwMode="auto">
          <a:xfrm>
            <a:off x="7632700" y="3197225"/>
            <a:ext cx="549275" cy="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67" name="Line 70"/>
          <p:cNvSpPr>
            <a:spLocks noChangeShapeType="1"/>
          </p:cNvSpPr>
          <p:nvPr/>
        </p:nvSpPr>
        <p:spPr bwMode="auto">
          <a:xfrm>
            <a:off x="7632700" y="3306763"/>
            <a:ext cx="366713" cy="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68" name="Line 71"/>
          <p:cNvSpPr>
            <a:spLocks noChangeShapeType="1"/>
          </p:cNvSpPr>
          <p:nvPr/>
        </p:nvSpPr>
        <p:spPr bwMode="auto">
          <a:xfrm>
            <a:off x="7996238" y="3306763"/>
            <a:ext cx="0" cy="360362"/>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69" name="Line 72"/>
          <p:cNvSpPr>
            <a:spLocks noChangeShapeType="1"/>
          </p:cNvSpPr>
          <p:nvPr/>
        </p:nvSpPr>
        <p:spPr bwMode="auto">
          <a:xfrm>
            <a:off x="7632700" y="3433763"/>
            <a:ext cx="193675" cy="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70" name="Line 73"/>
          <p:cNvSpPr>
            <a:spLocks noChangeShapeType="1"/>
          </p:cNvSpPr>
          <p:nvPr/>
        </p:nvSpPr>
        <p:spPr bwMode="auto">
          <a:xfrm>
            <a:off x="7826375" y="3419475"/>
            <a:ext cx="0" cy="261938"/>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71" name="Line 74"/>
          <p:cNvSpPr>
            <a:spLocks noChangeShapeType="1"/>
          </p:cNvSpPr>
          <p:nvPr/>
        </p:nvSpPr>
        <p:spPr bwMode="auto">
          <a:xfrm>
            <a:off x="6858000" y="3798888"/>
            <a:ext cx="0" cy="392112"/>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72" name="Line 75"/>
          <p:cNvSpPr>
            <a:spLocks noChangeShapeType="1"/>
          </p:cNvSpPr>
          <p:nvPr/>
        </p:nvSpPr>
        <p:spPr bwMode="auto">
          <a:xfrm>
            <a:off x="6934200" y="3733800"/>
            <a:ext cx="0" cy="45720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73" name="Line 76"/>
          <p:cNvSpPr>
            <a:spLocks noChangeShapeType="1"/>
          </p:cNvSpPr>
          <p:nvPr/>
        </p:nvSpPr>
        <p:spPr bwMode="auto">
          <a:xfrm>
            <a:off x="8458200" y="3733800"/>
            <a:ext cx="0" cy="45720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74" name="Line 77"/>
          <p:cNvSpPr>
            <a:spLocks noChangeShapeType="1"/>
          </p:cNvSpPr>
          <p:nvPr/>
        </p:nvSpPr>
        <p:spPr bwMode="auto">
          <a:xfrm>
            <a:off x="7542213" y="3733800"/>
            <a:ext cx="0" cy="45720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75" name="Line 78"/>
          <p:cNvSpPr>
            <a:spLocks noChangeShapeType="1"/>
          </p:cNvSpPr>
          <p:nvPr/>
        </p:nvSpPr>
        <p:spPr bwMode="auto">
          <a:xfrm>
            <a:off x="6775450" y="3798888"/>
            <a:ext cx="73025" cy="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76" name="Line 79"/>
          <p:cNvSpPr>
            <a:spLocks noChangeShapeType="1"/>
          </p:cNvSpPr>
          <p:nvPr/>
        </p:nvSpPr>
        <p:spPr bwMode="auto">
          <a:xfrm>
            <a:off x="6751638" y="3733800"/>
            <a:ext cx="182562" cy="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77" name="Line 80"/>
          <p:cNvSpPr>
            <a:spLocks noChangeShapeType="1"/>
          </p:cNvSpPr>
          <p:nvPr/>
        </p:nvSpPr>
        <p:spPr bwMode="auto">
          <a:xfrm>
            <a:off x="7542213" y="3733800"/>
            <a:ext cx="184150" cy="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78" name="Line 81"/>
          <p:cNvSpPr>
            <a:spLocks noChangeShapeType="1"/>
          </p:cNvSpPr>
          <p:nvPr/>
        </p:nvSpPr>
        <p:spPr bwMode="auto">
          <a:xfrm>
            <a:off x="8275638" y="3733800"/>
            <a:ext cx="182562" cy="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79" name="Line 82"/>
          <p:cNvSpPr>
            <a:spLocks noChangeShapeType="1"/>
          </p:cNvSpPr>
          <p:nvPr/>
        </p:nvSpPr>
        <p:spPr bwMode="auto">
          <a:xfrm>
            <a:off x="8334375" y="3798888"/>
            <a:ext cx="0" cy="392112"/>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80" name="Line 83"/>
          <p:cNvSpPr>
            <a:spLocks noChangeShapeType="1"/>
          </p:cNvSpPr>
          <p:nvPr/>
        </p:nvSpPr>
        <p:spPr bwMode="auto">
          <a:xfrm>
            <a:off x="7632700" y="3798888"/>
            <a:ext cx="0" cy="392112"/>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81" name="Line 84"/>
          <p:cNvSpPr>
            <a:spLocks noChangeShapeType="1"/>
          </p:cNvSpPr>
          <p:nvPr/>
        </p:nvSpPr>
        <p:spPr bwMode="auto">
          <a:xfrm>
            <a:off x="8275638" y="3798888"/>
            <a:ext cx="73025" cy="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82" name="Line 85"/>
          <p:cNvSpPr>
            <a:spLocks noChangeShapeType="1"/>
          </p:cNvSpPr>
          <p:nvPr/>
        </p:nvSpPr>
        <p:spPr bwMode="auto">
          <a:xfrm>
            <a:off x="7632700" y="3798888"/>
            <a:ext cx="73025" cy="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83" name="Rectangle 86"/>
          <p:cNvSpPr>
            <a:spLocks noChangeArrowheads="1"/>
          </p:cNvSpPr>
          <p:nvPr/>
        </p:nvSpPr>
        <p:spPr bwMode="auto">
          <a:xfrm>
            <a:off x="6096000" y="5410200"/>
            <a:ext cx="25908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a:solidFill>
                  <a:schemeClr val="tx2"/>
                </a:solidFill>
                <a:latin typeface="Book Antiqua" pitchFamily="18" charset="0"/>
              </a:rPr>
              <a:t>二叉胖树网</a:t>
            </a:r>
            <a:endParaRPr lang="zh-CN" altLang="en-US">
              <a:solidFill>
                <a:schemeClr val="tx2"/>
              </a:solidFill>
              <a:latin typeface="Book Antiqua" pitchFamily="18" charset="0"/>
            </a:endParaRPr>
          </a:p>
        </p:txBody>
      </p:sp>
      <p:sp>
        <p:nvSpPr>
          <p:cNvPr id="44084" name="Oval 90"/>
          <p:cNvSpPr>
            <a:spLocks noChangeArrowheads="1"/>
          </p:cNvSpPr>
          <p:nvPr/>
        </p:nvSpPr>
        <p:spPr bwMode="auto">
          <a:xfrm>
            <a:off x="1095375" y="4114800"/>
            <a:ext cx="193675" cy="179388"/>
          </a:xfrm>
          <a:prstGeom prst="ellipse">
            <a:avLst/>
          </a:prstGeom>
          <a:gradFill rotWithShape="0">
            <a:gsLst>
              <a:gs pos="0">
                <a:srgbClr val="FFFF00"/>
              </a:gs>
              <a:gs pos="100000">
                <a:srgbClr val="767600"/>
              </a:gs>
            </a:gsLst>
            <a:path path="shape">
              <a:fillToRect l="50000" t="50000" r="50000" b="50000"/>
            </a:path>
          </a:gradFill>
          <a:ln w="28575">
            <a:solidFill>
              <a:schemeClr val="tx2"/>
            </a:solidFill>
            <a:round/>
            <a:headEnd/>
            <a:tailEnd/>
          </a:ln>
        </p:spPr>
        <p:txBody>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44085" name="Oval 91"/>
          <p:cNvSpPr>
            <a:spLocks noChangeArrowheads="1"/>
          </p:cNvSpPr>
          <p:nvPr/>
        </p:nvSpPr>
        <p:spPr bwMode="auto">
          <a:xfrm>
            <a:off x="838200" y="4953000"/>
            <a:ext cx="193675" cy="179388"/>
          </a:xfrm>
          <a:prstGeom prst="ellipse">
            <a:avLst/>
          </a:prstGeom>
          <a:gradFill rotWithShape="0">
            <a:gsLst>
              <a:gs pos="0">
                <a:srgbClr val="FFFF00"/>
              </a:gs>
              <a:gs pos="100000">
                <a:srgbClr val="767600"/>
              </a:gs>
            </a:gsLst>
            <a:path path="shape">
              <a:fillToRect l="50000" t="50000" r="50000" b="50000"/>
            </a:path>
          </a:gradFill>
          <a:ln w="28575">
            <a:solidFill>
              <a:schemeClr val="tx2"/>
            </a:solidFill>
            <a:round/>
            <a:headEnd/>
            <a:tailEnd/>
          </a:ln>
        </p:spPr>
        <p:txBody>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44086" name="Oval 92"/>
          <p:cNvSpPr>
            <a:spLocks noChangeArrowheads="1"/>
          </p:cNvSpPr>
          <p:nvPr/>
        </p:nvSpPr>
        <p:spPr bwMode="auto">
          <a:xfrm>
            <a:off x="1276350" y="4953000"/>
            <a:ext cx="193675" cy="179388"/>
          </a:xfrm>
          <a:prstGeom prst="ellipse">
            <a:avLst/>
          </a:prstGeom>
          <a:gradFill rotWithShape="0">
            <a:gsLst>
              <a:gs pos="0">
                <a:srgbClr val="FFFF00"/>
              </a:gs>
              <a:gs pos="100000">
                <a:srgbClr val="767600"/>
              </a:gs>
            </a:gsLst>
            <a:path path="shape">
              <a:fillToRect l="50000" t="50000" r="50000" b="50000"/>
            </a:path>
          </a:gradFill>
          <a:ln w="28575">
            <a:solidFill>
              <a:schemeClr val="tx2"/>
            </a:solidFill>
            <a:round/>
            <a:headEnd/>
            <a:tailEnd/>
          </a:ln>
        </p:spPr>
        <p:txBody>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44087" name="Line 99"/>
          <p:cNvSpPr>
            <a:spLocks noChangeShapeType="1"/>
          </p:cNvSpPr>
          <p:nvPr/>
        </p:nvSpPr>
        <p:spPr bwMode="auto">
          <a:xfrm rot="21000000" flipH="1">
            <a:off x="1527175" y="4271963"/>
            <a:ext cx="384175" cy="690562"/>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88" name="Line 100"/>
          <p:cNvSpPr>
            <a:spLocks noChangeShapeType="1"/>
          </p:cNvSpPr>
          <p:nvPr/>
        </p:nvSpPr>
        <p:spPr bwMode="auto">
          <a:xfrm>
            <a:off x="1905000" y="4267200"/>
            <a:ext cx="152400" cy="685800"/>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89" name="Oval 101"/>
          <p:cNvSpPr>
            <a:spLocks noChangeArrowheads="1"/>
          </p:cNvSpPr>
          <p:nvPr/>
        </p:nvSpPr>
        <p:spPr bwMode="auto">
          <a:xfrm>
            <a:off x="1752600" y="4114800"/>
            <a:ext cx="193675" cy="179388"/>
          </a:xfrm>
          <a:prstGeom prst="ellipse">
            <a:avLst/>
          </a:prstGeom>
          <a:gradFill rotWithShape="0">
            <a:gsLst>
              <a:gs pos="0">
                <a:srgbClr val="FFFF00"/>
              </a:gs>
              <a:gs pos="100000">
                <a:srgbClr val="767600"/>
              </a:gs>
            </a:gsLst>
            <a:path path="shape">
              <a:fillToRect l="50000" t="50000" r="50000" b="50000"/>
            </a:path>
          </a:gradFill>
          <a:ln w="28575">
            <a:solidFill>
              <a:schemeClr val="tx2"/>
            </a:solidFill>
            <a:round/>
            <a:headEnd/>
            <a:tailEnd/>
          </a:ln>
        </p:spPr>
        <p:txBody>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44090" name="Oval 102"/>
          <p:cNvSpPr>
            <a:spLocks noChangeArrowheads="1"/>
          </p:cNvSpPr>
          <p:nvPr/>
        </p:nvSpPr>
        <p:spPr bwMode="auto">
          <a:xfrm>
            <a:off x="1524000" y="4953000"/>
            <a:ext cx="193675" cy="179388"/>
          </a:xfrm>
          <a:prstGeom prst="ellipse">
            <a:avLst/>
          </a:prstGeom>
          <a:gradFill rotWithShape="0">
            <a:gsLst>
              <a:gs pos="0">
                <a:srgbClr val="FFFF00"/>
              </a:gs>
              <a:gs pos="100000">
                <a:srgbClr val="767600"/>
              </a:gs>
            </a:gsLst>
            <a:path path="shape">
              <a:fillToRect l="50000" t="50000" r="50000" b="50000"/>
            </a:path>
          </a:gradFill>
          <a:ln w="28575">
            <a:solidFill>
              <a:schemeClr val="tx2"/>
            </a:solidFill>
            <a:round/>
            <a:headEnd/>
            <a:tailEnd/>
          </a:ln>
        </p:spPr>
        <p:txBody>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44091" name="Oval 103"/>
          <p:cNvSpPr>
            <a:spLocks noChangeArrowheads="1"/>
          </p:cNvSpPr>
          <p:nvPr/>
        </p:nvSpPr>
        <p:spPr bwMode="auto">
          <a:xfrm>
            <a:off x="1962150" y="4953000"/>
            <a:ext cx="193675" cy="179388"/>
          </a:xfrm>
          <a:prstGeom prst="ellipse">
            <a:avLst/>
          </a:prstGeom>
          <a:gradFill rotWithShape="0">
            <a:gsLst>
              <a:gs pos="0">
                <a:srgbClr val="FFFF00"/>
              </a:gs>
              <a:gs pos="100000">
                <a:srgbClr val="767600"/>
              </a:gs>
            </a:gsLst>
            <a:path path="shape">
              <a:fillToRect l="50000" t="50000" r="50000" b="50000"/>
            </a:path>
          </a:gradFill>
          <a:ln w="28575">
            <a:solidFill>
              <a:schemeClr val="tx2"/>
            </a:solidFill>
            <a:round/>
            <a:headEnd/>
            <a:tailEnd/>
          </a:ln>
        </p:spPr>
        <p:txBody>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44092" name="Line 104"/>
          <p:cNvSpPr>
            <a:spLocks noChangeShapeType="1"/>
          </p:cNvSpPr>
          <p:nvPr/>
        </p:nvSpPr>
        <p:spPr bwMode="auto">
          <a:xfrm rot="21000000" flipH="1">
            <a:off x="2212975" y="4271963"/>
            <a:ext cx="384175" cy="690562"/>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93" name="Line 105"/>
          <p:cNvSpPr>
            <a:spLocks noChangeShapeType="1"/>
          </p:cNvSpPr>
          <p:nvPr/>
        </p:nvSpPr>
        <p:spPr bwMode="auto">
          <a:xfrm>
            <a:off x="2590800" y="4267200"/>
            <a:ext cx="152400" cy="685800"/>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94" name="Oval 106"/>
          <p:cNvSpPr>
            <a:spLocks noChangeArrowheads="1"/>
          </p:cNvSpPr>
          <p:nvPr/>
        </p:nvSpPr>
        <p:spPr bwMode="auto">
          <a:xfrm>
            <a:off x="2463800" y="4114800"/>
            <a:ext cx="193675" cy="179388"/>
          </a:xfrm>
          <a:prstGeom prst="ellipse">
            <a:avLst/>
          </a:prstGeom>
          <a:gradFill rotWithShape="0">
            <a:gsLst>
              <a:gs pos="0">
                <a:srgbClr val="FFFF00"/>
              </a:gs>
              <a:gs pos="100000">
                <a:srgbClr val="767600"/>
              </a:gs>
            </a:gsLst>
            <a:path path="shape">
              <a:fillToRect l="50000" t="50000" r="50000" b="50000"/>
            </a:path>
          </a:gradFill>
          <a:ln w="28575">
            <a:solidFill>
              <a:schemeClr val="tx2"/>
            </a:solidFill>
            <a:round/>
            <a:headEnd/>
            <a:tailEnd/>
          </a:ln>
        </p:spPr>
        <p:txBody>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44095" name="Oval 107"/>
          <p:cNvSpPr>
            <a:spLocks noChangeArrowheads="1"/>
          </p:cNvSpPr>
          <p:nvPr/>
        </p:nvSpPr>
        <p:spPr bwMode="auto">
          <a:xfrm>
            <a:off x="2209800" y="4953000"/>
            <a:ext cx="193675" cy="179388"/>
          </a:xfrm>
          <a:prstGeom prst="ellipse">
            <a:avLst/>
          </a:prstGeom>
          <a:gradFill rotWithShape="0">
            <a:gsLst>
              <a:gs pos="0">
                <a:srgbClr val="FFFF00"/>
              </a:gs>
              <a:gs pos="100000">
                <a:srgbClr val="767600"/>
              </a:gs>
            </a:gsLst>
            <a:path path="shape">
              <a:fillToRect l="50000" t="50000" r="50000" b="50000"/>
            </a:path>
          </a:gradFill>
          <a:ln w="28575">
            <a:solidFill>
              <a:schemeClr val="tx2"/>
            </a:solidFill>
            <a:round/>
            <a:headEnd/>
            <a:tailEnd/>
          </a:ln>
        </p:spPr>
        <p:txBody>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44096" name="Oval 108"/>
          <p:cNvSpPr>
            <a:spLocks noChangeArrowheads="1"/>
          </p:cNvSpPr>
          <p:nvPr/>
        </p:nvSpPr>
        <p:spPr bwMode="auto">
          <a:xfrm>
            <a:off x="2647950" y="4953000"/>
            <a:ext cx="193675" cy="179388"/>
          </a:xfrm>
          <a:prstGeom prst="ellipse">
            <a:avLst/>
          </a:prstGeom>
          <a:gradFill rotWithShape="0">
            <a:gsLst>
              <a:gs pos="0">
                <a:srgbClr val="FFFF00"/>
              </a:gs>
              <a:gs pos="100000">
                <a:srgbClr val="767600"/>
              </a:gs>
            </a:gsLst>
            <a:path path="shape">
              <a:fillToRect l="50000" t="50000" r="50000" b="50000"/>
            </a:path>
          </a:gradFill>
          <a:ln w="28575">
            <a:solidFill>
              <a:schemeClr val="tx2"/>
            </a:solidFill>
            <a:round/>
            <a:headEnd/>
            <a:tailEnd/>
          </a:ln>
        </p:spPr>
        <p:txBody>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44097" name="Line 109"/>
          <p:cNvSpPr>
            <a:spLocks noChangeShapeType="1"/>
          </p:cNvSpPr>
          <p:nvPr/>
        </p:nvSpPr>
        <p:spPr bwMode="auto">
          <a:xfrm rot="21000000" flipH="1">
            <a:off x="2898775" y="4271963"/>
            <a:ext cx="384175" cy="690562"/>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98" name="Line 110"/>
          <p:cNvSpPr>
            <a:spLocks noChangeShapeType="1"/>
          </p:cNvSpPr>
          <p:nvPr/>
        </p:nvSpPr>
        <p:spPr bwMode="auto">
          <a:xfrm>
            <a:off x="3276600" y="4267200"/>
            <a:ext cx="152400" cy="685800"/>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99" name="Oval 111"/>
          <p:cNvSpPr>
            <a:spLocks noChangeArrowheads="1"/>
          </p:cNvSpPr>
          <p:nvPr/>
        </p:nvSpPr>
        <p:spPr bwMode="auto">
          <a:xfrm>
            <a:off x="3138488" y="4114800"/>
            <a:ext cx="193675" cy="179388"/>
          </a:xfrm>
          <a:prstGeom prst="ellipse">
            <a:avLst/>
          </a:prstGeom>
          <a:gradFill rotWithShape="0">
            <a:gsLst>
              <a:gs pos="0">
                <a:srgbClr val="FFFF00"/>
              </a:gs>
              <a:gs pos="100000">
                <a:srgbClr val="767600"/>
              </a:gs>
            </a:gsLst>
            <a:path path="shape">
              <a:fillToRect l="50000" t="50000" r="50000" b="50000"/>
            </a:path>
          </a:gradFill>
          <a:ln w="28575">
            <a:solidFill>
              <a:schemeClr val="tx2"/>
            </a:solidFill>
            <a:round/>
            <a:headEnd/>
            <a:tailEnd/>
          </a:ln>
        </p:spPr>
        <p:txBody>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44100" name="Oval 112"/>
          <p:cNvSpPr>
            <a:spLocks noChangeArrowheads="1"/>
          </p:cNvSpPr>
          <p:nvPr/>
        </p:nvSpPr>
        <p:spPr bwMode="auto">
          <a:xfrm>
            <a:off x="2895600" y="4953000"/>
            <a:ext cx="193675" cy="179388"/>
          </a:xfrm>
          <a:prstGeom prst="ellipse">
            <a:avLst/>
          </a:prstGeom>
          <a:gradFill rotWithShape="0">
            <a:gsLst>
              <a:gs pos="0">
                <a:srgbClr val="FFFF00"/>
              </a:gs>
              <a:gs pos="100000">
                <a:srgbClr val="767600"/>
              </a:gs>
            </a:gsLst>
            <a:path path="shape">
              <a:fillToRect l="50000" t="50000" r="50000" b="50000"/>
            </a:path>
          </a:gradFill>
          <a:ln w="28575">
            <a:solidFill>
              <a:schemeClr val="tx2"/>
            </a:solidFill>
            <a:round/>
            <a:headEnd/>
            <a:tailEnd/>
          </a:ln>
        </p:spPr>
        <p:txBody>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44101" name="Oval 113"/>
          <p:cNvSpPr>
            <a:spLocks noChangeArrowheads="1"/>
          </p:cNvSpPr>
          <p:nvPr/>
        </p:nvSpPr>
        <p:spPr bwMode="auto">
          <a:xfrm>
            <a:off x="3352800" y="4953000"/>
            <a:ext cx="193675" cy="179388"/>
          </a:xfrm>
          <a:prstGeom prst="ellipse">
            <a:avLst/>
          </a:prstGeom>
          <a:gradFill rotWithShape="0">
            <a:gsLst>
              <a:gs pos="0">
                <a:srgbClr val="FFFF00"/>
              </a:gs>
              <a:gs pos="100000">
                <a:srgbClr val="767600"/>
              </a:gs>
            </a:gsLst>
            <a:path path="shape">
              <a:fillToRect l="50000" t="50000" r="50000" b="50000"/>
            </a:path>
          </a:gradFill>
          <a:ln w="28575">
            <a:solidFill>
              <a:schemeClr val="tx2"/>
            </a:solidFill>
            <a:round/>
            <a:headEnd/>
            <a:tailEnd/>
          </a:ln>
        </p:spPr>
        <p:txBody>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44102" name="Line 114"/>
          <p:cNvSpPr>
            <a:spLocks noChangeShapeType="1"/>
          </p:cNvSpPr>
          <p:nvPr/>
        </p:nvSpPr>
        <p:spPr bwMode="auto">
          <a:xfrm rot="21000000" flipH="1">
            <a:off x="1130300" y="3344863"/>
            <a:ext cx="468313" cy="763587"/>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103" name="Line 115"/>
          <p:cNvSpPr>
            <a:spLocks noChangeShapeType="1"/>
          </p:cNvSpPr>
          <p:nvPr/>
        </p:nvSpPr>
        <p:spPr bwMode="auto">
          <a:xfrm>
            <a:off x="1600200" y="3352800"/>
            <a:ext cx="228600" cy="762000"/>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104" name="Line 117"/>
          <p:cNvSpPr>
            <a:spLocks noChangeShapeType="1"/>
          </p:cNvSpPr>
          <p:nvPr/>
        </p:nvSpPr>
        <p:spPr bwMode="auto">
          <a:xfrm rot="21000000" flipH="1">
            <a:off x="2501900" y="3344863"/>
            <a:ext cx="468313" cy="763587"/>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105" name="Line 118"/>
          <p:cNvSpPr>
            <a:spLocks noChangeShapeType="1"/>
          </p:cNvSpPr>
          <p:nvPr/>
        </p:nvSpPr>
        <p:spPr bwMode="auto">
          <a:xfrm>
            <a:off x="4038600" y="3581400"/>
            <a:ext cx="533400" cy="457200"/>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106" name="Line 119"/>
          <p:cNvSpPr>
            <a:spLocks noChangeShapeType="1"/>
          </p:cNvSpPr>
          <p:nvPr/>
        </p:nvSpPr>
        <p:spPr bwMode="auto">
          <a:xfrm rot="21000000" flipH="1">
            <a:off x="1520825" y="2443163"/>
            <a:ext cx="695325" cy="736600"/>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107" name="Line 120"/>
          <p:cNvSpPr>
            <a:spLocks noChangeShapeType="1"/>
          </p:cNvSpPr>
          <p:nvPr/>
        </p:nvSpPr>
        <p:spPr bwMode="auto">
          <a:xfrm>
            <a:off x="2286000" y="2286000"/>
            <a:ext cx="609600" cy="914400"/>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108" name="Oval 121"/>
          <p:cNvSpPr>
            <a:spLocks noChangeArrowheads="1"/>
          </p:cNvSpPr>
          <p:nvPr/>
        </p:nvSpPr>
        <p:spPr bwMode="auto">
          <a:xfrm>
            <a:off x="5791200" y="4800600"/>
            <a:ext cx="193675" cy="179388"/>
          </a:xfrm>
          <a:prstGeom prst="ellipse">
            <a:avLst/>
          </a:prstGeom>
          <a:gradFill rotWithShape="0">
            <a:gsLst>
              <a:gs pos="0">
                <a:srgbClr val="FFFF00"/>
              </a:gs>
              <a:gs pos="100000">
                <a:srgbClr val="767600"/>
              </a:gs>
            </a:gsLst>
            <a:path path="shape">
              <a:fillToRect l="50000" t="50000" r="50000" b="50000"/>
            </a:path>
          </a:gradFill>
          <a:ln w="28575">
            <a:solidFill>
              <a:schemeClr val="tx2"/>
            </a:solidFill>
            <a:round/>
            <a:headEnd/>
            <a:tailEnd/>
          </a:ln>
        </p:spPr>
        <p:txBody>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44109" name="Oval 122"/>
          <p:cNvSpPr>
            <a:spLocks noChangeArrowheads="1"/>
          </p:cNvSpPr>
          <p:nvPr/>
        </p:nvSpPr>
        <p:spPr bwMode="auto">
          <a:xfrm>
            <a:off x="6172200" y="4800600"/>
            <a:ext cx="193675" cy="179388"/>
          </a:xfrm>
          <a:prstGeom prst="ellipse">
            <a:avLst/>
          </a:prstGeom>
          <a:gradFill rotWithShape="0">
            <a:gsLst>
              <a:gs pos="0">
                <a:srgbClr val="FFFF00"/>
              </a:gs>
              <a:gs pos="100000">
                <a:srgbClr val="767600"/>
              </a:gs>
            </a:gsLst>
            <a:path path="shape">
              <a:fillToRect l="50000" t="50000" r="50000" b="50000"/>
            </a:path>
          </a:gradFill>
          <a:ln w="28575">
            <a:solidFill>
              <a:schemeClr val="tx2"/>
            </a:solidFill>
            <a:round/>
            <a:headEnd/>
            <a:tailEnd/>
          </a:ln>
        </p:spPr>
        <p:txBody>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44110" name="Oval 123"/>
          <p:cNvSpPr>
            <a:spLocks noChangeArrowheads="1"/>
          </p:cNvSpPr>
          <p:nvPr/>
        </p:nvSpPr>
        <p:spPr bwMode="auto">
          <a:xfrm>
            <a:off x="6553200" y="4800600"/>
            <a:ext cx="193675" cy="179388"/>
          </a:xfrm>
          <a:prstGeom prst="ellipse">
            <a:avLst/>
          </a:prstGeom>
          <a:gradFill rotWithShape="0">
            <a:gsLst>
              <a:gs pos="0">
                <a:srgbClr val="FFFF00"/>
              </a:gs>
              <a:gs pos="100000">
                <a:srgbClr val="767600"/>
              </a:gs>
            </a:gsLst>
            <a:path path="shape">
              <a:fillToRect l="50000" t="50000" r="50000" b="50000"/>
            </a:path>
          </a:gradFill>
          <a:ln w="28575">
            <a:solidFill>
              <a:schemeClr val="tx2"/>
            </a:solidFill>
            <a:round/>
            <a:headEnd/>
            <a:tailEnd/>
          </a:ln>
        </p:spPr>
        <p:txBody>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44111" name="Oval 124"/>
          <p:cNvSpPr>
            <a:spLocks noChangeArrowheads="1"/>
          </p:cNvSpPr>
          <p:nvPr/>
        </p:nvSpPr>
        <p:spPr bwMode="auto">
          <a:xfrm>
            <a:off x="6934200" y="4800600"/>
            <a:ext cx="193675" cy="179388"/>
          </a:xfrm>
          <a:prstGeom prst="ellipse">
            <a:avLst/>
          </a:prstGeom>
          <a:gradFill rotWithShape="0">
            <a:gsLst>
              <a:gs pos="0">
                <a:srgbClr val="FFFF00"/>
              </a:gs>
              <a:gs pos="100000">
                <a:srgbClr val="767600"/>
              </a:gs>
            </a:gsLst>
            <a:path path="shape">
              <a:fillToRect l="50000" t="50000" r="50000" b="50000"/>
            </a:path>
          </a:gradFill>
          <a:ln w="28575">
            <a:solidFill>
              <a:schemeClr val="tx2"/>
            </a:solidFill>
            <a:round/>
            <a:headEnd/>
            <a:tailEnd/>
          </a:ln>
        </p:spPr>
        <p:txBody>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44112" name="Oval 125"/>
          <p:cNvSpPr>
            <a:spLocks noChangeArrowheads="1"/>
          </p:cNvSpPr>
          <p:nvPr/>
        </p:nvSpPr>
        <p:spPr bwMode="auto">
          <a:xfrm>
            <a:off x="7315200" y="4800600"/>
            <a:ext cx="193675" cy="179388"/>
          </a:xfrm>
          <a:prstGeom prst="ellipse">
            <a:avLst/>
          </a:prstGeom>
          <a:gradFill rotWithShape="0">
            <a:gsLst>
              <a:gs pos="0">
                <a:srgbClr val="FFFF00"/>
              </a:gs>
              <a:gs pos="100000">
                <a:srgbClr val="767600"/>
              </a:gs>
            </a:gsLst>
            <a:path path="shape">
              <a:fillToRect l="50000" t="50000" r="50000" b="50000"/>
            </a:path>
          </a:gradFill>
          <a:ln w="28575">
            <a:solidFill>
              <a:schemeClr val="tx2"/>
            </a:solidFill>
            <a:round/>
            <a:headEnd/>
            <a:tailEnd/>
          </a:ln>
        </p:spPr>
        <p:txBody>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44113" name="Oval 126"/>
          <p:cNvSpPr>
            <a:spLocks noChangeArrowheads="1"/>
          </p:cNvSpPr>
          <p:nvPr/>
        </p:nvSpPr>
        <p:spPr bwMode="auto">
          <a:xfrm>
            <a:off x="7696200" y="4800600"/>
            <a:ext cx="193675" cy="179388"/>
          </a:xfrm>
          <a:prstGeom prst="ellipse">
            <a:avLst/>
          </a:prstGeom>
          <a:gradFill rotWithShape="0">
            <a:gsLst>
              <a:gs pos="0">
                <a:srgbClr val="FFFF00"/>
              </a:gs>
              <a:gs pos="100000">
                <a:srgbClr val="767600"/>
              </a:gs>
            </a:gsLst>
            <a:path path="shape">
              <a:fillToRect l="50000" t="50000" r="50000" b="50000"/>
            </a:path>
          </a:gradFill>
          <a:ln w="28575">
            <a:solidFill>
              <a:schemeClr val="tx2"/>
            </a:solidFill>
            <a:round/>
            <a:headEnd/>
            <a:tailEnd/>
          </a:ln>
        </p:spPr>
        <p:txBody>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44114" name="Oval 127"/>
          <p:cNvSpPr>
            <a:spLocks noChangeArrowheads="1"/>
          </p:cNvSpPr>
          <p:nvPr/>
        </p:nvSpPr>
        <p:spPr bwMode="auto">
          <a:xfrm>
            <a:off x="8077200" y="4800600"/>
            <a:ext cx="193675" cy="179388"/>
          </a:xfrm>
          <a:prstGeom prst="ellipse">
            <a:avLst/>
          </a:prstGeom>
          <a:gradFill rotWithShape="0">
            <a:gsLst>
              <a:gs pos="0">
                <a:srgbClr val="FFFF00"/>
              </a:gs>
              <a:gs pos="100000">
                <a:srgbClr val="767600"/>
              </a:gs>
            </a:gsLst>
            <a:path path="shape">
              <a:fillToRect l="50000" t="50000" r="50000" b="50000"/>
            </a:path>
          </a:gradFill>
          <a:ln w="28575">
            <a:solidFill>
              <a:schemeClr val="tx2"/>
            </a:solidFill>
            <a:round/>
            <a:headEnd/>
            <a:tailEnd/>
          </a:ln>
        </p:spPr>
        <p:txBody>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44115" name="Oval 128"/>
          <p:cNvSpPr>
            <a:spLocks noChangeArrowheads="1"/>
          </p:cNvSpPr>
          <p:nvPr/>
        </p:nvSpPr>
        <p:spPr bwMode="auto">
          <a:xfrm>
            <a:off x="8534400" y="4800600"/>
            <a:ext cx="193675" cy="179388"/>
          </a:xfrm>
          <a:prstGeom prst="ellipse">
            <a:avLst/>
          </a:prstGeom>
          <a:gradFill rotWithShape="0">
            <a:gsLst>
              <a:gs pos="0">
                <a:srgbClr val="FFFF00"/>
              </a:gs>
              <a:gs pos="100000">
                <a:srgbClr val="767600"/>
              </a:gs>
            </a:gsLst>
            <a:path path="shape">
              <a:fillToRect l="50000" t="50000" r="50000" b="50000"/>
            </a:path>
          </a:gradFill>
          <a:ln w="28575">
            <a:solidFill>
              <a:schemeClr val="tx2"/>
            </a:solidFill>
            <a:round/>
            <a:headEnd/>
            <a:tailEnd/>
          </a:ln>
        </p:spPr>
        <p:txBody>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44116" name="Oval 130"/>
          <p:cNvSpPr>
            <a:spLocks noChangeArrowheads="1"/>
          </p:cNvSpPr>
          <p:nvPr/>
        </p:nvSpPr>
        <p:spPr bwMode="auto">
          <a:xfrm>
            <a:off x="4495800" y="3276600"/>
            <a:ext cx="193675" cy="179388"/>
          </a:xfrm>
          <a:prstGeom prst="ellipse">
            <a:avLst/>
          </a:prstGeom>
          <a:gradFill rotWithShape="0">
            <a:gsLst>
              <a:gs pos="0">
                <a:srgbClr val="FFFF00"/>
              </a:gs>
              <a:gs pos="100000">
                <a:srgbClr val="767600"/>
              </a:gs>
            </a:gsLst>
            <a:path path="shape">
              <a:fillToRect l="50000" t="50000" r="50000" b="50000"/>
            </a:path>
          </a:gradFill>
          <a:ln w="28575">
            <a:solidFill>
              <a:schemeClr val="tx2"/>
            </a:solidFill>
            <a:round/>
            <a:headEnd/>
            <a:tailEnd/>
          </a:ln>
        </p:spPr>
        <p:txBody>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44117" name="Oval 131"/>
          <p:cNvSpPr>
            <a:spLocks noChangeArrowheads="1"/>
          </p:cNvSpPr>
          <p:nvPr/>
        </p:nvSpPr>
        <p:spPr bwMode="auto">
          <a:xfrm>
            <a:off x="4495800" y="4648200"/>
            <a:ext cx="193675" cy="179388"/>
          </a:xfrm>
          <a:prstGeom prst="ellipse">
            <a:avLst/>
          </a:prstGeom>
          <a:gradFill rotWithShape="0">
            <a:gsLst>
              <a:gs pos="0">
                <a:srgbClr val="FFFF00"/>
              </a:gs>
              <a:gs pos="100000">
                <a:srgbClr val="767600"/>
              </a:gs>
            </a:gsLst>
            <a:path path="shape">
              <a:fillToRect l="50000" t="50000" r="50000" b="50000"/>
            </a:path>
          </a:gradFill>
          <a:ln w="28575">
            <a:solidFill>
              <a:schemeClr val="tx2"/>
            </a:solidFill>
            <a:round/>
            <a:headEnd/>
            <a:tailEnd/>
          </a:ln>
        </p:spPr>
        <p:txBody>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44118" name="Oval 132"/>
          <p:cNvSpPr>
            <a:spLocks noChangeArrowheads="1"/>
          </p:cNvSpPr>
          <p:nvPr/>
        </p:nvSpPr>
        <p:spPr bwMode="auto">
          <a:xfrm>
            <a:off x="5257800" y="3962400"/>
            <a:ext cx="193675" cy="179388"/>
          </a:xfrm>
          <a:prstGeom prst="ellipse">
            <a:avLst/>
          </a:prstGeom>
          <a:gradFill rotWithShape="0">
            <a:gsLst>
              <a:gs pos="0">
                <a:srgbClr val="FFFF00"/>
              </a:gs>
              <a:gs pos="100000">
                <a:srgbClr val="767600"/>
              </a:gs>
            </a:gsLst>
            <a:path path="shape">
              <a:fillToRect l="50000" t="50000" r="50000" b="50000"/>
            </a:path>
          </a:gradFill>
          <a:ln w="28575">
            <a:solidFill>
              <a:schemeClr val="tx2"/>
            </a:solidFill>
            <a:round/>
            <a:headEnd/>
            <a:tailEnd/>
          </a:ln>
        </p:spPr>
        <p:txBody>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44119" name="Oval 133"/>
          <p:cNvSpPr>
            <a:spLocks noChangeArrowheads="1"/>
          </p:cNvSpPr>
          <p:nvPr/>
        </p:nvSpPr>
        <p:spPr bwMode="auto">
          <a:xfrm>
            <a:off x="3733800" y="3962400"/>
            <a:ext cx="193675" cy="179388"/>
          </a:xfrm>
          <a:prstGeom prst="ellipse">
            <a:avLst/>
          </a:prstGeom>
          <a:gradFill rotWithShape="0">
            <a:gsLst>
              <a:gs pos="0">
                <a:srgbClr val="FFFF00"/>
              </a:gs>
              <a:gs pos="100000">
                <a:srgbClr val="767600"/>
              </a:gs>
            </a:gsLst>
            <a:path path="shape">
              <a:fillToRect l="50000" t="50000" r="50000" b="50000"/>
            </a:path>
          </a:gradFill>
          <a:ln w="28575">
            <a:solidFill>
              <a:schemeClr val="tx2"/>
            </a:solidFill>
            <a:round/>
            <a:headEnd/>
            <a:tailEnd/>
          </a:ln>
        </p:spPr>
        <p:txBody>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44120" name="Oval 134"/>
          <p:cNvSpPr>
            <a:spLocks noChangeArrowheads="1"/>
          </p:cNvSpPr>
          <p:nvPr/>
        </p:nvSpPr>
        <p:spPr bwMode="auto">
          <a:xfrm>
            <a:off x="3886200" y="3429000"/>
            <a:ext cx="193675" cy="179388"/>
          </a:xfrm>
          <a:prstGeom prst="ellipse">
            <a:avLst/>
          </a:prstGeom>
          <a:gradFill rotWithShape="0">
            <a:gsLst>
              <a:gs pos="0">
                <a:srgbClr val="FFFF00"/>
              </a:gs>
              <a:gs pos="100000">
                <a:srgbClr val="767600"/>
              </a:gs>
            </a:gsLst>
            <a:path path="shape">
              <a:fillToRect l="50000" t="50000" r="50000" b="50000"/>
            </a:path>
          </a:gradFill>
          <a:ln w="28575">
            <a:solidFill>
              <a:schemeClr val="tx2"/>
            </a:solidFill>
            <a:round/>
            <a:headEnd/>
            <a:tailEnd/>
          </a:ln>
        </p:spPr>
        <p:txBody>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44121" name="Oval 135"/>
          <p:cNvSpPr>
            <a:spLocks noChangeArrowheads="1"/>
          </p:cNvSpPr>
          <p:nvPr/>
        </p:nvSpPr>
        <p:spPr bwMode="auto">
          <a:xfrm>
            <a:off x="5105400" y="3429000"/>
            <a:ext cx="193675" cy="179388"/>
          </a:xfrm>
          <a:prstGeom prst="ellipse">
            <a:avLst/>
          </a:prstGeom>
          <a:gradFill rotWithShape="0">
            <a:gsLst>
              <a:gs pos="0">
                <a:srgbClr val="FFFF00"/>
              </a:gs>
              <a:gs pos="100000">
                <a:srgbClr val="767600"/>
              </a:gs>
            </a:gsLst>
            <a:path path="shape">
              <a:fillToRect l="50000" t="50000" r="50000" b="50000"/>
            </a:path>
          </a:gradFill>
          <a:ln w="28575">
            <a:solidFill>
              <a:schemeClr val="tx2"/>
            </a:solidFill>
            <a:round/>
            <a:headEnd/>
            <a:tailEnd/>
          </a:ln>
        </p:spPr>
        <p:txBody>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44122" name="Oval 136"/>
          <p:cNvSpPr>
            <a:spLocks noChangeArrowheads="1"/>
          </p:cNvSpPr>
          <p:nvPr/>
        </p:nvSpPr>
        <p:spPr bwMode="auto">
          <a:xfrm>
            <a:off x="5181600" y="4495800"/>
            <a:ext cx="193675" cy="179388"/>
          </a:xfrm>
          <a:prstGeom prst="ellipse">
            <a:avLst/>
          </a:prstGeom>
          <a:gradFill rotWithShape="0">
            <a:gsLst>
              <a:gs pos="0">
                <a:srgbClr val="FFFF00"/>
              </a:gs>
              <a:gs pos="100000">
                <a:srgbClr val="767600"/>
              </a:gs>
            </a:gsLst>
            <a:path path="shape">
              <a:fillToRect l="50000" t="50000" r="50000" b="50000"/>
            </a:path>
          </a:gradFill>
          <a:ln w="28575">
            <a:solidFill>
              <a:schemeClr val="tx2"/>
            </a:solidFill>
            <a:round/>
            <a:headEnd/>
            <a:tailEnd/>
          </a:ln>
        </p:spPr>
        <p:txBody>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44123" name="Oval 137"/>
          <p:cNvSpPr>
            <a:spLocks noChangeArrowheads="1"/>
          </p:cNvSpPr>
          <p:nvPr/>
        </p:nvSpPr>
        <p:spPr bwMode="auto">
          <a:xfrm>
            <a:off x="3962400" y="4495800"/>
            <a:ext cx="193675" cy="179388"/>
          </a:xfrm>
          <a:prstGeom prst="ellipse">
            <a:avLst/>
          </a:prstGeom>
          <a:gradFill rotWithShape="0">
            <a:gsLst>
              <a:gs pos="0">
                <a:srgbClr val="FFFF00"/>
              </a:gs>
              <a:gs pos="100000">
                <a:srgbClr val="767600"/>
              </a:gs>
            </a:gsLst>
            <a:path path="shape">
              <a:fillToRect l="50000" t="50000" r="50000" b="50000"/>
            </a:path>
          </a:gradFill>
          <a:ln w="28575">
            <a:solidFill>
              <a:schemeClr val="tx2"/>
            </a:solidFill>
            <a:round/>
            <a:headEnd/>
            <a:tailEnd/>
          </a:ln>
        </p:spPr>
        <p:txBody>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44124" name="Line 138"/>
          <p:cNvSpPr>
            <a:spLocks noChangeShapeType="1"/>
          </p:cNvSpPr>
          <p:nvPr/>
        </p:nvSpPr>
        <p:spPr bwMode="auto">
          <a:xfrm>
            <a:off x="4648200" y="4114800"/>
            <a:ext cx="533400" cy="457200"/>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125" name="Line 139"/>
          <p:cNvSpPr>
            <a:spLocks noChangeShapeType="1"/>
          </p:cNvSpPr>
          <p:nvPr/>
        </p:nvSpPr>
        <p:spPr bwMode="auto">
          <a:xfrm>
            <a:off x="4648200" y="4038600"/>
            <a:ext cx="609600" cy="0"/>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126" name="Line 140"/>
          <p:cNvSpPr>
            <a:spLocks noChangeShapeType="1"/>
          </p:cNvSpPr>
          <p:nvPr/>
        </p:nvSpPr>
        <p:spPr bwMode="auto">
          <a:xfrm>
            <a:off x="3886200" y="4038600"/>
            <a:ext cx="609600" cy="0"/>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127" name="Line 141"/>
          <p:cNvSpPr>
            <a:spLocks noChangeShapeType="1"/>
          </p:cNvSpPr>
          <p:nvPr/>
        </p:nvSpPr>
        <p:spPr bwMode="auto">
          <a:xfrm>
            <a:off x="4572000" y="3429000"/>
            <a:ext cx="0" cy="533400"/>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128" name="Line 142"/>
          <p:cNvSpPr>
            <a:spLocks noChangeShapeType="1"/>
          </p:cNvSpPr>
          <p:nvPr/>
        </p:nvSpPr>
        <p:spPr bwMode="auto">
          <a:xfrm>
            <a:off x="4572000" y="4114800"/>
            <a:ext cx="0" cy="533400"/>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129" name="Line 143"/>
          <p:cNvSpPr>
            <a:spLocks noChangeShapeType="1"/>
          </p:cNvSpPr>
          <p:nvPr/>
        </p:nvSpPr>
        <p:spPr bwMode="auto">
          <a:xfrm flipH="1">
            <a:off x="4648200" y="3581400"/>
            <a:ext cx="533400" cy="457200"/>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130" name="Line 144"/>
          <p:cNvSpPr>
            <a:spLocks noChangeShapeType="1"/>
          </p:cNvSpPr>
          <p:nvPr/>
        </p:nvSpPr>
        <p:spPr bwMode="auto">
          <a:xfrm flipH="1">
            <a:off x="4114800" y="4086225"/>
            <a:ext cx="439738" cy="409575"/>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131" name="Rectangle 145"/>
          <p:cNvSpPr>
            <a:spLocks noChangeArrowheads="1"/>
          </p:cNvSpPr>
          <p:nvPr/>
        </p:nvSpPr>
        <p:spPr bwMode="auto">
          <a:xfrm>
            <a:off x="3886200" y="5410200"/>
            <a:ext cx="1519238"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a:solidFill>
                  <a:schemeClr val="tx2"/>
                </a:solidFill>
                <a:latin typeface="Book Antiqua" pitchFamily="18" charset="0"/>
              </a:rPr>
              <a:t>星形网</a:t>
            </a:r>
            <a:endParaRPr lang="zh-CN" altLang="en-US">
              <a:solidFill>
                <a:schemeClr val="tx2"/>
              </a:solidFill>
              <a:latin typeface="Book Antiqua" pitchFamily="18" charset="0"/>
            </a:endParaRPr>
          </a:p>
        </p:txBody>
      </p:sp>
      <p:sp>
        <p:nvSpPr>
          <p:cNvPr id="44132" name="Line 146"/>
          <p:cNvSpPr>
            <a:spLocks noChangeShapeType="1"/>
          </p:cNvSpPr>
          <p:nvPr/>
        </p:nvSpPr>
        <p:spPr bwMode="auto">
          <a:xfrm>
            <a:off x="2971800" y="3352800"/>
            <a:ext cx="228600" cy="762000"/>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133" name="Oval 52"/>
          <p:cNvSpPr>
            <a:spLocks noChangeArrowheads="1"/>
          </p:cNvSpPr>
          <p:nvPr/>
        </p:nvSpPr>
        <p:spPr bwMode="auto">
          <a:xfrm>
            <a:off x="2138363" y="2241550"/>
            <a:ext cx="193675" cy="179388"/>
          </a:xfrm>
          <a:prstGeom prst="ellipse">
            <a:avLst/>
          </a:prstGeom>
          <a:gradFill rotWithShape="0">
            <a:gsLst>
              <a:gs pos="0">
                <a:srgbClr val="FFFF00"/>
              </a:gs>
              <a:gs pos="100000">
                <a:srgbClr val="767600"/>
              </a:gs>
            </a:gsLst>
            <a:path path="shape">
              <a:fillToRect l="50000" t="50000" r="50000" b="50000"/>
            </a:path>
          </a:gradFill>
          <a:ln w="28575">
            <a:solidFill>
              <a:schemeClr val="tx2"/>
            </a:solidFill>
            <a:round/>
            <a:headEnd/>
            <a:tailEnd/>
          </a:ln>
        </p:spPr>
        <p:txBody>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44134" name="Oval 116"/>
          <p:cNvSpPr>
            <a:spLocks noChangeArrowheads="1"/>
          </p:cNvSpPr>
          <p:nvPr/>
        </p:nvSpPr>
        <p:spPr bwMode="auto">
          <a:xfrm>
            <a:off x="2819400" y="3200400"/>
            <a:ext cx="193675" cy="179388"/>
          </a:xfrm>
          <a:prstGeom prst="ellipse">
            <a:avLst/>
          </a:prstGeom>
          <a:gradFill rotWithShape="0">
            <a:gsLst>
              <a:gs pos="0">
                <a:srgbClr val="FFFF00"/>
              </a:gs>
              <a:gs pos="100000">
                <a:srgbClr val="767600"/>
              </a:gs>
            </a:gsLst>
            <a:path path="shape">
              <a:fillToRect l="50000" t="50000" r="50000" b="50000"/>
            </a:path>
          </a:gradFill>
          <a:ln w="28575">
            <a:solidFill>
              <a:schemeClr val="tx2"/>
            </a:solidFill>
            <a:round/>
            <a:headEnd/>
            <a:tailEnd/>
          </a:ln>
        </p:spPr>
        <p:txBody>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44135" name="Oval 89"/>
          <p:cNvSpPr>
            <a:spLocks noChangeArrowheads="1"/>
          </p:cNvSpPr>
          <p:nvPr/>
        </p:nvSpPr>
        <p:spPr bwMode="auto">
          <a:xfrm>
            <a:off x="1447800" y="3200400"/>
            <a:ext cx="193675" cy="179388"/>
          </a:xfrm>
          <a:prstGeom prst="ellipse">
            <a:avLst/>
          </a:prstGeom>
          <a:gradFill rotWithShape="0">
            <a:gsLst>
              <a:gs pos="0">
                <a:srgbClr val="FFFF00"/>
              </a:gs>
              <a:gs pos="100000">
                <a:srgbClr val="767600"/>
              </a:gs>
            </a:gsLst>
            <a:path path="shape">
              <a:fillToRect l="50000" t="50000" r="50000" b="50000"/>
            </a:path>
          </a:gradFill>
          <a:ln w="28575">
            <a:solidFill>
              <a:schemeClr val="tx2"/>
            </a:solidFill>
            <a:round/>
            <a:headEnd/>
            <a:tailEnd/>
          </a:ln>
        </p:spPr>
        <p:txBody>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44136" name="Oval 129"/>
          <p:cNvSpPr>
            <a:spLocks noChangeArrowheads="1"/>
          </p:cNvSpPr>
          <p:nvPr/>
        </p:nvSpPr>
        <p:spPr bwMode="auto">
          <a:xfrm>
            <a:off x="4467225" y="3948113"/>
            <a:ext cx="193675" cy="179387"/>
          </a:xfrm>
          <a:prstGeom prst="ellipse">
            <a:avLst/>
          </a:prstGeom>
          <a:gradFill rotWithShape="0">
            <a:gsLst>
              <a:gs pos="0">
                <a:srgbClr val="FFFF00"/>
              </a:gs>
              <a:gs pos="100000">
                <a:srgbClr val="767600"/>
              </a:gs>
            </a:gsLst>
            <a:path path="shape">
              <a:fillToRect l="50000" t="50000" r="50000" b="50000"/>
            </a:path>
          </a:gradFill>
          <a:ln w="28575">
            <a:solidFill>
              <a:schemeClr val="tx2"/>
            </a:solidFill>
            <a:round/>
            <a:headEnd/>
            <a:tailEnd/>
          </a:ln>
        </p:spPr>
        <p:txBody>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62" name="Rectangle 2"/>
          <p:cNvSpPr>
            <a:spLocks noGrp="1" noChangeArrowheads="1"/>
          </p:cNvSpPr>
          <p:nvPr>
            <p:ph type="title"/>
          </p:nvPr>
        </p:nvSpPr>
        <p:spPr/>
        <p:txBody>
          <a:bodyPr/>
          <a:lstStyle/>
          <a:p>
            <a:pPr eaLnBrk="1" hangingPunct="1">
              <a:defRPr/>
            </a:pPr>
            <a:r>
              <a:rPr lang="zh-CN" altLang="en-US" smtClean="0"/>
              <a:t>网格形</a:t>
            </a:r>
          </a:p>
        </p:txBody>
      </p:sp>
      <p:sp>
        <p:nvSpPr>
          <p:cNvPr id="4505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互连网络种类</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静态互连网络</a:t>
            </a:r>
            <a:endParaRPr lang="zh-CN" altLang="en-US" sz="1200" b="0">
              <a:latin typeface="Times New Roman" pitchFamily="18" charset="0"/>
              <a:ea typeface="幼圆" pitchFamily="49" charset="-122"/>
            </a:endParaRPr>
          </a:p>
        </p:txBody>
      </p:sp>
      <p:sp>
        <p:nvSpPr>
          <p:cNvPr id="45060" name="Rectangle 4"/>
          <p:cNvSpPr>
            <a:spLocks noGrp="1" noChangeArrowheads="1"/>
          </p:cNvSpPr>
          <p:nvPr>
            <p:ph type="body" idx="1"/>
          </p:nvPr>
        </p:nvSpPr>
        <p:spPr>
          <a:xfrm>
            <a:off x="809625" y="2774950"/>
            <a:ext cx="7958138" cy="3625850"/>
          </a:xfrm>
        </p:spPr>
        <p:txBody>
          <a:bodyPr/>
          <a:lstStyle/>
          <a:p>
            <a:pPr marL="0" indent="0" eaLnBrk="1" hangingPunct="1">
              <a:lnSpc>
                <a:spcPct val="140000"/>
              </a:lnSpc>
              <a:buFont typeface="Wingdings" pitchFamily="2" charset="2"/>
              <a:buNone/>
            </a:pPr>
            <a:r>
              <a:rPr lang="zh-CN" altLang="en-US" dirty="0" smtClean="0"/>
              <a:t>        网格形是一种比较流行的网络结构，有各种变体形式在</a:t>
            </a:r>
            <a:r>
              <a:rPr lang="en-US" altLang="zh-CN" dirty="0" smtClean="0"/>
              <a:t>ILLIAC IV、MPP、DAP、CM-2</a:t>
            </a:r>
            <a:r>
              <a:rPr lang="zh-CN" altLang="en-US" dirty="0" smtClean="0"/>
              <a:t>和</a:t>
            </a:r>
            <a:r>
              <a:rPr lang="en-US" altLang="zh-CN" dirty="0" smtClean="0"/>
              <a:t>Intel Paragon</a:t>
            </a:r>
            <a:r>
              <a:rPr lang="zh-CN" altLang="en-US" dirty="0" smtClean="0"/>
              <a:t>等中得到了实现。</a:t>
            </a:r>
          </a:p>
        </p:txBody>
      </p:sp>
      <p:sp>
        <p:nvSpPr>
          <p:cNvPr id="45061"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5 之 1</a:t>
            </a:r>
          </a:p>
        </p:txBody>
      </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2386" name="Rectangle 2"/>
          <p:cNvSpPr>
            <a:spLocks noGrp="1" noChangeArrowheads="1"/>
          </p:cNvSpPr>
          <p:nvPr>
            <p:ph type="title"/>
          </p:nvPr>
        </p:nvSpPr>
        <p:spPr/>
        <p:txBody>
          <a:bodyPr/>
          <a:lstStyle/>
          <a:p>
            <a:pPr eaLnBrk="1" hangingPunct="1">
              <a:defRPr/>
            </a:pPr>
            <a:r>
              <a:rPr lang="zh-CN" altLang="en-US" smtClean="0"/>
              <a:t>二维网格</a:t>
            </a:r>
          </a:p>
        </p:txBody>
      </p:sp>
      <p:sp>
        <p:nvSpPr>
          <p:cNvPr id="4608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互连网络种类</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静态互连网络</a:t>
            </a:r>
            <a:endParaRPr lang="zh-CN" altLang="en-US" sz="1200" b="0">
              <a:latin typeface="Times New Roman" pitchFamily="18" charset="0"/>
              <a:ea typeface="幼圆" pitchFamily="49" charset="-122"/>
            </a:endParaRPr>
          </a:p>
        </p:txBody>
      </p:sp>
      <p:sp>
        <p:nvSpPr>
          <p:cNvPr id="912388" name="Rectangle 4"/>
          <p:cNvSpPr>
            <a:spLocks noGrp="1" noChangeArrowheads="1"/>
          </p:cNvSpPr>
          <p:nvPr>
            <p:ph type="body" idx="1"/>
          </p:nvPr>
        </p:nvSpPr>
        <p:spPr>
          <a:xfrm>
            <a:off x="914400" y="1844824"/>
            <a:ext cx="4377680" cy="4536504"/>
          </a:xfrm>
          <a:solidFill>
            <a:srgbClr val="FFFF99"/>
          </a:solidFill>
          <a:ln w="57150" cmpd="thickThin">
            <a:solidFill>
              <a:schemeClr val="tx1"/>
            </a:solidFill>
            <a:miter lim="800000"/>
            <a:headEnd/>
            <a:tailEnd/>
          </a:ln>
          <a:effectLst>
            <a:outerShdw dist="35921" dir="2700000" algn="ctr" rotWithShape="0">
              <a:schemeClr val="bg2"/>
            </a:outerShdw>
          </a:effectLst>
        </p:spPr>
        <p:txBody>
          <a:bodyPr/>
          <a:lstStyle/>
          <a:p>
            <a:pPr eaLnBrk="1" hangingPunct="1">
              <a:defRPr/>
            </a:pPr>
            <a:r>
              <a:rPr lang="zh-CN" altLang="en-US" sz="2400" dirty="0" smtClean="0">
                <a:solidFill>
                  <a:srgbClr val="FF0000"/>
                </a:solidFill>
                <a:effectLst>
                  <a:outerShdw blurRad="38100" dist="38100" dir="2700000" algn="tl">
                    <a:srgbClr val="000000"/>
                  </a:outerShdw>
                </a:effectLst>
              </a:rPr>
              <a:t>一般的二维网格有</a:t>
            </a:r>
            <a:r>
              <a:rPr lang="en-US" altLang="zh-CN" sz="2400" dirty="0" smtClean="0">
                <a:solidFill>
                  <a:srgbClr val="FF0000"/>
                </a:solidFill>
                <a:effectLst>
                  <a:outerShdw blurRad="38100" dist="38100" dir="2700000" algn="tl">
                    <a:srgbClr val="000000"/>
                  </a:outerShdw>
                </a:effectLst>
              </a:rPr>
              <a:t>N＝n1×n2 </a:t>
            </a:r>
            <a:r>
              <a:rPr lang="zh-CN" altLang="en-US" sz="2400" dirty="0" smtClean="0">
                <a:solidFill>
                  <a:srgbClr val="FF0000"/>
                </a:solidFill>
                <a:effectLst>
                  <a:outerShdw blurRad="38100" dist="38100" dir="2700000" algn="tl">
                    <a:srgbClr val="000000"/>
                  </a:outerShdw>
                </a:effectLst>
              </a:rPr>
              <a:t>个节点组成</a:t>
            </a:r>
            <a:r>
              <a:rPr lang="zh-CN" altLang="en-US" sz="2400" dirty="0" smtClean="0"/>
              <a:t>，直径是</a:t>
            </a:r>
            <a:r>
              <a:rPr lang="en-US" altLang="zh-CN" sz="2400" dirty="0" smtClean="0"/>
              <a:t>D=（n1 –1）+（n2 –1）。</a:t>
            </a:r>
            <a:r>
              <a:rPr lang="zh-CN" altLang="en-US" sz="2400" dirty="0" smtClean="0"/>
              <a:t>实际上经常是</a:t>
            </a:r>
            <a:r>
              <a:rPr lang="en-US" altLang="zh-CN" sz="2400" dirty="0" smtClean="0"/>
              <a:t>n1=n2 =n</a:t>
            </a:r>
            <a:r>
              <a:rPr lang="zh-CN" altLang="en-US" sz="2400" dirty="0" smtClean="0"/>
              <a:t>，此时网络直径</a:t>
            </a:r>
            <a:r>
              <a:rPr lang="en-US" altLang="zh-CN" sz="2400" dirty="0" smtClean="0"/>
              <a:t>D=2(n-1)</a:t>
            </a:r>
            <a:r>
              <a:rPr lang="zh-CN" altLang="en-US" sz="2400" dirty="0" smtClean="0"/>
              <a:t>，节点度</a:t>
            </a:r>
            <a:r>
              <a:rPr lang="en-US" altLang="zh-CN" sz="2400" dirty="0" smtClean="0"/>
              <a:t>d=</a:t>
            </a:r>
            <a:r>
              <a:rPr lang="zh-CN" altLang="en-US" sz="2400" dirty="0" smtClean="0"/>
              <a:t>4 ，等分宽度</a:t>
            </a:r>
            <a:r>
              <a:rPr lang="en-US" altLang="zh-CN" sz="2400" dirty="0" smtClean="0"/>
              <a:t>b=n</a:t>
            </a:r>
            <a:r>
              <a:rPr lang="zh-CN" altLang="en-US" sz="2400" dirty="0" smtClean="0"/>
              <a:t>，是一种非对称的拓扑结构。</a:t>
            </a:r>
            <a:endParaRPr lang="en-US" altLang="zh-CN" sz="2400" dirty="0" smtClean="0"/>
          </a:p>
          <a:p>
            <a:pPr eaLnBrk="1" hangingPunct="1">
              <a:defRPr/>
            </a:pPr>
            <a:r>
              <a:rPr lang="zh-CN" altLang="en-US" sz="2400" dirty="0"/>
              <a:t>一个由</a:t>
            </a:r>
            <a:r>
              <a:rPr lang="en-US" altLang="zh-CN" sz="2400" dirty="0"/>
              <a:t>N=</a:t>
            </a:r>
            <a:r>
              <a:rPr lang="en-US" altLang="zh-CN" sz="2400" dirty="0" err="1"/>
              <a:t>n</a:t>
            </a:r>
            <a:r>
              <a:rPr lang="en-US" altLang="zh-CN" sz="2400" baseline="30000" dirty="0" err="1"/>
              <a:t>k</a:t>
            </a:r>
            <a:r>
              <a:rPr lang="en-US" altLang="zh-CN" sz="2400" dirty="0"/>
              <a:t> </a:t>
            </a:r>
            <a:r>
              <a:rPr lang="zh-CN" altLang="en-US" sz="2400" dirty="0"/>
              <a:t>个结点构成的</a:t>
            </a:r>
            <a:r>
              <a:rPr lang="en-US" altLang="zh-CN" sz="2400" dirty="0"/>
              <a:t>k</a:t>
            </a:r>
            <a:r>
              <a:rPr lang="zh-CN" altLang="en-US" sz="2400" dirty="0"/>
              <a:t>维网格形网络（每维</a:t>
            </a:r>
            <a:r>
              <a:rPr lang="en-US" altLang="zh-CN" sz="2400" dirty="0"/>
              <a:t>n</a:t>
            </a:r>
            <a:r>
              <a:rPr lang="zh-CN" altLang="en-US" sz="2400" dirty="0"/>
              <a:t>个结点）的内部结点度</a:t>
            </a:r>
            <a:r>
              <a:rPr lang="en-US" altLang="zh-CN" sz="2400" dirty="0"/>
              <a:t>d=2k</a:t>
            </a:r>
            <a:r>
              <a:rPr lang="zh-CN" altLang="en-US" sz="2400" dirty="0"/>
              <a:t>，网络直径</a:t>
            </a:r>
            <a:r>
              <a:rPr lang="en-US" altLang="zh-CN" sz="2400" dirty="0"/>
              <a:t>D=k(n-1) </a:t>
            </a:r>
            <a:r>
              <a:rPr lang="zh-CN" altLang="en-US" sz="2400" dirty="0"/>
              <a:t>。</a:t>
            </a:r>
          </a:p>
          <a:p>
            <a:pPr marL="0" indent="0" eaLnBrk="1" hangingPunct="1">
              <a:buFont typeface="Wingdings" pitchFamily="2" charset="2"/>
              <a:buNone/>
              <a:defRPr/>
            </a:pPr>
            <a:endParaRPr lang="zh-CN" altLang="en-US" sz="2400" dirty="0" smtClean="0"/>
          </a:p>
        </p:txBody>
      </p:sp>
      <p:grpSp>
        <p:nvGrpSpPr>
          <p:cNvPr id="46085" name="Group 5"/>
          <p:cNvGrpSpPr>
            <a:grpSpLocks/>
          </p:cNvGrpSpPr>
          <p:nvPr/>
        </p:nvGrpSpPr>
        <p:grpSpPr bwMode="auto">
          <a:xfrm>
            <a:off x="5600109" y="2596776"/>
            <a:ext cx="3170238" cy="3127375"/>
            <a:chOff x="3653" y="2413"/>
            <a:chExt cx="1661" cy="1634"/>
          </a:xfrm>
        </p:grpSpPr>
        <p:sp>
          <p:nvSpPr>
            <p:cNvPr id="46087" name="Line 6"/>
            <p:cNvSpPr>
              <a:spLocks noChangeShapeType="1"/>
            </p:cNvSpPr>
            <p:nvPr/>
          </p:nvSpPr>
          <p:spPr bwMode="auto">
            <a:xfrm>
              <a:off x="4011" y="2413"/>
              <a:ext cx="2" cy="1634"/>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088" name="Line 7"/>
            <p:cNvSpPr>
              <a:spLocks noChangeShapeType="1"/>
            </p:cNvSpPr>
            <p:nvPr/>
          </p:nvSpPr>
          <p:spPr bwMode="auto">
            <a:xfrm>
              <a:off x="4481" y="2413"/>
              <a:ext cx="3" cy="1634"/>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089" name="Line 8"/>
            <p:cNvSpPr>
              <a:spLocks noChangeShapeType="1"/>
            </p:cNvSpPr>
            <p:nvPr/>
          </p:nvSpPr>
          <p:spPr bwMode="auto">
            <a:xfrm>
              <a:off x="4959" y="2413"/>
              <a:ext cx="2" cy="1634"/>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090" name="Line 9"/>
            <p:cNvSpPr>
              <a:spLocks noChangeShapeType="1"/>
            </p:cNvSpPr>
            <p:nvPr/>
          </p:nvSpPr>
          <p:spPr bwMode="auto">
            <a:xfrm>
              <a:off x="3653" y="2759"/>
              <a:ext cx="1661" cy="2"/>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091" name="Line 10"/>
            <p:cNvSpPr>
              <a:spLocks noChangeShapeType="1"/>
            </p:cNvSpPr>
            <p:nvPr/>
          </p:nvSpPr>
          <p:spPr bwMode="auto">
            <a:xfrm>
              <a:off x="3653" y="3229"/>
              <a:ext cx="1661" cy="2"/>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092" name="Line 11"/>
            <p:cNvSpPr>
              <a:spLocks noChangeShapeType="1"/>
            </p:cNvSpPr>
            <p:nvPr/>
          </p:nvSpPr>
          <p:spPr bwMode="auto">
            <a:xfrm>
              <a:off x="3653" y="3695"/>
              <a:ext cx="1661" cy="2"/>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093" name="Freeform 12"/>
            <p:cNvSpPr>
              <a:spLocks/>
            </p:cNvSpPr>
            <p:nvPr/>
          </p:nvSpPr>
          <p:spPr bwMode="auto">
            <a:xfrm>
              <a:off x="3891" y="2645"/>
              <a:ext cx="239" cy="234"/>
            </a:xfrm>
            <a:custGeom>
              <a:avLst/>
              <a:gdLst>
                <a:gd name="T0" fmla="*/ 0 w 106"/>
                <a:gd name="T1" fmla="*/ 69309 h 105"/>
                <a:gd name="T2" fmla="*/ 5892 w 106"/>
                <a:gd name="T3" fmla="*/ 43089 h 105"/>
                <a:gd name="T4" fmla="*/ 22847 w 106"/>
                <a:gd name="T5" fmla="*/ 21829 h 105"/>
                <a:gd name="T6" fmla="*/ 49541 w 106"/>
                <a:gd name="T7" fmla="*/ 6884 h 105"/>
                <a:gd name="T8" fmla="*/ 79368 w 106"/>
                <a:gd name="T9" fmla="*/ 0 h 105"/>
                <a:gd name="T10" fmla="*/ 110256 w 106"/>
                <a:gd name="T11" fmla="*/ 6884 h 105"/>
                <a:gd name="T12" fmla="*/ 136875 w 106"/>
                <a:gd name="T13" fmla="*/ 21829 h 105"/>
                <a:gd name="T14" fmla="*/ 153722 w 106"/>
                <a:gd name="T15" fmla="*/ 43089 h 105"/>
                <a:gd name="T16" fmla="*/ 159614 w 106"/>
                <a:gd name="T17" fmla="*/ 69309 h 105"/>
                <a:gd name="T18" fmla="*/ 153722 w 106"/>
                <a:gd name="T19" fmla="*/ 96027 h 105"/>
                <a:gd name="T20" fmla="*/ 136875 w 106"/>
                <a:gd name="T21" fmla="*/ 120443 h 105"/>
                <a:gd name="T22" fmla="*/ 110256 w 106"/>
                <a:gd name="T23" fmla="*/ 135720 h 105"/>
                <a:gd name="T24" fmla="*/ 79368 w 106"/>
                <a:gd name="T25" fmla="*/ 142207 h 105"/>
                <a:gd name="T26" fmla="*/ 49541 w 106"/>
                <a:gd name="T27" fmla="*/ 135720 h 105"/>
                <a:gd name="T28" fmla="*/ 22847 w 106"/>
                <a:gd name="T29" fmla="*/ 120443 h 105"/>
                <a:gd name="T30" fmla="*/ 5892 w 106"/>
                <a:gd name="T31" fmla="*/ 96027 h 105"/>
                <a:gd name="T32" fmla="*/ 0 w 106"/>
                <a:gd name="T33" fmla="*/ 69309 h 10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06" h="105">
                  <a:moveTo>
                    <a:pt x="0" y="51"/>
                  </a:moveTo>
                  <a:lnTo>
                    <a:pt x="4" y="32"/>
                  </a:lnTo>
                  <a:lnTo>
                    <a:pt x="15" y="16"/>
                  </a:lnTo>
                  <a:lnTo>
                    <a:pt x="33" y="5"/>
                  </a:lnTo>
                  <a:lnTo>
                    <a:pt x="53" y="0"/>
                  </a:lnTo>
                  <a:lnTo>
                    <a:pt x="73" y="5"/>
                  </a:lnTo>
                  <a:lnTo>
                    <a:pt x="91" y="16"/>
                  </a:lnTo>
                  <a:lnTo>
                    <a:pt x="102" y="32"/>
                  </a:lnTo>
                  <a:lnTo>
                    <a:pt x="106" y="51"/>
                  </a:lnTo>
                  <a:lnTo>
                    <a:pt x="102" y="71"/>
                  </a:lnTo>
                  <a:lnTo>
                    <a:pt x="91" y="89"/>
                  </a:lnTo>
                  <a:lnTo>
                    <a:pt x="73" y="100"/>
                  </a:lnTo>
                  <a:lnTo>
                    <a:pt x="53" y="105"/>
                  </a:lnTo>
                  <a:lnTo>
                    <a:pt x="33" y="100"/>
                  </a:lnTo>
                  <a:lnTo>
                    <a:pt x="15" y="89"/>
                  </a:lnTo>
                  <a:lnTo>
                    <a:pt x="4" y="71"/>
                  </a:lnTo>
                  <a:lnTo>
                    <a:pt x="0" y="51"/>
                  </a:lnTo>
                  <a:close/>
                </a:path>
              </a:pathLst>
            </a:custGeom>
            <a:solidFill>
              <a:schemeClr val="bg2"/>
            </a:solidFill>
            <a:ln w="28575" cmpd="sng">
              <a:solidFill>
                <a:schemeClr val="tx2"/>
              </a:solidFill>
              <a:prstDash val="solid"/>
              <a:round/>
              <a:headEnd/>
              <a:tailEnd/>
            </a:ln>
          </p:spPr>
          <p:txBody>
            <a:bodyPr/>
            <a:lstStyle/>
            <a:p>
              <a:endParaRPr lang="zh-CN" altLang="en-US"/>
            </a:p>
          </p:txBody>
        </p:sp>
        <p:sp>
          <p:nvSpPr>
            <p:cNvPr id="46094" name="Freeform 13"/>
            <p:cNvSpPr>
              <a:spLocks/>
            </p:cNvSpPr>
            <p:nvPr/>
          </p:nvSpPr>
          <p:spPr bwMode="auto">
            <a:xfrm>
              <a:off x="4366" y="2645"/>
              <a:ext cx="235" cy="234"/>
            </a:xfrm>
            <a:custGeom>
              <a:avLst/>
              <a:gdLst>
                <a:gd name="T0" fmla="*/ 0 w 104"/>
                <a:gd name="T1" fmla="*/ 69309 h 105"/>
                <a:gd name="T2" fmla="*/ 7486 w 104"/>
                <a:gd name="T3" fmla="*/ 43089 h 105"/>
                <a:gd name="T4" fmla="*/ 24381 w 104"/>
                <a:gd name="T5" fmla="*/ 21829 h 105"/>
                <a:gd name="T6" fmla="*/ 47556 w 104"/>
                <a:gd name="T7" fmla="*/ 6884 h 105"/>
                <a:gd name="T8" fmla="*/ 78293 w 104"/>
                <a:gd name="T9" fmla="*/ 0 h 105"/>
                <a:gd name="T10" fmla="*/ 112237 w 104"/>
                <a:gd name="T11" fmla="*/ 6884 h 105"/>
                <a:gd name="T12" fmla="*/ 136555 w 104"/>
                <a:gd name="T13" fmla="*/ 21829 h 105"/>
                <a:gd name="T14" fmla="*/ 153758 w 104"/>
                <a:gd name="T15" fmla="*/ 43089 h 105"/>
                <a:gd name="T16" fmla="*/ 159757 w 104"/>
                <a:gd name="T17" fmla="*/ 69309 h 105"/>
                <a:gd name="T18" fmla="*/ 153758 w 104"/>
                <a:gd name="T19" fmla="*/ 96027 h 105"/>
                <a:gd name="T20" fmla="*/ 136555 w 104"/>
                <a:gd name="T21" fmla="*/ 120443 h 105"/>
                <a:gd name="T22" fmla="*/ 112237 w 104"/>
                <a:gd name="T23" fmla="*/ 135720 h 105"/>
                <a:gd name="T24" fmla="*/ 78293 w 104"/>
                <a:gd name="T25" fmla="*/ 142207 h 105"/>
                <a:gd name="T26" fmla="*/ 47556 w 104"/>
                <a:gd name="T27" fmla="*/ 135720 h 105"/>
                <a:gd name="T28" fmla="*/ 24381 w 104"/>
                <a:gd name="T29" fmla="*/ 120443 h 105"/>
                <a:gd name="T30" fmla="*/ 7486 w 104"/>
                <a:gd name="T31" fmla="*/ 96027 h 105"/>
                <a:gd name="T32" fmla="*/ 0 w 104"/>
                <a:gd name="T33" fmla="*/ 69309 h 10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04" h="105">
                  <a:moveTo>
                    <a:pt x="0" y="51"/>
                  </a:moveTo>
                  <a:lnTo>
                    <a:pt x="5" y="32"/>
                  </a:lnTo>
                  <a:lnTo>
                    <a:pt x="16" y="16"/>
                  </a:lnTo>
                  <a:lnTo>
                    <a:pt x="31" y="5"/>
                  </a:lnTo>
                  <a:lnTo>
                    <a:pt x="51" y="0"/>
                  </a:lnTo>
                  <a:lnTo>
                    <a:pt x="73" y="5"/>
                  </a:lnTo>
                  <a:lnTo>
                    <a:pt x="89" y="16"/>
                  </a:lnTo>
                  <a:lnTo>
                    <a:pt x="100" y="32"/>
                  </a:lnTo>
                  <a:lnTo>
                    <a:pt x="104" y="51"/>
                  </a:lnTo>
                  <a:lnTo>
                    <a:pt x="100" y="71"/>
                  </a:lnTo>
                  <a:lnTo>
                    <a:pt x="89" y="89"/>
                  </a:lnTo>
                  <a:lnTo>
                    <a:pt x="73" y="100"/>
                  </a:lnTo>
                  <a:lnTo>
                    <a:pt x="51" y="105"/>
                  </a:lnTo>
                  <a:lnTo>
                    <a:pt x="31" y="100"/>
                  </a:lnTo>
                  <a:lnTo>
                    <a:pt x="16" y="89"/>
                  </a:lnTo>
                  <a:lnTo>
                    <a:pt x="5" y="71"/>
                  </a:lnTo>
                  <a:lnTo>
                    <a:pt x="0" y="51"/>
                  </a:lnTo>
                  <a:close/>
                </a:path>
              </a:pathLst>
            </a:custGeom>
            <a:solidFill>
              <a:schemeClr val="bg2"/>
            </a:solidFill>
            <a:ln w="28575" cmpd="sng">
              <a:solidFill>
                <a:schemeClr val="tx2"/>
              </a:solidFill>
              <a:prstDash val="solid"/>
              <a:round/>
              <a:headEnd/>
              <a:tailEnd/>
            </a:ln>
          </p:spPr>
          <p:txBody>
            <a:bodyPr/>
            <a:lstStyle/>
            <a:p>
              <a:endParaRPr lang="zh-CN" altLang="en-US"/>
            </a:p>
          </p:txBody>
        </p:sp>
        <p:sp>
          <p:nvSpPr>
            <p:cNvPr id="46095" name="Freeform 14"/>
            <p:cNvSpPr>
              <a:spLocks/>
            </p:cNvSpPr>
            <p:nvPr/>
          </p:nvSpPr>
          <p:spPr bwMode="auto">
            <a:xfrm>
              <a:off x="4839" y="2645"/>
              <a:ext cx="240" cy="234"/>
            </a:xfrm>
            <a:custGeom>
              <a:avLst/>
              <a:gdLst>
                <a:gd name="T0" fmla="*/ 0 w 106"/>
                <a:gd name="T1" fmla="*/ 69309 h 105"/>
                <a:gd name="T2" fmla="*/ 6070 w 106"/>
                <a:gd name="T3" fmla="*/ 43089 h 105"/>
                <a:gd name="T4" fmla="*/ 23448 w 106"/>
                <a:gd name="T5" fmla="*/ 21829 h 105"/>
                <a:gd name="T6" fmla="*/ 51869 w 106"/>
                <a:gd name="T7" fmla="*/ 6884 h 105"/>
                <a:gd name="T8" fmla="*/ 82990 w 106"/>
                <a:gd name="T9" fmla="*/ 0 h 105"/>
                <a:gd name="T10" fmla="*/ 114129 w 106"/>
                <a:gd name="T11" fmla="*/ 6884 h 105"/>
                <a:gd name="T12" fmla="*/ 142150 w 106"/>
                <a:gd name="T13" fmla="*/ 21829 h 105"/>
                <a:gd name="T14" fmla="*/ 159512 w 106"/>
                <a:gd name="T15" fmla="*/ 43089 h 105"/>
                <a:gd name="T16" fmla="*/ 165582 w 106"/>
                <a:gd name="T17" fmla="*/ 69309 h 105"/>
                <a:gd name="T18" fmla="*/ 159512 w 106"/>
                <a:gd name="T19" fmla="*/ 96027 h 105"/>
                <a:gd name="T20" fmla="*/ 142150 w 106"/>
                <a:gd name="T21" fmla="*/ 120443 h 105"/>
                <a:gd name="T22" fmla="*/ 114129 w 106"/>
                <a:gd name="T23" fmla="*/ 135720 h 105"/>
                <a:gd name="T24" fmla="*/ 82990 w 106"/>
                <a:gd name="T25" fmla="*/ 142207 h 105"/>
                <a:gd name="T26" fmla="*/ 51869 w 106"/>
                <a:gd name="T27" fmla="*/ 135720 h 105"/>
                <a:gd name="T28" fmla="*/ 23448 w 106"/>
                <a:gd name="T29" fmla="*/ 120443 h 105"/>
                <a:gd name="T30" fmla="*/ 6070 w 106"/>
                <a:gd name="T31" fmla="*/ 96027 h 105"/>
                <a:gd name="T32" fmla="*/ 0 w 106"/>
                <a:gd name="T33" fmla="*/ 69309 h 10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06" h="105">
                  <a:moveTo>
                    <a:pt x="0" y="51"/>
                  </a:moveTo>
                  <a:lnTo>
                    <a:pt x="4" y="32"/>
                  </a:lnTo>
                  <a:lnTo>
                    <a:pt x="15" y="16"/>
                  </a:lnTo>
                  <a:lnTo>
                    <a:pt x="33" y="5"/>
                  </a:lnTo>
                  <a:lnTo>
                    <a:pt x="53" y="0"/>
                  </a:lnTo>
                  <a:lnTo>
                    <a:pt x="73" y="5"/>
                  </a:lnTo>
                  <a:lnTo>
                    <a:pt x="91" y="16"/>
                  </a:lnTo>
                  <a:lnTo>
                    <a:pt x="102" y="32"/>
                  </a:lnTo>
                  <a:lnTo>
                    <a:pt x="106" y="51"/>
                  </a:lnTo>
                  <a:lnTo>
                    <a:pt x="102" y="71"/>
                  </a:lnTo>
                  <a:lnTo>
                    <a:pt x="91" y="89"/>
                  </a:lnTo>
                  <a:lnTo>
                    <a:pt x="73" y="100"/>
                  </a:lnTo>
                  <a:lnTo>
                    <a:pt x="53" y="105"/>
                  </a:lnTo>
                  <a:lnTo>
                    <a:pt x="33" y="100"/>
                  </a:lnTo>
                  <a:lnTo>
                    <a:pt x="15" y="89"/>
                  </a:lnTo>
                  <a:lnTo>
                    <a:pt x="4" y="71"/>
                  </a:lnTo>
                  <a:lnTo>
                    <a:pt x="0" y="51"/>
                  </a:lnTo>
                  <a:close/>
                </a:path>
              </a:pathLst>
            </a:custGeom>
            <a:solidFill>
              <a:schemeClr val="bg2"/>
            </a:solidFill>
            <a:ln w="28575" cmpd="sng">
              <a:solidFill>
                <a:schemeClr val="tx2"/>
              </a:solidFill>
              <a:prstDash val="solid"/>
              <a:round/>
              <a:headEnd/>
              <a:tailEnd/>
            </a:ln>
          </p:spPr>
          <p:txBody>
            <a:bodyPr/>
            <a:lstStyle/>
            <a:p>
              <a:endParaRPr lang="zh-CN" altLang="en-US"/>
            </a:p>
          </p:txBody>
        </p:sp>
        <p:sp>
          <p:nvSpPr>
            <p:cNvPr id="46096" name="Freeform 15"/>
            <p:cNvSpPr>
              <a:spLocks/>
            </p:cNvSpPr>
            <p:nvPr/>
          </p:nvSpPr>
          <p:spPr bwMode="auto">
            <a:xfrm>
              <a:off x="3891" y="3111"/>
              <a:ext cx="239" cy="232"/>
            </a:xfrm>
            <a:custGeom>
              <a:avLst/>
              <a:gdLst>
                <a:gd name="T0" fmla="*/ 0 w 106"/>
                <a:gd name="T1" fmla="*/ 72310 h 104"/>
                <a:gd name="T2" fmla="*/ 5892 w 106"/>
                <a:gd name="T3" fmla="*/ 45349 h 104"/>
                <a:gd name="T4" fmla="*/ 22847 w 106"/>
                <a:gd name="T5" fmla="*/ 21935 h 104"/>
                <a:gd name="T6" fmla="*/ 49541 w 106"/>
                <a:gd name="T7" fmla="*/ 6906 h 104"/>
                <a:gd name="T8" fmla="*/ 79368 w 106"/>
                <a:gd name="T9" fmla="*/ 0 h 104"/>
                <a:gd name="T10" fmla="*/ 110256 w 106"/>
                <a:gd name="T11" fmla="*/ 6906 h 104"/>
                <a:gd name="T12" fmla="*/ 136875 w 106"/>
                <a:gd name="T13" fmla="*/ 21935 h 104"/>
                <a:gd name="T14" fmla="*/ 153722 w 106"/>
                <a:gd name="T15" fmla="*/ 45349 h 104"/>
                <a:gd name="T16" fmla="*/ 159614 w 106"/>
                <a:gd name="T17" fmla="*/ 72310 h 104"/>
                <a:gd name="T18" fmla="*/ 153722 w 106"/>
                <a:gd name="T19" fmla="*/ 100043 h 104"/>
                <a:gd name="T20" fmla="*/ 136875 w 106"/>
                <a:gd name="T21" fmla="*/ 124562 h 104"/>
                <a:gd name="T22" fmla="*/ 110256 w 106"/>
                <a:gd name="T23" fmla="*/ 139860 h 104"/>
                <a:gd name="T24" fmla="*/ 79368 w 106"/>
                <a:gd name="T25" fmla="*/ 142473 h 104"/>
                <a:gd name="T26" fmla="*/ 49541 w 106"/>
                <a:gd name="T27" fmla="*/ 139860 h 104"/>
                <a:gd name="T28" fmla="*/ 22847 w 106"/>
                <a:gd name="T29" fmla="*/ 124562 h 104"/>
                <a:gd name="T30" fmla="*/ 5892 w 106"/>
                <a:gd name="T31" fmla="*/ 100043 h 104"/>
                <a:gd name="T32" fmla="*/ 0 w 106"/>
                <a:gd name="T33" fmla="*/ 72310 h 10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06" h="104">
                  <a:moveTo>
                    <a:pt x="0" y="53"/>
                  </a:moveTo>
                  <a:lnTo>
                    <a:pt x="4" y="33"/>
                  </a:lnTo>
                  <a:lnTo>
                    <a:pt x="15" y="16"/>
                  </a:lnTo>
                  <a:lnTo>
                    <a:pt x="33" y="5"/>
                  </a:lnTo>
                  <a:lnTo>
                    <a:pt x="53" y="0"/>
                  </a:lnTo>
                  <a:lnTo>
                    <a:pt x="73" y="5"/>
                  </a:lnTo>
                  <a:lnTo>
                    <a:pt x="91" y="16"/>
                  </a:lnTo>
                  <a:lnTo>
                    <a:pt x="102" y="33"/>
                  </a:lnTo>
                  <a:lnTo>
                    <a:pt x="106" y="53"/>
                  </a:lnTo>
                  <a:lnTo>
                    <a:pt x="102" y="73"/>
                  </a:lnTo>
                  <a:lnTo>
                    <a:pt x="91" y="91"/>
                  </a:lnTo>
                  <a:lnTo>
                    <a:pt x="73" y="102"/>
                  </a:lnTo>
                  <a:lnTo>
                    <a:pt x="53" y="104"/>
                  </a:lnTo>
                  <a:lnTo>
                    <a:pt x="33" y="102"/>
                  </a:lnTo>
                  <a:lnTo>
                    <a:pt x="15" y="91"/>
                  </a:lnTo>
                  <a:lnTo>
                    <a:pt x="4" y="73"/>
                  </a:lnTo>
                  <a:lnTo>
                    <a:pt x="0" y="53"/>
                  </a:lnTo>
                  <a:close/>
                </a:path>
              </a:pathLst>
            </a:custGeom>
            <a:solidFill>
              <a:schemeClr val="bg2"/>
            </a:solidFill>
            <a:ln w="28575" cmpd="sng">
              <a:solidFill>
                <a:schemeClr val="tx2"/>
              </a:solidFill>
              <a:prstDash val="solid"/>
              <a:round/>
              <a:headEnd/>
              <a:tailEnd/>
            </a:ln>
          </p:spPr>
          <p:txBody>
            <a:bodyPr/>
            <a:lstStyle/>
            <a:p>
              <a:endParaRPr lang="zh-CN" altLang="en-US"/>
            </a:p>
          </p:txBody>
        </p:sp>
        <p:sp>
          <p:nvSpPr>
            <p:cNvPr id="46097" name="Freeform 16"/>
            <p:cNvSpPr>
              <a:spLocks/>
            </p:cNvSpPr>
            <p:nvPr/>
          </p:nvSpPr>
          <p:spPr bwMode="auto">
            <a:xfrm>
              <a:off x="4366" y="3111"/>
              <a:ext cx="235" cy="232"/>
            </a:xfrm>
            <a:custGeom>
              <a:avLst/>
              <a:gdLst>
                <a:gd name="T0" fmla="*/ 0 w 104"/>
                <a:gd name="T1" fmla="*/ 72310 h 104"/>
                <a:gd name="T2" fmla="*/ 7486 w 104"/>
                <a:gd name="T3" fmla="*/ 45349 h 104"/>
                <a:gd name="T4" fmla="*/ 24381 w 104"/>
                <a:gd name="T5" fmla="*/ 21935 h 104"/>
                <a:gd name="T6" fmla="*/ 47556 w 104"/>
                <a:gd name="T7" fmla="*/ 6906 h 104"/>
                <a:gd name="T8" fmla="*/ 78293 w 104"/>
                <a:gd name="T9" fmla="*/ 0 h 104"/>
                <a:gd name="T10" fmla="*/ 112237 w 104"/>
                <a:gd name="T11" fmla="*/ 6906 h 104"/>
                <a:gd name="T12" fmla="*/ 136555 w 104"/>
                <a:gd name="T13" fmla="*/ 21935 h 104"/>
                <a:gd name="T14" fmla="*/ 153758 w 104"/>
                <a:gd name="T15" fmla="*/ 45349 h 104"/>
                <a:gd name="T16" fmla="*/ 159757 w 104"/>
                <a:gd name="T17" fmla="*/ 72310 h 104"/>
                <a:gd name="T18" fmla="*/ 153758 w 104"/>
                <a:gd name="T19" fmla="*/ 100043 h 104"/>
                <a:gd name="T20" fmla="*/ 136555 w 104"/>
                <a:gd name="T21" fmla="*/ 124562 h 104"/>
                <a:gd name="T22" fmla="*/ 112237 w 104"/>
                <a:gd name="T23" fmla="*/ 139860 h 104"/>
                <a:gd name="T24" fmla="*/ 78293 w 104"/>
                <a:gd name="T25" fmla="*/ 142473 h 104"/>
                <a:gd name="T26" fmla="*/ 47556 w 104"/>
                <a:gd name="T27" fmla="*/ 139860 h 104"/>
                <a:gd name="T28" fmla="*/ 24381 w 104"/>
                <a:gd name="T29" fmla="*/ 124562 h 104"/>
                <a:gd name="T30" fmla="*/ 7486 w 104"/>
                <a:gd name="T31" fmla="*/ 100043 h 104"/>
                <a:gd name="T32" fmla="*/ 0 w 104"/>
                <a:gd name="T33" fmla="*/ 72310 h 10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04" h="104">
                  <a:moveTo>
                    <a:pt x="0" y="53"/>
                  </a:moveTo>
                  <a:lnTo>
                    <a:pt x="5" y="33"/>
                  </a:lnTo>
                  <a:lnTo>
                    <a:pt x="16" y="16"/>
                  </a:lnTo>
                  <a:lnTo>
                    <a:pt x="31" y="5"/>
                  </a:lnTo>
                  <a:lnTo>
                    <a:pt x="51" y="0"/>
                  </a:lnTo>
                  <a:lnTo>
                    <a:pt x="73" y="5"/>
                  </a:lnTo>
                  <a:lnTo>
                    <a:pt x="89" y="16"/>
                  </a:lnTo>
                  <a:lnTo>
                    <a:pt x="100" y="33"/>
                  </a:lnTo>
                  <a:lnTo>
                    <a:pt x="104" y="53"/>
                  </a:lnTo>
                  <a:lnTo>
                    <a:pt x="100" y="73"/>
                  </a:lnTo>
                  <a:lnTo>
                    <a:pt x="89" y="91"/>
                  </a:lnTo>
                  <a:lnTo>
                    <a:pt x="73" y="102"/>
                  </a:lnTo>
                  <a:lnTo>
                    <a:pt x="51" y="104"/>
                  </a:lnTo>
                  <a:lnTo>
                    <a:pt x="31" y="102"/>
                  </a:lnTo>
                  <a:lnTo>
                    <a:pt x="16" y="91"/>
                  </a:lnTo>
                  <a:lnTo>
                    <a:pt x="5" y="73"/>
                  </a:lnTo>
                  <a:lnTo>
                    <a:pt x="0" y="53"/>
                  </a:lnTo>
                  <a:close/>
                </a:path>
              </a:pathLst>
            </a:custGeom>
            <a:solidFill>
              <a:schemeClr val="bg2"/>
            </a:solidFill>
            <a:ln w="28575" cmpd="sng">
              <a:solidFill>
                <a:schemeClr val="tx2"/>
              </a:solidFill>
              <a:prstDash val="solid"/>
              <a:round/>
              <a:headEnd/>
              <a:tailEnd/>
            </a:ln>
          </p:spPr>
          <p:txBody>
            <a:bodyPr/>
            <a:lstStyle/>
            <a:p>
              <a:endParaRPr lang="zh-CN" altLang="en-US"/>
            </a:p>
          </p:txBody>
        </p:sp>
        <p:sp>
          <p:nvSpPr>
            <p:cNvPr id="46098" name="Freeform 17"/>
            <p:cNvSpPr>
              <a:spLocks/>
            </p:cNvSpPr>
            <p:nvPr/>
          </p:nvSpPr>
          <p:spPr bwMode="auto">
            <a:xfrm>
              <a:off x="4839" y="3111"/>
              <a:ext cx="240" cy="232"/>
            </a:xfrm>
            <a:custGeom>
              <a:avLst/>
              <a:gdLst>
                <a:gd name="T0" fmla="*/ 0 w 106"/>
                <a:gd name="T1" fmla="*/ 72310 h 104"/>
                <a:gd name="T2" fmla="*/ 6070 w 106"/>
                <a:gd name="T3" fmla="*/ 45349 h 104"/>
                <a:gd name="T4" fmla="*/ 23448 w 106"/>
                <a:gd name="T5" fmla="*/ 21935 h 104"/>
                <a:gd name="T6" fmla="*/ 51869 w 106"/>
                <a:gd name="T7" fmla="*/ 6906 h 104"/>
                <a:gd name="T8" fmla="*/ 82990 w 106"/>
                <a:gd name="T9" fmla="*/ 0 h 104"/>
                <a:gd name="T10" fmla="*/ 114129 w 106"/>
                <a:gd name="T11" fmla="*/ 6906 h 104"/>
                <a:gd name="T12" fmla="*/ 142150 w 106"/>
                <a:gd name="T13" fmla="*/ 21935 h 104"/>
                <a:gd name="T14" fmla="*/ 159512 w 106"/>
                <a:gd name="T15" fmla="*/ 45349 h 104"/>
                <a:gd name="T16" fmla="*/ 165582 w 106"/>
                <a:gd name="T17" fmla="*/ 72310 h 104"/>
                <a:gd name="T18" fmla="*/ 159512 w 106"/>
                <a:gd name="T19" fmla="*/ 100043 h 104"/>
                <a:gd name="T20" fmla="*/ 142150 w 106"/>
                <a:gd name="T21" fmla="*/ 124562 h 104"/>
                <a:gd name="T22" fmla="*/ 114129 w 106"/>
                <a:gd name="T23" fmla="*/ 139860 h 104"/>
                <a:gd name="T24" fmla="*/ 82990 w 106"/>
                <a:gd name="T25" fmla="*/ 142473 h 104"/>
                <a:gd name="T26" fmla="*/ 51869 w 106"/>
                <a:gd name="T27" fmla="*/ 139860 h 104"/>
                <a:gd name="T28" fmla="*/ 23448 w 106"/>
                <a:gd name="T29" fmla="*/ 124562 h 104"/>
                <a:gd name="T30" fmla="*/ 6070 w 106"/>
                <a:gd name="T31" fmla="*/ 100043 h 104"/>
                <a:gd name="T32" fmla="*/ 0 w 106"/>
                <a:gd name="T33" fmla="*/ 72310 h 10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06" h="104">
                  <a:moveTo>
                    <a:pt x="0" y="53"/>
                  </a:moveTo>
                  <a:lnTo>
                    <a:pt x="4" y="33"/>
                  </a:lnTo>
                  <a:lnTo>
                    <a:pt x="15" y="16"/>
                  </a:lnTo>
                  <a:lnTo>
                    <a:pt x="33" y="5"/>
                  </a:lnTo>
                  <a:lnTo>
                    <a:pt x="53" y="0"/>
                  </a:lnTo>
                  <a:lnTo>
                    <a:pt x="73" y="5"/>
                  </a:lnTo>
                  <a:lnTo>
                    <a:pt x="91" y="16"/>
                  </a:lnTo>
                  <a:lnTo>
                    <a:pt x="102" y="33"/>
                  </a:lnTo>
                  <a:lnTo>
                    <a:pt x="106" y="53"/>
                  </a:lnTo>
                  <a:lnTo>
                    <a:pt x="102" y="73"/>
                  </a:lnTo>
                  <a:lnTo>
                    <a:pt x="91" y="91"/>
                  </a:lnTo>
                  <a:lnTo>
                    <a:pt x="73" y="102"/>
                  </a:lnTo>
                  <a:lnTo>
                    <a:pt x="53" y="104"/>
                  </a:lnTo>
                  <a:lnTo>
                    <a:pt x="33" y="102"/>
                  </a:lnTo>
                  <a:lnTo>
                    <a:pt x="15" y="91"/>
                  </a:lnTo>
                  <a:lnTo>
                    <a:pt x="4" y="73"/>
                  </a:lnTo>
                  <a:lnTo>
                    <a:pt x="0" y="53"/>
                  </a:lnTo>
                  <a:close/>
                </a:path>
              </a:pathLst>
            </a:custGeom>
            <a:solidFill>
              <a:schemeClr val="bg2"/>
            </a:solidFill>
            <a:ln w="28575" cmpd="sng">
              <a:solidFill>
                <a:schemeClr val="tx2"/>
              </a:solidFill>
              <a:prstDash val="solid"/>
              <a:round/>
              <a:headEnd/>
              <a:tailEnd/>
            </a:ln>
          </p:spPr>
          <p:txBody>
            <a:bodyPr/>
            <a:lstStyle/>
            <a:p>
              <a:endParaRPr lang="zh-CN" altLang="en-US"/>
            </a:p>
          </p:txBody>
        </p:sp>
        <p:sp>
          <p:nvSpPr>
            <p:cNvPr id="46099" name="Freeform 18"/>
            <p:cNvSpPr>
              <a:spLocks/>
            </p:cNvSpPr>
            <p:nvPr/>
          </p:nvSpPr>
          <p:spPr bwMode="auto">
            <a:xfrm>
              <a:off x="3891" y="3581"/>
              <a:ext cx="239" cy="232"/>
            </a:xfrm>
            <a:custGeom>
              <a:avLst/>
              <a:gdLst>
                <a:gd name="T0" fmla="*/ 0 w 106"/>
                <a:gd name="T1" fmla="*/ 69883 h 104"/>
                <a:gd name="T2" fmla="*/ 5892 w 106"/>
                <a:gd name="T3" fmla="*/ 42373 h 104"/>
                <a:gd name="T4" fmla="*/ 22847 w 106"/>
                <a:gd name="T5" fmla="*/ 21935 h 104"/>
                <a:gd name="T6" fmla="*/ 49541 w 106"/>
                <a:gd name="T7" fmla="*/ 5519 h 104"/>
                <a:gd name="T8" fmla="*/ 79368 w 106"/>
                <a:gd name="T9" fmla="*/ 0 h 104"/>
                <a:gd name="T10" fmla="*/ 110256 w 106"/>
                <a:gd name="T11" fmla="*/ 5519 h 104"/>
                <a:gd name="T12" fmla="*/ 136875 w 106"/>
                <a:gd name="T13" fmla="*/ 21935 h 104"/>
                <a:gd name="T14" fmla="*/ 153722 w 106"/>
                <a:gd name="T15" fmla="*/ 42373 h 104"/>
                <a:gd name="T16" fmla="*/ 159614 w 106"/>
                <a:gd name="T17" fmla="*/ 69883 h 104"/>
                <a:gd name="T18" fmla="*/ 153722 w 106"/>
                <a:gd name="T19" fmla="*/ 96724 h 104"/>
                <a:gd name="T20" fmla="*/ 136875 w 106"/>
                <a:gd name="T21" fmla="*/ 121990 h 104"/>
                <a:gd name="T22" fmla="*/ 110256 w 106"/>
                <a:gd name="T23" fmla="*/ 136675 h 104"/>
                <a:gd name="T24" fmla="*/ 79368 w 106"/>
                <a:gd name="T25" fmla="*/ 142473 h 104"/>
                <a:gd name="T26" fmla="*/ 49541 w 106"/>
                <a:gd name="T27" fmla="*/ 136675 h 104"/>
                <a:gd name="T28" fmla="*/ 22847 w 106"/>
                <a:gd name="T29" fmla="*/ 121990 h 104"/>
                <a:gd name="T30" fmla="*/ 5892 w 106"/>
                <a:gd name="T31" fmla="*/ 96724 h 104"/>
                <a:gd name="T32" fmla="*/ 0 w 106"/>
                <a:gd name="T33" fmla="*/ 69883 h 10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06" h="104">
                  <a:moveTo>
                    <a:pt x="0" y="51"/>
                  </a:moveTo>
                  <a:lnTo>
                    <a:pt x="4" y="31"/>
                  </a:lnTo>
                  <a:lnTo>
                    <a:pt x="15" y="16"/>
                  </a:lnTo>
                  <a:lnTo>
                    <a:pt x="33" y="4"/>
                  </a:lnTo>
                  <a:lnTo>
                    <a:pt x="53" y="0"/>
                  </a:lnTo>
                  <a:lnTo>
                    <a:pt x="73" y="4"/>
                  </a:lnTo>
                  <a:lnTo>
                    <a:pt x="91" y="16"/>
                  </a:lnTo>
                  <a:lnTo>
                    <a:pt x="102" y="31"/>
                  </a:lnTo>
                  <a:lnTo>
                    <a:pt x="106" y="51"/>
                  </a:lnTo>
                  <a:lnTo>
                    <a:pt x="102" y="71"/>
                  </a:lnTo>
                  <a:lnTo>
                    <a:pt x="91" y="89"/>
                  </a:lnTo>
                  <a:lnTo>
                    <a:pt x="73" y="100"/>
                  </a:lnTo>
                  <a:lnTo>
                    <a:pt x="53" y="104"/>
                  </a:lnTo>
                  <a:lnTo>
                    <a:pt x="33" y="100"/>
                  </a:lnTo>
                  <a:lnTo>
                    <a:pt x="15" y="89"/>
                  </a:lnTo>
                  <a:lnTo>
                    <a:pt x="4" y="71"/>
                  </a:lnTo>
                  <a:lnTo>
                    <a:pt x="0" y="51"/>
                  </a:lnTo>
                  <a:close/>
                </a:path>
              </a:pathLst>
            </a:custGeom>
            <a:solidFill>
              <a:schemeClr val="bg2"/>
            </a:solidFill>
            <a:ln w="28575" cmpd="sng">
              <a:solidFill>
                <a:schemeClr val="tx2"/>
              </a:solidFill>
              <a:prstDash val="solid"/>
              <a:round/>
              <a:headEnd/>
              <a:tailEnd/>
            </a:ln>
          </p:spPr>
          <p:txBody>
            <a:bodyPr/>
            <a:lstStyle/>
            <a:p>
              <a:endParaRPr lang="zh-CN" altLang="en-US"/>
            </a:p>
          </p:txBody>
        </p:sp>
        <p:sp>
          <p:nvSpPr>
            <p:cNvPr id="46100" name="Freeform 19"/>
            <p:cNvSpPr>
              <a:spLocks/>
            </p:cNvSpPr>
            <p:nvPr/>
          </p:nvSpPr>
          <p:spPr bwMode="auto">
            <a:xfrm>
              <a:off x="4366" y="3581"/>
              <a:ext cx="235" cy="232"/>
            </a:xfrm>
            <a:custGeom>
              <a:avLst/>
              <a:gdLst>
                <a:gd name="T0" fmla="*/ 0 w 104"/>
                <a:gd name="T1" fmla="*/ 69883 h 104"/>
                <a:gd name="T2" fmla="*/ 7486 w 104"/>
                <a:gd name="T3" fmla="*/ 42373 h 104"/>
                <a:gd name="T4" fmla="*/ 24381 w 104"/>
                <a:gd name="T5" fmla="*/ 21935 h 104"/>
                <a:gd name="T6" fmla="*/ 47556 w 104"/>
                <a:gd name="T7" fmla="*/ 5519 h 104"/>
                <a:gd name="T8" fmla="*/ 78293 w 104"/>
                <a:gd name="T9" fmla="*/ 0 h 104"/>
                <a:gd name="T10" fmla="*/ 112237 w 104"/>
                <a:gd name="T11" fmla="*/ 5519 h 104"/>
                <a:gd name="T12" fmla="*/ 136555 w 104"/>
                <a:gd name="T13" fmla="*/ 21935 h 104"/>
                <a:gd name="T14" fmla="*/ 153758 w 104"/>
                <a:gd name="T15" fmla="*/ 42373 h 104"/>
                <a:gd name="T16" fmla="*/ 159757 w 104"/>
                <a:gd name="T17" fmla="*/ 69883 h 104"/>
                <a:gd name="T18" fmla="*/ 153758 w 104"/>
                <a:gd name="T19" fmla="*/ 96724 h 104"/>
                <a:gd name="T20" fmla="*/ 136555 w 104"/>
                <a:gd name="T21" fmla="*/ 121990 h 104"/>
                <a:gd name="T22" fmla="*/ 112237 w 104"/>
                <a:gd name="T23" fmla="*/ 136675 h 104"/>
                <a:gd name="T24" fmla="*/ 78293 w 104"/>
                <a:gd name="T25" fmla="*/ 142473 h 104"/>
                <a:gd name="T26" fmla="*/ 47556 w 104"/>
                <a:gd name="T27" fmla="*/ 136675 h 104"/>
                <a:gd name="T28" fmla="*/ 24381 w 104"/>
                <a:gd name="T29" fmla="*/ 121990 h 104"/>
                <a:gd name="T30" fmla="*/ 7486 w 104"/>
                <a:gd name="T31" fmla="*/ 96724 h 104"/>
                <a:gd name="T32" fmla="*/ 0 w 104"/>
                <a:gd name="T33" fmla="*/ 69883 h 10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04" h="104">
                  <a:moveTo>
                    <a:pt x="0" y="51"/>
                  </a:moveTo>
                  <a:lnTo>
                    <a:pt x="5" y="31"/>
                  </a:lnTo>
                  <a:lnTo>
                    <a:pt x="16" y="16"/>
                  </a:lnTo>
                  <a:lnTo>
                    <a:pt x="31" y="4"/>
                  </a:lnTo>
                  <a:lnTo>
                    <a:pt x="51" y="0"/>
                  </a:lnTo>
                  <a:lnTo>
                    <a:pt x="73" y="4"/>
                  </a:lnTo>
                  <a:lnTo>
                    <a:pt x="89" y="16"/>
                  </a:lnTo>
                  <a:lnTo>
                    <a:pt x="100" y="31"/>
                  </a:lnTo>
                  <a:lnTo>
                    <a:pt x="104" y="51"/>
                  </a:lnTo>
                  <a:lnTo>
                    <a:pt x="100" y="71"/>
                  </a:lnTo>
                  <a:lnTo>
                    <a:pt x="89" y="89"/>
                  </a:lnTo>
                  <a:lnTo>
                    <a:pt x="73" y="100"/>
                  </a:lnTo>
                  <a:lnTo>
                    <a:pt x="51" y="104"/>
                  </a:lnTo>
                  <a:lnTo>
                    <a:pt x="31" y="100"/>
                  </a:lnTo>
                  <a:lnTo>
                    <a:pt x="16" y="89"/>
                  </a:lnTo>
                  <a:lnTo>
                    <a:pt x="5" y="71"/>
                  </a:lnTo>
                  <a:lnTo>
                    <a:pt x="0" y="51"/>
                  </a:lnTo>
                  <a:close/>
                </a:path>
              </a:pathLst>
            </a:custGeom>
            <a:solidFill>
              <a:schemeClr val="bg2"/>
            </a:solidFill>
            <a:ln w="28575" cmpd="sng">
              <a:solidFill>
                <a:schemeClr val="tx2"/>
              </a:solidFill>
              <a:prstDash val="solid"/>
              <a:round/>
              <a:headEnd/>
              <a:tailEnd/>
            </a:ln>
          </p:spPr>
          <p:txBody>
            <a:bodyPr/>
            <a:lstStyle/>
            <a:p>
              <a:endParaRPr lang="zh-CN" altLang="en-US"/>
            </a:p>
          </p:txBody>
        </p:sp>
        <p:sp>
          <p:nvSpPr>
            <p:cNvPr id="46101" name="Freeform 20"/>
            <p:cNvSpPr>
              <a:spLocks/>
            </p:cNvSpPr>
            <p:nvPr/>
          </p:nvSpPr>
          <p:spPr bwMode="auto">
            <a:xfrm>
              <a:off x="4839" y="3581"/>
              <a:ext cx="240" cy="232"/>
            </a:xfrm>
            <a:custGeom>
              <a:avLst/>
              <a:gdLst>
                <a:gd name="T0" fmla="*/ 0 w 106"/>
                <a:gd name="T1" fmla="*/ 69883 h 104"/>
                <a:gd name="T2" fmla="*/ 6070 w 106"/>
                <a:gd name="T3" fmla="*/ 42373 h 104"/>
                <a:gd name="T4" fmla="*/ 23448 w 106"/>
                <a:gd name="T5" fmla="*/ 21935 h 104"/>
                <a:gd name="T6" fmla="*/ 51869 w 106"/>
                <a:gd name="T7" fmla="*/ 5519 h 104"/>
                <a:gd name="T8" fmla="*/ 82990 w 106"/>
                <a:gd name="T9" fmla="*/ 0 h 104"/>
                <a:gd name="T10" fmla="*/ 114129 w 106"/>
                <a:gd name="T11" fmla="*/ 5519 h 104"/>
                <a:gd name="T12" fmla="*/ 142150 w 106"/>
                <a:gd name="T13" fmla="*/ 21935 h 104"/>
                <a:gd name="T14" fmla="*/ 159512 w 106"/>
                <a:gd name="T15" fmla="*/ 42373 h 104"/>
                <a:gd name="T16" fmla="*/ 165582 w 106"/>
                <a:gd name="T17" fmla="*/ 69883 h 104"/>
                <a:gd name="T18" fmla="*/ 159512 w 106"/>
                <a:gd name="T19" fmla="*/ 96724 h 104"/>
                <a:gd name="T20" fmla="*/ 142150 w 106"/>
                <a:gd name="T21" fmla="*/ 121990 h 104"/>
                <a:gd name="T22" fmla="*/ 114129 w 106"/>
                <a:gd name="T23" fmla="*/ 136675 h 104"/>
                <a:gd name="T24" fmla="*/ 82990 w 106"/>
                <a:gd name="T25" fmla="*/ 142473 h 104"/>
                <a:gd name="T26" fmla="*/ 51869 w 106"/>
                <a:gd name="T27" fmla="*/ 136675 h 104"/>
                <a:gd name="T28" fmla="*/ 23448 w 106"/>
                <a:gd name="T29" fmla="*/ 121990 h 104"/>
                <a:gd name="T30" fmla="*/ 6070 w 106"/>
                <a:gd name="T31" fmla="*/ 96724 h 104"/>
                <a:gd name="T32" fmla="*/ 0 w 106"/>
                <a:gd name="T33" fmla="*/ 69883 h 10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06" h="104">
                  <a:moveTo>
                    <a:pt x="0" y="51"/>
                  </a:moveTo>
                  <a:lnTo>
                    <a:pt x="4" y="31"/>
                  </a:lnTo>
                  <a:lnTo>
                    <a:pt x="15" y="16"/>
                  </a:lnTo>
                  <a:lnTo>
                    <a:pt x="33" y="4"/>
                  </a:lnTo>
                  <a:lnTo>
                    <a:pt x="53" y="0"/>
                  </a:lnTo>
                  <a:lnTo>
                    <a:pt x="73" y="4"/>
                  </a:lnTo>
                  <a:lnTo>
                    <a:pt x="91" y="16"/>
                  </a:lnTo>
                  <a:lnTo>
                    <a:pt x="102" y="31"/>
                  </a:lnTo>
                  <a:lnTo>
                    <a:pt x="106" y="51"/>
                  </a:lnTo>
                  <a:lnTo>
                    <a:pt x="102" y="71"/>
                  </a:lnTo>
                  <a:lnTo>
                    <a:pt x="91" y="89"/>
                  </a:lnTo>
                  <a:lnTo>
                    <a:pt x="73" y="100"/>
                  </a:lnTo>
                  <a:lnTo>
                    <a:pt x="53" y="104"/>
                  </a:lnTo>
                  <a:lnTo>
                    <a:pt x="33" y="100"/>
                  </a:lnTo>
                  <a:lnTo>
                    <a:pt x="15" y="89"/>
                  </a:lnTo>
                  <a:lnTo>
                    <a:pt x="4" y="71"/>
                  </a:lnTo>
                  <a:lnTo>
                    <a:pt x="0" y="51"/>
                  </a:lnTo>
                  <a:close/>
                </a:path>
              </a:pathLst>
            </a:custGeom>
            <a:solidFill>
              <a:schemeClr val="bg2"/>
            </a:solidFill>
            <a:ln w="28575" cmpd="sng">
              <a:solidFill>
                <a:schemeClr val="tx2"/>
              </a:solidFill>
              <a:prstDash val="solid"/>
              <a:round/>
              <a:headEnd/>
              <a:tailEnd/>
            </a:ln>
          </p:spPr>
          <p:txBody>
            <a:bodyPr/>
            <a:lstStyle/>
            <a:p>
              <a:endParaRPr lang="zh-CN" altLang="en-US"/>
            </a:p>
          </p:txBody>
        </p:sp>
        <p:sp>
          <p:nvSpPr>
            <p:cNvPr id="46102" name="Text Box 21"/>
            <p:cNvSpPr txBox="1">
              <a:spLocks noChangeArrowheads="1"/>
            </p:cNvSpPr>
            <p:nvPr/>
          </p:nvSpPr>
          <p:spPr bwMode="auto">
            <a:xfrm>
              <a:off x="4042" y="2483"/>
              <a:ext cx="162" cy="1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a:spcBef>
                  <a:spcPct val="0"/>
                </a:spcBef>
                <a:buClrTx/>
                <a:buFontTx/>
                <a:buNone/>
              </a:pPr>
              <a:r>
                <a:rPr kumimoji="0" lang="zh-CN" altLang="en-US" sz="1600">
                  <a:solidFill>
                    <a:schemeClr val="tx2"/>
                  </a:solidFill>
                  <a:latin typeface="Comic Sans MS" pitchFamily="66" charset="0"/>
                </a:rPr>
                <a:t>1</a:t>
              </a:r>
            </a:p>
          </p:txBody>
        </p:sp>
        <p:sp>
          <p:nvSpPr>
            <p:cNvPr id="46103" name="Text Box 22"/>
            <p:cNvSpPr txBox="1">
              <a:spLocks noChangeArrowheads="1"/>
            </p:cNvSpPr>
            <p:nvPr/>
          </p:nvSpPr>
          <p:spPr bwMode="auto">
            <a:xfrm>
              <a:off x="4511" y="2490"/>
              <a:ext cx="162" cy="1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a:spcBef>
                  <a:spcPct val="0"/>
                </a:spcBef>
                <a:buClrTx/>
                <a:buFontTx/>
                <a:buNone/>
              </a:pPr>
              <a:r>
                <a:rPr kumimoji="0" lang="zh-CN" altLang="en-US" sz="1600">
                  <a:solidFill>
                    <a:schemeClr val="tx2"/>
                  </a:solidFill>
                  <a:latin typeface="Comic Sans MS" pitchFamily="66" charset="0"/>
                </a:rPr>
                <a:t>2</a:t>
              </a:r>
            </a:p>
          </p:txBody>
        </p:sp>
        <p:sp>
          <p:nvSpPr>
            <p:cNvPr id="46104" name="Text Box 23"/>
            <p:cNvSpPr txBox="1">
              <a:spLocks noChangeArrowheads="1"/>
            </p:cNvSpPr>
            <p:nvPr/>
          </p:nvSpPr>
          <p:spPr bwMode="auto">
            <a:xfrm>
              <a:off x="5005" y="2498"/>
              <a:ext cx="162" cy="1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a:spcBef>
                  <a:spcPct val="0"/>
                </a:spcBef>
                <a:buClrTx/>
                <a:buFontTx/>
                <a:buNone/>
              </a:pPr>
              <a:r>
                <a:rPr kumimoji="0" lang="zh-CN" altLang="en-US" sz="1600">
                  <a:solidFill>
                    <a:schemeClr val="tx2"/>
                  </a:solidFill>
                  <a:latin typeface="Comic Sans MS" pitchFamily="66" charset="0"/>
                </a:rPr>
                <a:t>3</a:t>
              </a:r>
            </a:p>
          </p:txBody>
        </p:sp>
        <p:sp>
          <p:nvSpPr>
            <p:cNvPr id="46105" name="Text Box 24"/>
            <p:cNvSpPr txBox="1">
              <a:spLocks noChangeArrowheads="1"/>
            </p:cNvSpPr>
            <p:nvPr/>
          </p:nvSpPr>
          <p:spPr bwMode="auto">
            <a:xfrm>
              <a:off x="4033" y="2960"/>
              <a:ext cx="161" cy="1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a:spcBef>
                  <a:spcPct val="0"/>
                </a:spcBef>
                <a:buClrTx/>
                <a:buFontTx/>
                <a:buNone/>
              </a:pPr>
              <a:r>
                <a:rPr kumimoji="0" lang="zh-CN" altLang="en-US" sz="1600">
                  <a:solidFill>
                    <a:schemeClr val="tx2"/>
                  </a:solidFill>
                  <a:latin typeface="Comic Sans MS" pitchFamily="66" charset="0"/>
                </a:rPr>
                <a:t>4</a:t>
              </a:r>
            </a:p>
          </p:txBody>
        </p:sp>
        <p:sp>
          <p:nvSpPr>
            <p:cNvPr id="46106" name="Text Box 25"/>
            <p:cNvSpPr txBox="1">
              <a:spLocks noChangeArrowheads="1"/>
            </p:cNvSpPr>
            <p:nvPr/>
          </p:nvSpPr>
          <p:spPr bwMode="auto">
            <a:xfrm>
              <a:off x="4502" y="2969"/>
              <a:ext cx="162" cy="1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a:spcBef>
                  <a:spcPct val="0"/>
                </a:spcBef>
                <a:buClrTx/>
                <a:buFontTx/>
                <a:buNone/>
              </a:pPr>
              <a:r>
                <a:rPr kumimoji="0" lang="zh-CN" altLang="en-US" sz="1600">
                  <a:solidFill>
                    <a:schemeClr val="tx2"/>
                  </a:solidFill>
                  <a:latin typeface="Comic Sans MS" pitchFamily="66" charset="0"/>
                </a:rPr>
                <a:t>5</a:t>
              </a:r>
            </a:p>
          </p:txBody>
        </p:sp>
        <p:sp>
          <p:nvSpPr>
            <p:cNvPr id="46107" name="Text Box 26"/>
            <p:cNvSpPr txBox="1">
              <a:spLocks noChangeArrowheads="1"/>
            </p:cNvSpPr>
            <p:nvPr/>
          </p:nvSpPr>
          <p:spPr bwMode="auto">
            <a:xfrm>
              <a:off x="4996" y="2976"/>
              <a:ext cx="162" cy="1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a:spcBef>
                  <a:spcPct val="0"/>
                </a:spcBef>
                <a:buClrTx/>
                <a:buFontTx/>
                <a:buNone/>
              </a:pPr>
              <a:r>
                <a:rPr kumimoji="0" lang="zh-CN" altLang="en-US" sz="1600">
                  <a:solidFill>
                    <a:schemeClr val="tx2"/>
                  </a:solidFill>
                  <a:latin typeface="Comic Sans MS" pitchFamily="66" charset="0"/>
                </a:rPr>
                <a:t>6</a:t>
              </a:r>
            </a:p>
          </p:txBody>
        </p:sp>
        <p:sp>
          <p:nvSpPr>
            <p:cNvPr id="46108" name="Text Box 27"/>
            <p:cNvSpPr txBox="1">
              <a:spLocks noChangeArrowheads="1"/>
            </p:cNvSpPr>
            <p:nvPr/>
          </p:nvSpPr>
          <p:spPr bwMode="auto">
            <a:xfrm>
              <a:off x="4049" y="3429"/>
              <a:ext cx="161" cy="1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a:spcBef>
                  <a:spcPct val="0"/>
                </a:spcBef>
                <a:buClrTx/>
                <a:buFontTx/>
                <a:buNone/>
              </a:pPr>
              <a:r>
                <a:rPr kumimoji="0" lang="zh-CN" altLang="en-US" sz="1600">
                  <a:solidFill>
                    <a:schemeClr val="tx2"/>
                  </a:solidFill>
                  <a:latin typeface="Comic Sans MS" pitchFamily="66" charset="0"/>
                </a:rPr>
                <a:t>7</a:t>
              </a:r>
            </a:p>
          </p:txBody>
        </p:sp>
        <p:sp>
          <p:nvSpPr>
            <p:cNvPr id="46109" name="Text Box 28"/>
            <p:cNvSpPr txBox="1">
              <a:spLocks noChangeArrowheads="1"/>
            </p:cNvSpPr>
            <p:nvPr/>
          </p:nvSpPr>
          <p:spPr bwMode="auto">
            <a:xfrm>
              <a:off x="4518" y="3437"/>
              <a:ext cx="161" cy="1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a:spcBef>
                  <a:spcPct val="0"/>
                </a:spcBef>
                <a:buClrTx/>
                <a:buFontTx/>
                <a:buNone/>
              </a:pPr>
              <a:r>
                <a:rPr kumimoji="0" lang="zh-CN" altLang="en-US" sz="1600">
                  <a:solidFill>
                    <a:schemeClr val="tx2"/>
                  </a:solidFill>
                  <a:latin typeface="Comic Sans MS" pitchFamily="66" charset="0"/>
                </a:rPr>
                <a:t>8</a:t>
              </a:r>
            </a:p>
          </p:txBody>
        </p:sp>
        <p:sp>
          <p:nvSpPr>
            <p:cNvPr id="46110" name="Text Box 29"/>
            <p:cNvSpPr txBox="1">
              <a:spLocks noChangeArrowheads="1"/>
            </p:cNvSpPr>
            <p:nvPr/>
          </p:nvSpPr>
          <p:spPr bwMode="auto">
            <a:xfrm>
              <a:off x="5012" y="3446"/>
              <a:ext cx="161" cy="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a:spcBef>
                  <a:spcPct val="0"/>
                </a:spcBef>
                <a:buClrTx/>
                <a:buFontTx/>
                <a:buNone/>
              </a:pPr>
              <a:r>
                <a:rPr kumimoji="0" lang="zh-CN" altLang="en-US" sz="1600">
                  <a:solidFill>
                    <a:schemeClr val="tx2"/>
                  </a:solidFill>
                  <a:latin typeface="Comic Sans MS" pitchFamily="66" charset="0"/>
                </a:rPr>
                <a:t>9</a:t>
              </a:r>
            </a:p>
          </p:txBody>
        </p:sp>
      </p:grpSp>
      <p:sp>
        <p:nvSpPr>
          <p:cNvPr id="46086" name="Text Box 30"/>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5 之 2</a:t>
            </a:r>
          </a:p>
        </p:txBody>
      </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626" name="Rectangle 2"/>
          <p:cNvSpPr>
            <a:spLocks noGrp="1" noChangeArrowheads="1"/>
          </p:cNvSpPr>
          <p:nvPr>
            <p:ph type="title"/>
          </p:nvPr>
        </p:nvSpPr>
        <p:spPr/>
        <p:txBody>
          <a:bodyPr/>
          <a:lstStyle/>
          <a:p>
            <a:pPr eaLnBrk="1" hangingPunct="1">
              <a:defRPr/>
            </a:pPr>
            <a:r>
              <a:rPr lang="zh-CN" altLang="en-US" sz="4400" smtClean="0"/>
              <a:t>环形</a:t>
            </a:r>
            <a:r>
              <a:rPr lang="zh-CN" altLang="en-US" smtClean="0"/>
              <a:t>二维网格</a:t>
            </a:r>
          </a:p>
        </p:txBody>
      </p:sp>
      <p:sp>
        <p:nvSpPr>
          <p:cNvPr id="4710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互连网络种类</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静态互连网络</a:t>
            </a:r>
            <a:endParaRPr lang="zh-CN" altLang="en-US" sz="1200" b="0">
              <a:latin typeface="Times New Roman" pitchFamily="18" charset="0"/>
              <a:ea typeface="幼圆" pitchFamily="49" charset="-122"/>
            </a:endParaRPr>
          </a:p>
        </p:txBody>
      </p:sp>
      <p:sp>
        <p:nvSpPr>
          <p:cNvPr id="922628" name="Rectangle 4"/>
          <p:cNvSpPr>
            <a:spLocks noGrp="1" noChangeArrowheads="1"/>
          </p:cNvSpPr>
          <p:nvPr>
            <p:ph type="body" idx="1"/>
          </p:nvPr>
        </p:nvSpPr>
        <p:spPr>
          <a:xfrm>
            <a:off x="914400" y="1974850"/>
            <a:ext cx="4216400" cy="4262438"/>
          </a:xfrm>
          <a:solidFill>
            <a:srgbClr val="FFFF99"/>
          </a:solidFill>
          <a:ln w="57150" cmpd="thickThin">
            <a:solidFill>
              <a:schemeClr val="tx1"/>
            </a:solidFill>
            <a:miter lim="800000"/>
            <a:headEnd/>
            <a:tailEnd/>
          </a:ln>
          <a:effectLst>
            <a:outerShdw dist="35921" dir="2700000" algn="ctr" rotWithShape="0">
              <a:schemeClr val="bg2"/>
            </a:outerShdw>
          </a:effectLst>
        </p:spPr>
        <p:txBody>
          <a:bodyPr/>
          <a:lstStyle/>
          <a:p>
            <a:pPr marL="0" indent="0" eaLnBrk="1" hangingPunct="1">
              <a:lnSpc>
                <a:spcPct val="150000"/>
              </a:lnSpc>
              <a:buNone/>
              <a:defRPr/>
            </a:pPr>
            <a:r>
              <a:rPr lang="zh-CN" altLang="en-US" sz="2400" dirty="0" smtClean="0"/>
              <a:t>       </a:t>
            </a:r>
            <a:r>
              <a:rPr lang="zh-CN" altLang="en-US" sz="2400" dirty="0" smtClean="0">
                <a:solidFill>
                  <a:srgbClr val="FF0000"/>
                </a:solidFill>
                <a:effectLst>
                  <a:outerShdw blurRad="38100" dist="38100" dir="2700000" algn="tl">
                    <a:srgbClr val="000000"/>
                  </a:outerShdw>
                </a:effectLst>
              </a:rPr>
              <a:t>环形二维网格沿阵列每行每列都有环形连接，</a:t>
            </a:r>
            <a:r>
              <a:rPr lang="zh-CN" altLang="en-US" sz="2400" dirty="0" smtClean="0"/>
              <a:t>将</a:t>
            </a:r>
            <a:r>
              <a:rPr lang="zh-CN" altLang="en-US" sz="2400" dirty="0">
                <a:solidFill>
                  <a:srgbClr val="0000FF"/>
                </a:solidFill>
              </a:rPr>
              <a:t>环形</a:t>
            </a:r>
            <a:r>
              <a:rPr lang="zh-CN" altLang="en-US" sz="2400" dirty="0"/>
              <a:t>和</a:t>
            </a:r>
            <a:r>
              <a:rPr lang="zh-CN" altLang="en-US" sz="2400" dirty="0">
                <a:solidFill>
                  <a:srgbClr val="0000FF"/>
                </a:solidFill>
              </a:rPr>
              <a:t>网格形</a:t>
            </a:r>
            <a:r>
              <a:rPr lang="zh-CN" altLang="en-US" sz="2400" dirty="0"/>
              <a:t>组合在一起，并能向高维扩展</a:t>
            </a:r>
            <a:r>
              <a:rPr lang="zh-CN" altLang="en-US" sz="2400" dirty="0" smtClean="0"/>
              <a:t>。</a:t>
            </a:r>
            <a:r>
              <a:rPr lang="en-US" altLang="zh-CN" sz="2400" dirty="0" err="1" smtClean="0"/>
              <a:t>n×n</a:t>
            </a:r>
            <a:r>
              <a:rPr lang="zh-CN" altLang="en-US" sz="2400" dirty="0" smtClean="0"/>
              <a:t>二元环网的节点度</a:t>
            </a:r>
            <a:r>
              <a:rPr lang="en-US" altLang="zh-CN" sz="2400" dirty="0" smtClean="0"/>
              <a:t>d=</a:t>
            </a:r>
            <a:r>
              <a:rPr lang="zh-CN" altLang="en-US" sz="2400" dirty="0" smtClean="0"/>
              <a:t>4，直径为</a:t>
            </a:r>
            <a:r>
              <a:rPr lang="en-US" altLang="zh-CN" sz="2400" dirty="0" smtClean="0"/>
              <a:t>D=2×</a:t>
            </a:r>
            <a:r>
              <a:rPr lang="en-US" altLang="zh-CN" sz="2400" dirty="0" smtClean="0">
                <a:latin typeface="Comic Sans MS" pitchFamily="66" charset="0"/>
                <a:sym typeface="Symbol" pitchFamily="18" charset="2"/>
              </a:rPr>
              <a:t></a:t>
            </a:r>
            <a:r>
              <a:rPr lang="en-US" altLang="zh-CN" sz="2400" dirty="0" smtClean="0"/>
              <a:t>n/2</a:t>
            </a:r>
            <a:r>
              <a:rPr lang="en-US" altLang="zh-CN" sz="2400" dirty="0" smtClean="0">
                <a:latin typeface="Comic Sans MS" pitchFamily="66" charset="0"/>
                <a:sym typeface="Symbol" pitchFamily="18" charset="2"/>
              </a:rPr>
              <a:t></a:t>
            </a:r>
            <a:r>
              <a:rPr lang="en-US" altLang="zh-CN" sz="2400" dirty="0" smtClean="0"/>
              <a:t> </a:t>
            </a:r>
            <a:r>
              <a:rPr lang="zh-CN" altLang="en-US" sz="2400" dirty="0" smtClean="0"/>
              <a:t>，等分宽度</a:t>
            </a:r>
            <a:r>
              <a:rPr lang="en-US" altLang="zh-CN" sz="2400" dirty="0" smtClean="0"/>
              <a:t>b=2n。</a:t>
            </a:r>
            <a:r>
              <a:rPr lang="zh-CN" altLang="en-US" sz="2400" dirty="0" smtClean="0"/>
              <a:t>环网是一种对称的拓扑结构。</a:t>
            </a:r>
          </a:p>
        </p:txBody>
      </p:sp>
      <p:grpSp>
        <p:nvGrpSpPr>
          <p:cNvPr id="47109" name="Group 30"/>
          <p:cNvGrpSpPr>
            <a:grpSpLocks/>
          </p:cNvGrpSpPr>
          <p:nvPr/>
        </p:nvGrpSpPr>
        <p:grpSpPr bwMode="auto">
          <a:xfrm>
            <a:off x="5486400" y="2457450"/>
            <a:ext cx="3038475" cy="3276600"/>
            <a:chOff x="1296" y="2352"/>
            <a:chExt cx="1234" cy="1319"/>
          </a:xfrm>
        </p:grpSpPr>
        <p:sp>
          <p:nvSpPr>
            <p:cNvPr id="47111" name="Freeform 31"/>
            <p:cNvSpPr>
              <a:spLocks/>
            </p:cNvSpPr>
            <p:nvPr/>
          </p:nvSpPr>
          <p:spPr bwMode="auto">
            <a:xfrm>
              <a:off x="1871" y="2352"/>
              <a:ext cx="164" cy="1319"/>
            </a:xfrm>
            <a:custGeom>
              <a:avLst/>
              <a:gdLst>
                <a:gd name="T0" fmla="*/ 3195 w 104"/>
                <a:gd name="T1" fmla="*/ 49232 h 839"/>
                <a:gd name="T2" fmla="*/ 4376 w 104"/>
                <a:gd name="T3" fmla="*/ 48985 h 839"/>
                <a:gd name="T4" fmla="*/ 5510 w 104"/>
                <a:gd name="T5" fmla="*/ 48289 h 839"/>
                <a:gd name="T6" fmla="*/ 6164 w 104"/>
                <a:gd name="T7" fmla="*/ 47287 h 839"/>
                <a:gd name="T8" fmla="*/ 6271 w 104"/>
                <a:gd name="T9" fmla="*/ 46126 h 839"/>
                <a:gd name="T10" fmla="*/ 6271 w 104"/>
                <a:gd name="T11" fmla="*/ 3084 h 839"/>
                <a:gd name="T12" fmla="*/ 6164 w 104"/>
                <a:gd name="T13" fmla="*/ 1827 h 839"/>
                <a:gd name="T14" fmla="*/ 5510 w 104"/>
                <a:gd name="T15" fmla="*/ 904 h 839"/>
                <a:gd name="T16" fmla="*/ 4376 w 104"/>
                <a:gd name="T17" fmla="*/ 212 h 839"/>
                <a:gd name="T18" fmla="*/ 3195 w 104"/>
                <a:gd name="T19" fmla="*/ 0 h 839"/>
                <a:gd name="T20" fmla="*/ 1979 w 104"/>
                <a:gd name="T21" fmla="*/ 212 h 839"/>
                <a:gd name="T22" fmla="*/ 930 w 104"/>
                <a:gd name="T23" fmla="*/ 904 h 839"/>
                <a:gd name="T24" fmla="*/ 216 w 104"/>
                <a:gd name="T25" fmla="*/ 1827 h 839"/>
                <a:gd name="T26" fmla="*/ 0 w 104"/>
                <a:gd name="T27" fmla="*/ 3084 h 839"/>
                <a:gd name="T28" fmla="*/ 0 w 104"/>
                <a:gd name="T29" fmla="*/ 46126 h 839"/>
                <a:gd name="T30" fmla="*/ 216 w 104"/>
                <a:gd name="T31" fmla="*/ 47287 h 839"/>
                <a:gd name="T32" fmla="*/ 930 w 104"/>
                <a:gd name="T33" fmla="*/ 48289 h 839"/>
                <a:gd name="T34" fmla="*/ 1979 w 104"/>
                <a:gd name="T35" fmla="*/ 48985 h 839"/>
                <a:gd name="T36" fmla="*/ 3195 w 104"/>
                <a:gd name="T37" fmla="*/ 49232 h 83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04" h="839">
                  <a:moveTo>
                    <a:pt x="53" y="839"/>
                  </a:moveTo>
                  <a:lnTo>
                    <a:pt x="73" y="835"/>
                  </a:lnTo>
                  <a:lnTo>
                    <a:pt x="91" y="823"/>
                  </a:lnTo>
                  <a:lnTo>
                    <a:pt x="102" y="806"/>
                  </a:lnTo>
                  <a:lnTo>
                    <a:pt x="104" y="786"/>
                  </a:lnTo>
                  <a:lnTo>
                    <a:pt x="104" y="53"/>
                  </a:lnTo>
                  <a:lnTo>
                    <a:pt x="102" y="31"/>
                  </a:lnTo>
                  <a:lnTo>
                    <a:pt x="91" y="15"/>
                  </a:lnTo>
                  <a:lnTo>
                    <a:pt x="73" y="4"/>
                  </a:lnTo>
                  <a:lnTo>
                    <a:pt x="53" y="0"/>
                  </a:lnTo>
                  <a:lnTo>
                    <a:pt x="33" y="4"/>
                  </a:lnTo>
                  <a:lnTo>
                    <a:pt x="15" y="15"/>
                  </a:lnTo>
                  <a:lnTo>
                    <a:pt x="4" y="31"/>
                  </a:lnTo>
                  <a:lnTo>
                    <a:pt x="0" y="53"/>
                  </a:lnTo>
                  <a:lnTo>
                    <a:pt x="0" y="786"/>
                  </a:lnTo>
                  <a:lnTo>
                    <a:pt x="4" y="806"/>
                  </a:lnTo>
                  <a:lnTo>
                    <a:pt x="15" y="823"/>
                  </a:lnTo>
                  <a:lnTo>
                    <a:pt x="33" y="835"/>
                  </a:lnTo>
                  <a:lnTo>
                    <a:pt x="53" y="839"/>
                  </a:lnTo>
                  <a:close/>
                </a:path>
              </a:pathLst>
            </a:custGeom>
            <a:noFill/>
            <a:ln w="28575" cmpd="sng">
              <a:solidFill>
                <a:schemeClr val="tx2"/>
              </a:solidFill>
              <a:prstDash val="solid"/>
              <a:round/>
              <a:headEnd/>
              <a:tailEnd/>
            </a:ln>
            <a:extLst>
              <a:ext uri="{909E8E84-426E-40DD-AFC4-6F175D3DCCD1}">
                <a14:hiddenFill xmlns:a14="http://schemas.microsoft.com/office/drawing/2010/main">
                  <a:solidFill>
                    <a:schemeClr val="bg1"/>
                  </a:solidFill>
                </a14:hiddenFill>
              </a:ext>
            </a:extLst>
          </p:spPr>
          <p:txBody>
            <a:bodyPr/>
            <a:lstStyle/>
            <a:p>
              <a:endParaRPr lang="zh-CN" altLang="en-US"/>
            </a:p>
          </p:txBody>
        </p:sp>
        <p:sp>
          <p:nvSpPr>
            <p:cNvPr id="47112" name="Freeform 32"/>
            <p:cNvSpPr>
              <a:spLocks/>
            </p:cNvSpPr>
            <p:nvPr/>
          </p:nvSpPr>
          <p:spPr bwMode="auto">
            <a:xfrm>
              <a:off x="1296" y="2515"/>
              <a:ext cx="1234" cy="164"/>
            </a:xfrm>
            <a:custGeom>
              <a:avLst/>
              <a:gdLst>
                <a:gd name="T0" fmla="*/ 2988 w 785"/>
                <a:gd name="T1" fmla="*/ 6271 h 104"/>
                <a:gd name="T2" fmla="*/ 43031 w 785"/>
                <a:gd name="T3" fmla="*/ 6271 h 104"/>
                <a:gd name="T4" fmla="*/ 44191 w 785"/>
                <a:gd name="T5" fmla="*/ 6164 h 104"/>
                <a:gd name="T6" fmla="*/ 45087 w 785"/>
                <a:gd name="T7" fmla="*/ 5362 h 104"/>
                <a:gd name="T8" fmla="*/ 45779 w 785"/>
                <a:gd name="T9" fmla="*/ 4376 h 104"/>
                <a:gd name="T10" fmla="*/ 46032 w 785"/>
                <a:gd name="T11" fmla="*/ 3195 h 104"/>
                <a:gd name="T12" fmla="*/ 45779 w 785"/>
                <a:gd name="T13" fmla="*/ 1979 h 104"/>
                <a:gd name="T14" fmla="*/ 45087 w 785"/>
                <a:gd name="T15" fmla="*/ 957 h 104"/>
                <a:gd name="T16" fmla="*/ 44191 w 785"/>
                <a:gd name="T17" fmla="*/ 320 h 104"/>
                <a:gd name="T18" fmla="*/ 43031 w 785"/>
                <a:gd name="T19" fmla="*/ 0 h 104"/>
                <a:gd name="T20" fmla="*/ 2988 w 785"/>
                <a:gd name="T21" fmla="*/ 0 h 104"/>
                <a:gd name="T22" fmla="*/ 1827 w 785"/>
                <a:gd name="T23" fmla="*/ 320 h 104"/>
                <a:gd name="T24" fmla="*/ 921 w 785"/>
                <a:gd name="T25" fmla="*/ 957 h 104"/>
                <a:gd name="T26" fmla="*/ 299 w 785"/>
                <a:gd name="T27" fmla="*/ 1979 h 104"/>
                <a:gd name="T28" fmla="*/ 0 w 785"/>
                <a:gd name="T29" fmla="*/ 3195 h 104"/>
                <a:gd name="T30" fmla="*/ 0 w 785"/>
                <a:gd name="T31" fmla="*/ 3195 h 104"/>
                <a:gd name="T32" fmla="*/ 299 w 785"/>
                <a:gd name="T33" fmla="*/ 4376 h 104"/>
                <a:gd name="T34" fmla="*/ 921 w 785"/>
                <a:gd name="T35" fmla="*/ 5362 h 104"/>
                <a:gd name="T36" fmla="*/ 1827 w 785"/>
                <a:gd name="T37" fmla="*/ 6164 h 104"/>
                <a:gd name="T38" fmla="*/ 2988 w 785"/>
                <a:gd name="T39" fmla="*/ 6271 h 104"/>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785" h="104">
                  <a:moveTo>
                    <a:pt x="51" y="104"/>
                  </a:moveTo>
                  <a:lnTo>
                    <a:pt x="734" y="104"/>
                  </a:lnTo>
                  <a:lnTo>
                    <a:pt x="754" y="102"/>
                  </a:lnTo>
                  <a:lnTo>
                    <a:pt x="769" y="89"/>
                  </a:lnTo>
                  <a:lnTo>
                    <a:pt x="781" y="73"/>
                  </a:lnTo>
                  <a:lnTo>
                    <a:pt x="785" y="53"/>
                  </a:lnTo>
                  <a:lnTo>
                    <a:pt x="781" y="33"/>
                  </a:lnTo>
                  <a:lnTo>
                    <a:pt x="769" y="16"/>
                  </a:lnTo>
                  <a:lnTo>
                    <a:pt x="754" y="5"/>
                  </a:lnTo>
                  <a:lnTo>
                    <a:pt x="734" y="0"/>
                  </a:lnTo>
                  <a:lnTo>
                    <a:pt x="51" y="0"/>
                  </a:lnTo>
                  <a:lnTo>
                    <a:pt x="31" y="5"/>
                  </a:lnTo>
                  <a:lnTo>
                    <a:pt x="16" y="16"/>
                  </a:lnTo>
                  <a:lnTo>
                    <a:pt x="5" y="33"/>
                  </a:lnTo>
                  <a:lnTo>
                    <a:pt x="0" y="53"/>
                  </a:lnTo>
                  <a:lnTo>
                    <a:pt x="5" y="73"/>
                  </a:lnTo>
                  <a:lnTo>
                    <a:pt x="16" y="89"/>
                  </a:lnTo>
                  <a:lnTo>
                    <a:pt x="31" y="102"/>
                  </a:lnTo>
                  <a:lnTo>
                    <a:pt x="51" y="104"/>
                  </a:lnTo>
                </a:path>
              </a:pathLst>
            </a:custGeom>
            <a:noFill/>
            <a:ln w="28575" cmpd="sng">
              <a:solidFill>
                <a:schemeClr val="tx2"/>
              </a:solidFill>
              <a:prstDash val="solid"/>
              <a:round/>
              <a:headEnd/>
              <a:tailEnd/>
            </a:ln>
            <a:extLst>
              <a:ext uri="{909E8E84-426E-40DD-AFC4-6F175D3DCCD1}">
                <a14:hiddenFill xmlns:a14="http://schemas.microsoft.com/office/drawing/2010/main">
                  <a:solidFill>
                    <a:schemeClr val="bg1"/>
                  </a:solidFill>
                </a14:hiddenFill>
              </a:ext>
            </a:extLst>
          </p:spPr>
          <p:txBody>
            <a:bodyPr/>
            <a:lstStyle/>
            <a:p>
              <a:endParaRPr lang="zh-CN" altLang="en-US"/>
            </a:p>
          </p:txBody>
        </p:sp>
        <p:sp>
          <p:nvSpPr>
            <p:cNvPr id="47113" name="Freeform 33"/>
            <p:cNvSpPr>
              <a:spLocks/>
            </p:cNvSpPr>
            <p:nvPr/>
          </p:nvSpPr>
          <p:spPr bwMode="auto">
            <a:xfrm>
              <a:off x="1296" y="2847"/>
              <a:ext cx="1234" cy="164"/>
            </a:xfrm>
            <a:custGeom>
              <a:avLst/>
              <a:gdLst>
                <a:gd name="T0" fmla="*/ 2988 w 785"/>
                <a:gd name="T1" fmla="*/ 6271 h 104"/>
                <a:gd name="T2" fmla="*/ 43031 w 785"/>
                <a:gd name="T3" fmla="*/ 6271 h 104"/>
                <a:gd name="T4" fmla="*/ 44191 w 785"/>
                <a:gd name="T5" fmla="*/ 6048 h 104"/>
                <a:gd name="T6" fmla="*/ 45087 w 785"/>
                <a:gd name="T7" fmla="*/ 5362 h 104"/>
                <a:gd name="T8" fmla="*/ 45779 w 785"/>
                <a:gd name="T9" fmla="*/ 4289 h 104"/>
                <a:gd name="T10" fmla="*/ 46032 w 785"/>
                <a:gd name="T11" fmla="*/ 3064 h 104"/>
                <a:gd name="T12" fmla="*/ 45779 w 785"/>
                <a:gd name="T13" fmla="*/ 1862 h 104"/>
                <a:gd name="T14" fmla="*/ 45087 w 785"/>
                <a:gd name="T15" fmla="*/ 957 h 104"/>
                <a:gd name="T16" fmla="*/ 44191 w 785"/>
                <a:gd name="T17" fmla="*/ 129 h 104"/>
                <a:gd name="T18" fmla="*/ 43031 w 785"/>
                <a:gd name="T19" fmla="*/ 0 h 104"/>
                <a:gd name="T20" fmla="*/ 2988 w 785"/>
                <a:gd name="T21" fmla="*/ 0 h 104"/>
                <a:gd name="T22" fmla="*/ 1827 w 785"/>
                <a:gd name="T23" fmla="*/ 129 h 104"/>
                <a:gd name="T24" fmla="*/ 921 w 785"/>
                <a:gd name="T25" fmla="*/ 957 h 104"/>
                <a:gd name="T26" fmla="*/ 299 w 785"/>
                <a:gd name="T27" fmla="*/ 1862 h 104"/>
                <a:gd name="T28" fmla="*/ 0 w 785"/>
                <a:gd name="T29" fmla="*/ 3064 h 104"/>
                <a:gd name="T30" fmla="*/ 0 w 785"/>
                <a:gd name="T31" fmla="*/ 3064 h 104"/>
                <a:gd name="T32" fmla="*/ 299 w 785"/>
                <a:gd name="T33" fmla="*/ 4289 h 104"/>
                <a:gd name="T34" fmla="*/ 921 w 785"/>
                <a:gd name="T35" fmla="*/ 5362 h 104"/>
                <a:gd name="T36" fmla="*/ 1827 w 785"/>
                <a:gd name="T37" fmla="*/ 6048 h 104"/>
                <a:gd name="T38" fmla="*/ 2988 w 785"/>
                <a:gd name="T39" fmla="*/ 6271 h 104"/>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785" h="104">
                  <a:moveTo>
                    <a:pt x="51" y="104"/>
                  </a:moveTo>
                  <a:lnTo>
                    <a:pt x="734" y="104"/>
                  </a:lnTo>
                  <a:lnTo>
                    <a:pt x="754" y="100"/>
                  </a:lnTo>
                  <a:lnTo>
                    <a:pt x="769" y="89"/>
                  </a:lnTo>
                  <a:lnTo>
                    <a:pt x="781" y="71"/>
                  </a:lnTo>
                  <a:lnTo>
                    <a:pt x="785" y="51"/>
                  </a:lnTo>
                  <a:lnTo>
                    <a:pt x="781" y="31"/>
                  </a:lnTo>
                  <a:lnTo>
                    <a:pt x="769" y="16"/>
                  </a:lnTo>
                  <a:lnTo>
                    <a:pt x="754" y="2"/>
                  </a:lnTo>
                  <a:lnTo>
                    <a:pt x="734" y="0"/>
                  </a:lnTo>
                  <a:lnTo>
                    <a:pt x="51" y="0"/>
                  </a:lnTo>
                  <a:lnTo>
                    <a:pt x="31" y="2"/>
                  </a:lnTo>
                  <a:lnTo>
                    <a:pt x="16" y="16"/>
                  </a:lnTo>
                  <a:lnTo>
                    <a:pt x="5" y="31"/>
                  </a:lnTo>
                  <a:lnTo>
                    <a:pt x="0" y="51"/>
                  </a:lnTo>
                  <a:lnTo>
                    <a:pt x="5" y="71"/>
                  </a:lnTo>
                  <a:lnTo>
                    <a:pt x="16" y="89"/>
                  </a:lnTo>
                  <a:lnTo>
                    <a:pt x="31" y="100"/>
                  </a:lnTo>
                  <a:lnTo>
                    <a:pt x="51" y="104"/>
                  </a:lnTo>
                </a:path>
              </a:pathLst>
            </a:custGeom>
            <a:noFill/>
            <a:ln w="28575" cmpd="sng">
              <a:solidFill>
                <a:schemeClr val="tx2"/>
              </a:solidFill>
              <a:prstDash val="solid"/>
              <a:round/>
              <a:headEnd/>
              <a:tailEnd/>
            </a:ln>
            <a:extLst>
              <a:ext uri="{909E8E84-426E-40DD-AFC4-6F175D3DCCD1}">
                <a14:hiddenFill xmlns:a14="http://schemas.microsoft.com/office/drawing/2010/main">
                  <a:solidFill>
                    <a:schemeClr val="bg1"/>
                  </a:solidFill>
                </a14:hiddenFill>
              </a:ext>
            </a:extLst>
          </p:spPr>
          <p:txBody>
            <a:bodyPr/>
            <a:lstStyle/>
            <a:p>
              <a:endParaRPr lang="zh-CN" altLang="en-US"/>
            </a:p>
          </p:txBody>
        </p:sp>
        <p:sp>
          <p:nvSpPr>
            <p:cNvPr id="47114" name="Freeform 34"/>
            <p:cNvSpPr>
              <a:spLocks/>
            </p:cNvSpPr>
            <p:nvPr/>
          </p:nvSpPr>
          <p:spPr bwMode="auto">
            <a:xfrm>
              <a:off x="1296" y="3176"/>
              <a:ext cx="1234" cy="163"/>
            </a:xfrm>
            <a:custGeom>
              <a:avLst/>
              <a:gdLst>
                <a:gd name="T0" fmla="*/ 2988 w 785"/>
                <a:gd name="T1" fmla="*/ 5932 h 104"/>
                <a:gd name="T2" fmla="*/ 43031 w 785"/>
                <a:gd name="T3" fmla="*/ 5932 h 104"/>
                <a:gd name="T4" fmla="*/ 44191 w 785"/>
                <a:gd name="T5" fmla="*/ 5823 h 104"/>
                <a:gd name="T6" fmla="*/ 45087 w 785"/>
                <a:gd name="T7" fmla="*/ 5070 h 104"/>
                <a:gd name="T8" fmla="*/ 45779 w 785"/>
                <a:gd name="T9" fmla="*/ 4161 h 104"/>
                <a:gd name="T10" fmla="*/ 46032 w 785"/>
                <a:gd name="T11" fmla="*/ 3028 h 104"/>
                <a:gd name="T12" fmla="*/ 45779 w 785"/>
                <a:gd name="T13" fmla="*/ 1914 h 104"/>
                <a:gd name="T14" fmla="*/ 45087 w 785"/>
                <a:gd name="T15" fmla="*/ 884 h 104"/>
                <a:gd name="T16" fmla="*/ 44191 w 785"/>
                <a:gd name="T17" fmla="*/ 204 h 104"/>
                <a:gd name="T18" fmla="*/ 43031 w 785"/>
                <a:gd name="T19" fmla="*/ 0 h 104"/>
                <a:gd name="T20" fmla="*/ 2988 w 785"/>
                <a:gd name="T21" fmla="*/ 0 h 104"/>
                <a:gd name="T22" fmla="*/ 1827 w 785"/>
                <a:gd name="T23" fmla="*/ 204 h 104"/>
                <a:gd name="T24" fmla="*/ 921 w 785"/>
                <a:gd name="T25" fmla="*/ 884 h 104"/>
                <a:gd name="T26" fmla="*/ 299 w 785"/>
                <a:gd name="T27" fmla="*/ 1914 h 104"/>
                <a:gd name="T28" fmla="*/ 0 w 785"/>
                <a:gd name="T29" fmla="*/ 3028 h 104"/>
                <a:gd name="T30" fmla="*/ 0 w 785"/>
                <a:gd name="T31" fmla="*/ 3028 h 104"/>
                <a:gd name="T32" fmla="*/ 299 w 785"/>
                <a:gd name="T33" fmla="*/ 4161 h 104"/>
                <a:gd name="T34" fmla="*/ 921 w 785"/>
                <a:gd name="T35" fmla="*/ 5070 h 104"/>
                <a:gd name="T36" fmla="*/ 1827 w 785"/>
                <a:gd name="T37" fmla="*/ 5823 h 104"/>
                <a:gd name="T38" fmla="*/ 2988 w 785"/>
                <a:gd name="T39" fmla="*/ 5932 h 104"/>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785" h="104">
                  <a:moveTo>
                    <a:pt x="51" y="104"/>
                  </a:moveTo>
                  <a:lnTo>
                    <a:pt x="734" y="104"/>
                  </a:lnTo>
                  <a:lnTo>
                    <a:pt x="754" y="102"/>
                  </a:lnTo>
                  <a:lnTo>
                    <a:pt x="769" y="89"/>
                  </a:lnTo>
                  <a:lnTo>
                    <a:pt x="781" y="73"/>
                  </a:lnTo>
                  <a:lnTo>
                    <a:pt x="785" y="53"/>
                  </a:lnTo>
                  <a:lnTo>
                    <a:pt x="781" y="33"/>
                  </a:lnTo>
                  <a:lnTo>
                    <a:pt x="769" y="15"/>
                  </a:lnTo>
                  <a:lnTo>
                    <a:pt x="754" y="4"/>
                  </a:lnTo>
                  <a:lnTo>
                    <a:pt x="734" y="0"/>
                  </a:lnTo>
                  <a:lnTo>
                    <a:pt x="51" y="0"/>
                  </a:lnTo>
                  <a:lnTo>
                    <a:pt x="31" y="4"/>
                  </a:lnTo>
                  <a:lnTo>
                    <a:pt x="16" y="15"/>
                  </a:lnTo>
                  <a:lnTo>
                    <a:pt x="5" y="33"/>
                  </a:lnTo>
                  <a:lnTo>
                    <a:pt x="0" y="53"/>
                  </a:lnTo>
                  <a:lnTo>
                    <a:pt x="5" y="73"/>
                  </a:lnTo>
                  <a:lnTo>
                    <a:pt x="16" y="89"/>
                  </a:lnTo>
                  <a:lnTo>
                    <a:pt x="31" y="102"/>
                  </a:lnTo>
                  <a:lnTo>
                    <a:pt x="51" y="104"/>
                  </a:lnTo>
                </a:path>
              </a:pathLst>
            </a:custGeom>
            <a:noFill/>
            <a:ln w="28575" cmpd="sng">
              <a:solidFill>
                <a:schemeClr val="tx2"/>
              </a:solidFill>
              <a:prstDash val="solid"/>
              <a:round/>
              <a:headEnd/>
              <a:tailEnd/>
            </a:ln>
            <a:extLst>
              <a:ext uri="{909E8E84-426E-40DD-AFC4-6F175D3DCCD1}">
                <a14:hiddenFill xmlns:a14="http://schemas.microsoft.com/office/drawing/2010/main">
                  <a:solidFill>
                    <a:schemeClr val="bg1"/>
                  </a:solidFill>
                </a14:hiddenFill>
              </a:ext>
            </a:extLst>
          </p:spPr>
          <p:txBody>
            <a:bodyPr/>
            <a:lstStyle/>
            <a:p>
              <a:endParaRPr lang="zh-CN" altLang="en-US"/>
            </a:p>
          </p:txBody>
        </p:sp>
        <p:sp>
          <p:nvSpPr>
            <p:cNvPr id="47115" name="Freeform 35"/>
            <p:cNvSpPr>
              <a:spLocks/>
            </p:cNvSpPr>
            <p:nvPr/>
          </p:nvSpPr>
          <p:spPr bwMode="auto">
            <a:xfrm>
              <a:off x="2203" y="2352"/>
              <a:ext cx="164" cy="1319"/>
            </a:xfrm>
            <a:custGeom>
              <a:avLst/>
              <a:gdLst>
                <a:gd name="T0" fmla="*/ 3064 w 104"/>
                <a:gd name="T1" fmla="*/ 49232 h 839"/>
                <a:gd name="T2" fmla="*/ 4289 w 104"/>
                <a:gd name="T3" fmla="*/ 48985 h 839"/>
                <a:gd name="T4" fmla="*/ 5306 w 104"/>
                <a:gd name="T5" fmla="*/ 48289 h 839"/>
                <a:gd name="T6" fmla="*/ 5969 w 104"/>
                <a:gd name="T7" fmla="*/ 47287 h 839"/>
                <a:gd name="T8" fmla="*/ 6271 w 104"/>
                <a:gd name="T9" fmla="*/ 46126 h 839"/>
                <a:gd name="T10" fmla="*/ 6271 w 104"/>
                <a:gd name="T11" fmla="*/ 3084 h 839"/>
                <a:gd name="T12" fmla="*/ 5969 w 104"/>
                <a:gd name="T13" fmla="*/ 1827 h 839"/>
                <a:gd name="T14" fmla="*/ 5306 w 104"/>
                <a:gd name="T15" fmla="*/ 904 h 839"/>
                <a:gd name="T16" fmla="*/ 4289 w 104"/>
                <a:gd name="T17" fmla="*/ 212 h 839"/>
                <a:gd name="T18" fmla="*/ 3064 w 104"/>
                <a:gd name="T19" fmla="*/ 0 h 839"/>
                <a:gd name="T20" fmla="*/ 1862 w 104"/>
                <a:gd name="T21" fmla="*/ 212 h 839"/>
                <a:gd name="T22" fmla="*/ 930 w 104"/>
                <a:gd name="T23" fmla="*/ 904 h 839"/>
                <a:gd name="T24" fmla="*/ 129 w 104"/>
                <a:gd name="T25" fmla="*/ 1827 h 839"/>
                <a:gd name="T26" fmla="*/ 0 w 104"/>
                <a:gd name="T27" fmla="*/ 3084 h 839"/>
                <a:gd name="T28" fmla="*/ 0 w 104"/>
                <a:gd name="T29" fmla="*/ 46126 h 839"/>
                <a:gd name="T30" fmla="*/ 129 w 104"/>
                <a:gd name="T31" fmla="*/ 47287 h 839"/>
                <a:gd name="T32" fmla="*/ 930 w 104"/>
                <a:gd name="T33" fmla="*/ 48289 h 839"/>
                <a:gd name="T34" fmla="*/ 1862 w 104"/>
                <a:gd name="T35" fmla="*/ 48985 h 839"/>
                <a:gd name="T36" fmla="*/ 3064 w 104"/>
                <a:gd name="T37" fmla="*/ 49232 h 83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04" h="839">
                  <a:moveTo>
                    <a:pt x="51" y="839"/>
                  </a:moveTo>
                  <a:lnTo>
                    <a:pt x="71" y="835"/>
                  </a:lnTo>
                  <a:lnTo>
                    <a:pt x="88" y="823"/>
                  </a:lnTo>
                  <a:lnTo>
                    <a:pt x="99" y="806"/>
                  </a:lnTo>
                  <a:lnTo>
                    <a:pt x="104" y="786"/>
                  </a:lnTo>
                  <a:lnTo>
                    <a:pt x="104" y="53"/>
                  </a:lnTo>
                  <a:lnTo>
                    <a:pt x="99" y="31"/>
                  </a:lnTo>
                  <a:lnTo>
                    <a:pt x="88" y="15"/>
                  </a:lnTo>
                  <a:lnTo>
                    <a:pt x="71" y="4"/>
                  </a:lnTo>
                  <a:lnTo>
                    <a:pt x="51" y="0"/>
                  </a:lnTo>
                  <a:lnTo>
                    <a:pt x="31" y="4"/>
                  </a:lnTo>
                  <a:lnTo>
                    <a:pt x="15" y="15"/>
                  </a:lnTo>
                  <a:lnTo>
                    <a:pt x="2" y="31"/>
                  </a:lnTo>
                  <a:lnTo>
                    <a:pt x="0" y="53"/>
                  </a:lnTo>
                  <a:lnTo>
                    <a:pt x="0" y="786"/>
                  </a:lnTo>
                  <a:lnTo>
                    <a:pt x="2" y="806"/>
                  </a:lnTo>
                  <a:lnTo>
                    <a:pt x="15" y="823"/>
                  </a:lnTo>
                  <a:lnTo>
                    <a:pt x="31" y="835"/>
                  </a:lnTo>
                  <a:lnTo>
                    <a:pt x="51" y="839"/>
                  </a:lnTo>
                </a:path>
              </a:pathLst>
            </a:custGeom>
            <a:noFill/>
            <a:ln w="28575" cmpd="sng">
              <a:solidFill>
                <a:schemeClr val="tx2"/>
              </a:solidFill>
              <a:prstDash val="solid"/>
              <a:round/>
              <a:headEnd/>
              <a:tailEnd/>
            </a:ln>
            <a:extLst>
              <a:ext uri="{909E8E84-426E-40DD-AFC4-6F175D3DCCD1}">
                <a14:hiddenFill xmlns:a14="http://schemas.microsoft.com/office/drawing/2010/main">
                  <a:solidFill>
                    <a:schemeClr val="bg1"/>
                  </a:solidFill>
                </a14:hiddenFill>
              </a:ext>
            </a:extLst>
          </p:spPr>
          <p:txBody>
            <a:bodyPr/>
            <a:lstStyle/>
            <a:p>
              <a:endParaRPr lang="zh-CN" altLang="en-US"/>
            </a:p>
          </p:txBody>
        </p:sp>
        <p:sp>
          <p:nvSpPr>
            <p:cNvPr id="47116" name="Line 36"/>
            <p:cNvSpPr>
              <a:spLocks noChangeShapeType="1"/>
            </p:cNvSpPr>
            <p:nvPr/>
          </p:nvSpPr>
          <p:spPr bwMode="auto">
            <a:xfrm>
              <a:off x="1544" y="2847"/>
              <a:ext cx="823" cy="2"/>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117" name="Line 37"/>
            <p:cNvSpPr>
              <a:spLocks noChangeShapeType="1"/>
            </p:cNvSpPr>
            <p:nvPr/>
          </p:nvSpPr>
          <p:spPr bwMode="auto">
            <a:xfrm>
              <a:off x="1544" y="3011"/>
              <a:ext cx="823" cy="1"/>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118" name="Line 38"/>
            <p:cNvSpPr>
              <a:spLocks noChangeShapeType="1"/>
            </p:cNvSpPr>
            <p:nvPr/>
          </p:nvSpPr>
          <p:spPr bwMode="auto">
            <a:xfrm flipH="1">
              <a:off x="1544" y="3176"/>
              <a:ext cx="823" cy="1"/>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119" name="Line 39"/>
            <p:cNvSpPr>
              <a:spLocks noChangeShapeType="1"/>
            </p:cNvSpPr>
            <p:nvPr/>
          </p:nvSpPr>
          <p:spPr bwMode="auto">
            <a:xfrm>
              <a:off x="1544" y="3339"/>
              <a:ext cx="906" cy="2"/>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120" name="Freeform 40"/>
            <p:cNvSpPr>
              <a:spLocks/>
            </p:cNvSpPr>
            <p:nvPr/>
          </p:nvSpPr>
          <p:spPr bwMode="auto">
            <a:xfrm>
              <a:off x="1791" y="2599"/>
              <a:ext cx="164" cy="165"/>
            </a:xfrm>
            <a:custGeom>
              <a:avLst/>
              <a:gdLst>
                <a:gd name="T0" fmla="*/ 0 w 104"/>
                <a:gd name="T1" fmla="*/ 2981 h 105"/>
                <a:gd name="T2" fmla="*/ 129 w 104"/>
                <a:gd name="T3" fmla="*/ 1867 h 105"/>
                <a:gd name="T4" fmla="*/ 930 w 104"/>
                <a:gd name="T5" fmla="*/ 919 h 105"/>
                <a:gd name="T6" fmla="*/ 1862 w 104"/>
                <a:gd name="T7" fmla="*/ 299 h 105"/>
                <a:gd name="T8" fmla="*/ 3064 w 104"/>
                <a:gd name="T9" fmla="*/ 0 h 105"/>
                <a:gd name="T10" fmla="*/ 4289 w 104"/>
                <a:gd name="T11" fmla="*/ 299 h 105"/>
                <a:gd name="T12" fmla="*/ 5362 w 104"/>
                <a:gd name="T13" fmla="*/ 919 h 105"/>
                <a:gd name="T14" fmla="*/ 6048 w 104"/>
                <a:gd name="T15" fmla="*/ 1867 h 105"/>
                <a:gd name="T16" fmla="*/ 6271 w 104"/>
                <a:gd name="T17" fmla="*/ 2981 h 105"/>
                <a:gd name="T18" fmla="*/ 6048 w 104"/>
                <a:gd name="T19" fmla="*/ 4171 h 105"/>
                <a:gd name="T20" fmla="*/ 5362 w 104"/>
                <a:gd name="T21" fmla="*/ 5216 h 105"/>
                <a:gd name="T22" fmla="*/ 4289 w 104"/>
                <a:gd name="T23" fmla="*/ 5847 h 105"/>
                <a:gd name="T24" fmla="*/ 3064 w 104"/>
                <a:gd name="T25" fmla="*/ 6133 h 105"/>
                <a:gd name="T26" fmla="*/ 1862 w 104"/>
                <a:gd name="T27" fmla="*/ 5847 h 105"/>
                <a:gd name="T28" fmla="*/ 930 w 104"/>
                <a:gd name="T29" fmla="*/ 5216 h 105"/>
                <a:gd name="T30" fmla="*/ 129 w 104"/>
                <a:gd name="T31" fmla="*/ 4171 h 105"/>
                <a:gd name="T32" fmla="*/ 0 w 104"/>
                <a:gd name="T33" fmla="*/ 2981 h 10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04" h="105">
                  <a:moveTo>
                    <a:pt x="0" y="51"/>
                  </a:moveTo>
                  <a:lnTo>
                    <a:pt x="2" y="32"/>
                  </a:lnTo>
                  <a:lnTo>
                    <a:pt x="15" y="16"/>
                  </a:lnTo>
                  <a:lnTo>
                    <a:pt x="31" y="5"/>
                  </a:lnTo>
                  <a:lnTo>
                    <a:pt x="51" y="0"/>
                  </a:lnTo>
                  <a:lnTo>
                    <a:pt x="71" y="5"/>
                  </a:lnTo>
                  <a:lnTo>
                    <a:pt x="89" y="16"/>
                  </a:lnTo>
                  <a:lnTo>
                    <a:pt x="100" y="32"/>
                  </a:lnTo>
                  <a:lnTo>
                    <a:pt x="104" y="51"/>
                  </a:lnTo>
                  <a:lnTo>
                    <a:pt x="100" y="71"/>
                  </a:lnTo>
                  <a:lnTo>
                    <a:pt x="89" y="89"/>
                  </a:lnTo>
                  <a:lnTo>
                    <a:pt x="71" y="100"/>
                  </a:lnTo>
                  <a:lnTo>
                    <a:pt x="51" y="105"/>
                  </a:lnTo>
                  <a:lnTo>
                    <a:pt x="31" y="100"/>
                  </a:lnTo>
                  <a:lnTo>
                    <a:pt x="15" y="89"/>
                  </a:lnTo>
                  <a:lnTo>
                    <a:pt x="2" y="71"/>
                  </a:lnTo>
                  <a:lnTo>
                    <a:pt x="0" y="51"/>
                  </a:lnTo>
                  <a:close/>
                </a:path>
              </a:pathLst>
            </a:custGeom>
            <a:solidFill>
              <a:schemeClr val="bg2"/>
            </a:solidFill>
            <a:ln w="28575" cmpd="sng">
              <a:solidFill>
                <a:schemeClr val="tx2"/>
              </a:solidFill>
              <a:prstDash val="solid"/>
              <a:round/>
              <a:headEnd/>
              <a:tailEnd/>
            </a:ln>
          </p:spPr>
          <p:txBody>
            <a:bodyPr/>
            <a:lstStyle/>
            <a:p>
              <a:endParaRPr lang="zh-CN" altLang="en-US"/>
            </a:p>
          </p:txBody>
        </p:sp>
        <p:sp>
          <p:nvSpPr>
            <p:cNvPr id="47121" name="Freeform 41"/>
            <p:cNvSpPr>
              <a:spLocks/>
            </p:cNvSpPr>
            <p:nvPr/>
          </p:nvSpPr>
          <p:spPr bwMode="auto">
            <a:xfrm>
              <a:off x="2118" y="2599"/>
              <a:ext cx="165" cy="165"/>
            </a:xfrm>
            <a:custGeom>
              <a:avLst/>
              <a:gdLst>
                <a:gd name="T0" fmla="*/ 0 w 105"/>
                <a:gd name="T1" fmla="*/ 2981 h 105"/>
                <a:gd name="T2" fmla="*/ 299 w 105"/>
                <a:gd name="T3" fmla="*/ 1867 h 105"/>
                <a:gd name="T4" fmla="*/ 919 w 105"/>
                <a:gd name="T5" fmla="*/ 919 h 105"/>
                <a:gd name="T6" fmla="*/ 1956 w 105"/>
                <a:gd name="T7" fmla="*/ 299 h 105"/>
                <a:gd name="T8" fmla="*/ 3184 w 105"/>
                <a:gd name="T9" fmla="*/ 0 h 105"/>
                <a:gd name="T10" fmla="*/ 4304 w 105"/>
                <a:gd name="T11" fmla="*/ 299 h 105"/>
                <a:gd name="T12" fmla="*/ 5216 w 105"/>
                <a:gd name="T13" fmla="*/ 919 h 105"/>
                <a:gd name="T14" fmla="*/ 5934 w 105"/>
                <a:gd name="T15" fmla="*/ 1867 h 105"/>
                <a:gd name="T16" fmla="*/ 6133 w 105"/>
                <a:gd name="T17" fmla="*/ 2981 h 105"/>
                <a:gd name="T18" fmla="*/ 5934 w 105"/>
                <a:gd name="T19" fmla="*/ 4171 h 105"/>
                <a:gd name="T20" fmla="*/ 5216 w 105"/>
                <a:gd name="T21" fmla="*/ 5216 h 105"/>
                <a:gd name="T22" fmla="*/ 4304 w 105"/>
                <a:gd name="T23" fmla="*/ 5847 h 105"/>
                <a:gd name="T24" fmla="*/ 3184 w 105"/>
                <a:gd name="T25" fmla="*/ 6133 h 105"/>
                <a:gd name="T26" fmla="*/ 1956 w 105"/>
                <a:gd name="T27" fmla="*/ 5847 h 105"/>
                <a:gd name="T28" fmla="*/ 919 w 105"/>
                <a:gd name="T29" fmla="*/ 5216 h 105"/>
                <a:gd name="T30" fmla="*/ 299 w 105"/>
                <a:gd name="T31" fmla="*/ 4171 h 105"/>
                <a:gd name="T32" fmla="*/ 0 w 105"/>
                <a:gd name="T33" fmla="*/ 2981 h 10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05" h="105">
                  <a:moveTo>
                    <a:pt x="0" y="51"/>
                  </a:moveTo>
                  <a:lnTo>
                    <a:pt x="5" y="32"/>
                  </a:lnTo>
                  <a:lnTo>
                    <a:pt x="16" y="16"/>
                  </a:lnTo>
                  <a:lnTo>
                    <a:pt x="34" y="5"/>
                  </a:lnTo>
                  <a:lnTo>
                    <a:pt x="54" y="0"/>
                  </a:lnTo>
                  <a:lnTo>
                    <a:pt x="74" y="5"/>
                  </a:lnTo>
                  <a:lnTo>
                    <a:pt x="89" y="16"/>
                  </a:lnTo>
                  <a:lnTo>
                    <a:pt x="102" y="32"/>
                  </a:lnTo>
                  <a:lnTo>
                    <a:pt x="105" y="51"/>
                  </a:lnTo>
                  <a:lnTo>
                    <a:pt x="102" y="71"/>
                  </a:lnTo>
                  <a:lnTo>
                    <a:pt x="89" y="89"/>
                  </a:lnTo>
                  <a:lnTo>
                    <a:pt x="74" y="100"/>
                  </a:lnTo>
                  <a:lnTo>
                    <a:pt x="54" y="105"/>
                  </a:lnTo>
                  <a:lnTo>
                    <a:pt x="34" y="100"/>
                  </a:lnTo>
                  <a:lnTo>
                    <a:pt x="16" y="89"/>
                  </a:lnTo>
                  <a:lnTo>
                    <a:pt x="5" y="71"/>
                  </a:lnTo>
                  <a:lnTo>
                    <a:pt x="0" y="51"/>
                  </a:lnTo>
                  <a:close/>
                </a:path>
              </a:pathLst>
            </a:custGeom>
            <a:solidFill>
              <a:schemeClr val="bg2"/>
            </a:solidFill>
            <a:ln w="28575" cmpd="sng">
              <a:solidFill>
                <a:schemeClr val="tx2"/>
              </a:solidFill>
              <a:prstDash val="solid"/>
              <a:round/>
              <a:headEnd/>
              <a:tailEnd/>
            </a:ln>
          </p:spPr>
          <p:txBody>
            <a:bodyPr/>
            <a:lstStyle/>
            <a:p>
              <a:endParaRPr lang="zh-CN" altLang="en-US"/>
            </a:p>
          </p:txBody>
        </p:sp>
        <p:sp>
          <p:nvSpPr>
            <p:cNvPr id="47122" name="Freeform 42"/>
            <p:cNvSpPr>
              <a:spLocks/>
            </p:cNvSpPr>
            <p:nvPr/>
          </p:nvSpPr>
          <p:spPr bwMode="auto">
            <a:xfrm>
              <a:off x="1791" y="2927"/>
              <a:ext cx="164" cy="164"/>
            </a:xfrm>
            <a:custGeom>
              <a:avLst/>
              <a:gdLst>
                <a:gd name="T0" fmla="*/ 0 w 104"/>
                <a:gd name="T1" fmla="*/ 3195 h 104"/>
                <a:gd name="T2" fmla="*/ 129 w 104"/>
                <a:gd name="T3" fmla="*/ 1979 h 104"/>
                <a:gd name="T4" fmla="*/ 930 w 104"/>
                <a:gd name="T5" fmla="*/ 957 h 104"/>
                <a:gd name="T6" fmla="*/ 1862 w 104"/>
                <a:gd name="T7" fmla="*/ 320 h 104"/>
                <a:gd name="T8" fmla="*/ 3064 w 104"/>
                <a:gd name="T9" fmla="*/ 0 h 104"/>
                <a:gd name="T10" fmla="*/ 4289 w 104"/>
                <a:gd name="T11" fmla="*/ 320 h 104"/>
                <a:gd name="T12" fmla="*/ 5362 w 104"/>
                <a:gd name="T13" fmla="*/ 957 h 104"/>
                <a:gd name="T14" fmla="*/ 6048 w 104"/>
                <a:gd name="T15" fmla="*/ 1979 h 104"/>
                <a:gd name="T16" fmla="*/ 6271 w 104"/>
                <a:gd name="T17" fmla="*/ 3195 h 104"/>
                <a:gd name="T18" fmla="*/ 6048 w 104"/>
                <a:gd name="T19" fmla="*/ 4376 h 104"/>
                <a:gd name="T20" fmla="*/ 5362 w 104"/>
                <a:gd name="T21" fmla="*/ 5510 h 104"/>
                <a:gd name="T22" fmla="*/ 4289 w 104"/>
                <a:gd name="T23" fmla="*/ 6164 h 104"/>
                <a:gd name="T24" fmla="*/ 3064 w 104"/>
                <a:gd name="T25" fmla="*/ 6271 h 104"/>
                <a:gd name="T26" fmla="*/ 1862 w 104"/>
                <a:gd name="T27" fmla="*/ 6164 h 104"/>
                <a:gd name="T28" fmla="*/ 930 w 104"/>
                <a:gd name="T29" fmla="*/ 5510 h 104"/>
                <a:gd name="T30" fmla="*/ 129 w 104"/>
                <a:gd name="T31" fmla="*/ 4376 h 104"/>
                <a:gd name="T32" fmla="*/ 0 w 104"/>
                <a:gd name="T33" fmla="*/ 3195 h 10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04" h="104">
                  <a:moveTo>
                    <a:pt x="0" y="53"/>
                  </a:moveTo>
                  <a:lnTo>
                    <a:pt x="2" y="33"/>
                  </a:lnTo>
                  <a:lnTo>
                    <a:pt x="15" y="16"/>
                  </a:lnTo>
                  <a:lnTo>
                    <a:pt x="31" y="5"/>
                  </a:lnTo>
                  <a:lnTo>
                    <a:pt x="51" y="0"/>
                  </a:lnTo>
                  <a:lnTo>
                    <a:pt x="71" y="5"/>
                  </a:lnTo>
                  <a:lnTo>
                    <a:pt x="89" y="16"/>
                  </a:lnTo>
                  <a:lnTo>
                    <a:pt x="100" y="33"/>
                  </a:lnTo>
                  <a:lnTo>
                    <a:pt x="104" y="53"/>
                  </a:lnTo>
                  <a:lnTo>
                    <a:pt x="100" y="73"/>
                  </a:lnTo>
                  <a:lnTo>
                    <a:pt x="89" y="91"/>
                  </a:lnTo>
                  <a:lnTo>
                    <a:pt x="71" y="102"/>
                  </a:lnTo>
                  <a:lnTo>
                    <a:pt x="51" y="104"/>
                  </a:lnTo>
                  <a:lnTo>
                    <a:pt x="31" y="102"/>
                  </a:lnTo>
                  <a:lnTo>
                    <a:pt x="15" y="91"/>
                  </a:lnTo>
                  <a:lnTo>
                    <a:pt x="2" y="73"/>
                  </a:lnTo>
                  <a:lnTo>
                    <a:pt x="0" y="53"/>
                  </a:lnTo>
                  <a:close/>
                </a:path>
              </a:pathLst>
            </a:custGeom>
            <a:solidFill>
              <a:schemeClr val="bg2"/>
            </a:solidFill>
            <a:ln w="28575" cmpd="sng">
              <a:solidFill>
                <a:schemeClr val="tx2"/>
              </a:solidFill>
              <a:prstDash val="solid"/>
              <a:round/>
              <a:headEnd/>
              <a:tailEnd/>
            </a:ln>
          </p:spPr>
          <p:txBody>
            <a:bodyPr/>
            <a:lstStyle/>
            <a:p>
              <a:endParaRPr lang="zh-CN" altLang="en-US"/>
            </a:p>
          </p:txBody>
        </p:sp>
        <p:sp>
          <p:nvSpPr>
            <p:cNvPr id="47123" name="Freeform 43"/>
            <p:cNvSpPr>
              <a:spLocks/>
            </p:cNvSpPr>
            <p:nvPr/>
          </p:nvSpPr>
          <p:spPr bwMode="auto">
            <a:xfrm>
              <a:off x="1791" y="3259"/>
              <a:ext cx="164" cy="164"/>
            </a:xfrm>
            <a:custGeom>
              <a:avLst/>
              <a:gdLst>
                <a:gd name="T0" fmla="*/ 0 w 104"/>
                <a:gd name="T1" fmla="*/ 3064 h 104"/>
                <a:gd name="T2" fmla="*/ 129 w 104"/>
                <a:gd name="T3" fmla="*/ 1862 h 104"/>
                <a:gd name="T4" fmla="*/ 930 w 104"/>
                <a:gd name="T5" fmla="*/ 957 h 104"/>
                <a:gd name="T6" fmla="*/ 1862 w 104"/>
                <a:gd name="T7" fmla="*/ 216 h 104"/>
                <a:gd name="T8" fmla="*/ 3064 w 104"/>
                <a:gd name="T9" fmla="*/ 0 h 104"/>
                <a:gd name="T10" fmla="*/ 4289 w 104"/>
                <a:gd name="T11" fmla="*/ 216 h 104"/>
                <a:gd name="T12" fmla="*/ 5362 w 104"/>
                <a:gd name="T13" fmla="*/ 957 h 104"/>
                <a:gd name="T14" fmla="*/ 6048 w 104"/>
                <a:gd name="T15" fmla="*/ 1862 h 104"/>
                <a:gd name="T16" fmla="*/ 6271 w 104"/>
                <a:gd name="T17" fmla="*/ 3064 h 104"/>
                <a:gd name="T18" fmla="*/ 6048 w 104"/>
                <a:gd name="T19" fmla="*/ 4289 h 104"/>
                <a:gd name="T20" fmla="*/ 5362 w 104"/>
                <a:gd name="T21" fmla="*/ 5362 h 104"/>
                <a:gd name="T22" fmla="*/ 4289 w 104"/>
                <a:gd name="T23" fmla="*/ 6048 h 104"/>
                <a:gd name="T24" fmla="*/ 3064 w 104"/>
                <a:gd name="T25" fmla="*/ 6271 h 104"/>
                <a:gd name="T26" fmla="*/ 1862 w 104"/>
                <a:gd name="T27" fmla="*/ 6048 h 104"/>
                <a:gd name="T28" fmla="*/ 930 w 104"/>
                <a:gd name="T29" fmla="*/ 5362 h 104"/>
                <a:gd name="T30" fmla="*/ 129 w 104"/>
                <a:gd name="T31" fmla="*/ 4289 h 104"/>
                <a:gd name="T32" fmla="*/ 0 w 104"/>
                <a:gd name="T33" fmla="*/ 3064 h 10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04" h="104">
                  <a:moveTo>
                    <a:pt x="0" y="51"/>
                  </a:moveTo>
                  <a:lnTo>
                    <a:pt x="2" y="31"/>
                  </a:lnTo>
                  <a:lnTo>
                    <a:pt x="15" y="16"/>
                  </a:lnTo>
                  <a:lnTo>
                    <a:pt x="31" y="4"/>
                  </a:lnTo>
                  <a:lnTo>
                    <a:pt x="51" y="0"/>
                  </a:lnTo>
                  <a:lnTo>
                    <a:pt x="71" y="4"/>
                  </a:lnTo>
                  <a:lnTo>
                    <a:pt x="89" y="16"/>
                  </a:lnTo>
                  <a:lnTo>
                    <a:pt x="100" y="31"/>
                  </a:lnTo>
                  <a:lnTo>
                    <a:pt x="104" y="51"/>
                  </a:lnTo>
                  <a:lnTo>
                    <a:pt x="100" y="71"/>
                  </a:lnTo>
                  <a:lnTo>
                    <a:pt x="89" y="89"/>
                  </a:lnTo>
                  <a:lnTo>
                    <a:pt x="71" y="100"/>
                  </a:lnTo>
                  <a:lnTo>
                    <a:pt x="51" y="104"/>
                  </a:lnTo>
                  <a:lnTo>
                    <a:pt x="31" y="100"/>
                  </a:lnTo>
                  <a:lnTo>
                    <a:pt x="15" y="89"/>
                  </a:lnTo>
                  <a:lnTo>
                    <a:pt x="2" y="71"/>
                  </a:lnTo>
                  <a:lnTo>
                    <a:pt x="0" y="51"/>
                  </a:lnTo>
                  <a:close/>
                </a:path>
              </a:pathLst>
            </a:custGeom>
            <a:solidFill>
              <a:schemeClr val="bg2"/>
            </a:solidFill>
            <a:ln w="28575" cmpd="sng">
              <a:solidFill>
                <a:schemeClr val="tx2"/>
              </a:solidFill>
              <a:prstDash val="solid"/>
              <a:round/>
              <a:headEnd/>
              <a:tailEnd/>
            </a:ln>
          </p:spPr>
          <p:txBody>
            <a:bodyPr/>
            <a:lstStyle/>
            <a:p>
              <a:endParaRPr lang="zh-CN" altLang="en-US"/>
            </a:p>
          </p:txBody>
        </p:sp>
        <p:sp>
          <p:nvSpPr>
            <p:cNvPr id="47124" name="Freeform 44"/>
            <p:cNvSpPr>
              <a:spLocks/>
            </p:cNvSpPr>
            <p:nvPr/>
          </p:nvSpPr>
          <p:spPr bwMode="auto">
            <a:xfrm>
              <a:off x="2118" y="2927"/>
              <a:ext cx="165" cy="164"/>
            </a:xfrm>
            <a:custGeom>
              <a:avLst/>
              <a:gdLst>
                <a:gd name="T0" fmla="*/ 0 w 105"/>
                <a:gd name="T1" fmla="*/ 3195 h 104"/>
                <a:gd name="T2" fmla="*/ 299 w 105"/>
                <a:gd name="T3" fmla="*/ 1979 h 104"/>
                <a:gd name="T4" fmla="*/ 919 w 105"/>
                <a:gd name="T5" fmla="*/ 957 h 104"/>
                <a:gd name="T6" fmla="*/ 1956 w 105"/>
                <a:gd name="T7" fmla="*/ 320 h 104"/>
                <a:gd name="T8" fmla="*/ 3184 w 105"/>
                <a:gd name="T9" fmla="*/ 0 h 104"/>
                <a:gd name="T10" fmla="*/ 4304 w 105"/>
                <a:gd name="T11" fmla="*/ 320 h 104"/>
                <a:gd name="T12" fmla="*/ 5216 w 105"/>
                <a:gd name="T13" fmla="*/ 957 h 104"/>
                <a:gd name="T14" fmla="*/ 5934 w 105"/>
                <a:gd name="T15" fmla="*/ 1979 h 104"/>
                <a:gd name="T16" fmla="*/ 6133 w 105"/>
                <a:gd name="T17" fmla="*/ 3195 h 104"/>
                <a:gd name="T18" fmla="*/ 5934 w 105"/>
                <a:gd name="T19" fmla="*/ 4376 h 104"/>
                <a:gd name="T20" fmla="*/ 5216 w 105"/>
                <a:gd name="T21" fmla="*/ 5510 h 104"/>
                <a:gd name="T22" fmla="*/ 4304 w 105"/>
                <a:gd name="T23" fmla="*/ 6164 h 104"/>
                <a:gd name="T24" fmla="*/ 3184 w 105"/>
                <a:gd name="T25" fmla="*/ 6271 h 104"/>
                <a:gd name="T26" fmla="*/ 1956 w 105"/>
                <a:gd name="T27" fmla="*/ 6164 h 104"/>
                <a:gd name="T28" fmla="*/ 919 w 105"/>
                <a:gd name="T29" fmla="*/ 5510 h 104"/>
                <a:gd name="T30" fmla="*/ 299 w 105"/>
                <a:gd name="T31" fmla="*/ 4376 h 104"/>
                <a:gd name="T32" fmla="*/ 0 w 105"/>
                <a:gd name="T33" fmla="*/ 3195 h 10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05" h="104">
                  <a:moveTo>
                    <a:pt x="0" y="53"/>
                  </a:moveTo>
                  <a:lnTo>
                    <a:pt x="5" y="33"/>
                  </a:lnTo>
                  <a:lnTo>
                    <a:pt x="16" y="16"/>
                  </a:lnTo>
                  <a:lnTo>
                    <a:pt x="34" y="5"/>
                  </a:lnTo>
                  <a:lnTo>
                    <a:pt x="54" y="0"/>
                  </a:lnTo>
                  <a:lnTo>
                    <a:pt x="74" y="5"/>
                  </a:lnTo>
                  <a:lnTo>
                    <a:pt x="89" y="16"/>
                  </a:lnTo>
                  <a:lnTo>
                    <a:pt x="102" y="33"/>
                  </a:lnTo>
                  <a:lnTo>
                    <a:pt x="105" y="53"/>
                  </a:lnTo>
                  <a:lnTo>
                    <a:pt x="102" y="73"/>
                  </a:lnTo>
                  <a:lnTo>
                    <a:pt x="89" y="91"/>
                  </a:lnTo>
                  <a:lnTo>
                    <a:pt x="74" y="102"/>
                  </a:lnTo>
                  <a:lnTo>
                    <a:pt x="54" y="104"/>
                  </a:lnTo>
                  <a:lnTo>
                    <a:pt x="34" y="102"/>
                  </a:lnTo>
                  <a:lnTo>
                    <a:pt x="16" y="91"/>
                  </a:lnTo>
                  <a:lnTo>
                    <a:pt x="5" y="73"/>
                  </a:lnTo>
                  <a:lnTo>
                    <a:pt x="0" y="53"/>
                  </a:lnTo>
                  <a:close/>
                </a:path>
              </a:pathLst>
            </a:custGeom>
            <a:solidFill>
              <a:schemeClr val="bg2"/>
            </a:solidFill>
            <a:ln w="28575" cmpd="sng">
              <a:solidFill>
                <a:schemeClr val="tx2"/>
              </a:solidFill>
              <a:prstDash val="solid"/>
              <a:round/>
              <a:headEnd/>
              <a:tailEnd/>
            </a:ln>
          </p:spPr>
          <p:txBody>
            <a:bodyPr/>
            <a:lstStyle/>
            <a:p>
              <a:endParaRPr lang="zh-CN" altLang="en-US"/>
            </a:p>
          </p:txBody>
        </p:sp>
        <p:sp>
          <p:nvSpPr>
            <p:cNvPr id="47125" name="Freeform 45"/>
            <p:cNvSpPr>
              <a:spLocks/>
            </p:cNvSpPr>
            <p:nvPr/>
          </p:nvSpPr>
          <p:spPr bwMode="auto">
            <a:xfrm>
              <a:off x="2118" y="3259"/>
              <a:ext cx="165" cy="164"/>
            </a:xfrm>
            <a:custGeom>
              <a:avLst/>
              <a:gdLst>
                <a:gd name="T0" fmla="*/ 0 w 105"/>
                <a:gd name="T1" fmla="*/ 3064 h 104"/>
                <a:gd name="T2" fmla="*/ 299 w 105"/>
                <a:gd name="T3" fmla="*/ 1862 h 104"/>
                <a:gd name="T4" fmla="*/ 919 w 105"/>
                <a:gd name="T5" fmla="*/ 957 h 104"/>
                <a:gd name="T6" fmla="*/ 1956 w 105"/>
                <a:gd name="T7" fmla="*/ 216 h 104"/>
                <a:gd name="T8" fmla="*/ 3184 w 105"/>
                <a:gd name="T9" fmla="*/ 0 h 104"/>
                <a:gd name="T10" fmla="*/ 4304 w 105"/>
                <a:gd name="T11" fmla="*/ 216 h 104"/>
                <a:gd name="T12" fmla="*/ 5216 w 105"/>
                <a:gd name="T13" fmla="*/ 957 h 104"/>
                <a:gd name="T14" fmla="*/ 5934 w 105"/>
                <a:gd name="T15" fmla="*/ 1862 h 104"/>
                <a:gd name="T16" fmla="*/ 6133 w 105"/>
                <a:gd name="T17" fmla="*/ 3064 h 104"/>
                <a:gd name="T18" fmla="*/ 5934 w 105"/>
                <a:gd name="T19" fmla="*/ 4289 h 104"/>
                <a:gd name="T20" fmla="*/ 5216 w 105"/>
                <a:gd name="T21" fmla="*/ 5362 h 104"/>
                <a:gd name="T22" fmla="*/ 4304 w 105"/>
                <a:gd name="T23" fmla="*/ 6048 h 104"/>
                <a:gd name="T24" fmla="*/ 3184 w 105"/>
                <a:gd name="T25" fmla="*/ 6271 h 104"/>
                <a:gd name="T26" fmla="*/ 1956 w 105"/>
                <a:gd name="T27" fmla="*/ 6048 h 104"/>
                <a:gd name="T28" fmla="*/ 919 w 105"/>
                <a:gd name="T29" fmla="*/ 5362 h 104"/>
                <a:gd name="T30" fmla="*/ 299 w 105"/>
                <a:gd name="T31" fmla="*/ 4289 h 104"/>
                <a:gd name="T32" fmla="*/ 0 w 105"/>
                <a:gd name="T33" fmla="*/ 3064 h 10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05" h="104">
                  <a:moveTo>
                    <a:pt x="0" y="51"/>
                  </a:moveTo>
                  <a:lnTo>
                    <a:pt x="5" y="31"/>
                  </a:lnTo>
                  <a:lnTo>
                    <a:pt x="16" y="16"/>
                  </a:lnTo>
                  <a:lnTo>
                    <a:pt x="34" y="4"/>
                  </a:lnTo>
                  <a:lnTo>
                    <a:pt x="54" y="0"/>
                  </a:lnTo>
                  <a:lnTo>
                    <a:pt x="74" y="4"/>
                  </a:lnTo>
                  <a:lnTo>
                    <a:pt x="89" y="16"/>
                  </a:lnTo>
                  <a:lnTo>
                    <a:pt x="102" y="31"/>
                  </a:lnTo>
                  <a:lnTo>
                    <a:pt x="105" y="51"/>
                  </a:lnTo>
                  <a:lnTo>
                    <a:pt x="102" y="71"/>
                  </a:lnTo>
                  <a:lnTo>
                    <a:pt x="89" y="89"/>
                  </a:lnTo>
                  <a:lnTo>
                    <a:pt x="74" y="100"/>
                  </a:lnTo>
                  <a:lnTo>
                    <a:pt x="54" y="104"/>
                  </a:lnTo>
                  <a:lnTo>
                    <a:pt x="34" y="100"/>
                  </a:lnTo>
                  <a:lnTo>
                    <a:pt x="16" y="89"/>
                  </a:lnTo>
                  <a:lnTo>
                    <a:pt x="5" y="71"/>
                  </a:lnTo>
                  <a:lnTo>
                    <a:pt x="0" y="51"/>
                  </a:lnTo>
                  <a:close/>
                </a:path>
              </a:pathLst>
            </a:custGeom>
            <a:solidFill>
              <a:schemeClr val="bg2"/>
            </a:solidFill>
            <a:ln w="28575" cmpd="sng">
              <a:solidFill>
                <a:schemeClr val="tx2"/>
              </a:solidFill>
              <a:prstDash val="solid"/>
              <a:round/>
              <a:headEnd/>
              <a:tailEnd/>
            </a:ln>
          </p:spPr>
          <p:txBody>
            <a:bodyPr/>
            <a:lstStyle/>
            <a:p>
              <a:endParaRPr lang="zh-CN" altLang="en-US"/>
            </a:p>
          </p:txBody>
        </p:sp>
        <p:sp>
          <p:nvSpPr>
            <p:cNvPr id="47126" name="Freeform 46"/>
            <p:cNvSpPr>
              <a:spLocks/>
            </p:cNvSpPr>
            <p:nvPr/>
          </p:nvSpPr>
          <p:spPr bwMode="auto">
            <a:xfrm>
              <a:off x="1544" y="2352"/>
              <a:ext cx="164" cy="1319"/>
            </a:xfrm>
            <a:custGeom>
              <a:avLst/>
              <a:gdLst>
                <a:gd name="T0" fmla="*/ 3064 w 104"/>
                <a:gd name="T1" fmla="*/ 49232 h 839"/>
                <a:gd name="T2" fmla="*/ 4203 w 104"/>
                <a:gd name="T3" fmla="*/ 48985 h 839"/>
                <a:gd name="T4" fmla="*/ 5306 w 104"/>
                <a:gd name="T5" fmla="*/ 48289 h 839"/>
                <a:gd name="T6" fmla="*/ 5969 w 104"/>
                <a:gd name="T7" fmla="*/ 47287 h 839"/>
                <a:gd name="T8" fmla="*/ 6271 w 104"/>
                <a:gd name="T9" fmla="*/ 46126 h 839"/>
                <a:gd name="T10" fmla="*/ 6271 w 104"/>
                <a:gd name="T11" fmla="*/ 3084 h 839"/>
                <a:gd name="T12" fmla="*/ 5969 w 104"/>
                <a:gd name="T13" fmla="*/ 1827 h 839"/>
                <a:gd name="T14" fmla="*/ 5306 w 104"/>
                <a:gd name="T15" fmla="*/ 904 h 839"/>
                <a:gd name="T16" fmla="*/ 4203 w 104"/>
                <a:gd name="T17" fmla="*/ 212 h 839"/>
                <a:gd name="T18" fmla="*/ 3064 w 104"/>
                <a:gd name="T19" fmla="*/ 0 h 839"/>
                <a:gd name="T20" fmla="*/ 1862 w 104"/>
                <a:gd name="T21" fmla="*/ 212 h 839"/>
                <a:gd name="T22" fmla="*/ 930 w 104"/>
                <a:gd name="T23" fmla="*/ 904 h 839"/>
                <a:gd name="T24" fmla="*/ 216 w 104"/>
                <a:gd name="T25" fmla="*/ 1827 h 839"/>
                <a:gd name="T26" fmla="*/ 0 w 104"/>
                <a:gd name="T27" fmla="*/ 3084 h 839"/>
                <a:gd name="T28" fmla="*/ 0 w 104"/>
                <a:gd name="T29" fmla="*/ 46126 h 839"/>
                <a:gd name="T30" fmla="*/ 216 w 104"/>
                <a:gd name="T31" fmla="*/ 47287 h 839"/>
                <a:gd name="T32" fmla="*/ 930 w 104"/>
                <a:gd name="T33" fmla="*/ 48289 h 839"/>
                <a:gd name="T34" fmla="*/ 1862 w 104"/>
                <a:gd name="T35" fmla="*/ 48985 h 839"/>
                <a:gd name="T36" fmla="*/ 3064 w 104"/>
                <a:gd name="T37" fmla="*/ 49232 h 83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04" h="839">
                  <a:moveTo>
                    <a:pt x="51" y="839"/>
                  </a:moveTo>
                  <a:lnTo>
                    <a:pt x="70" y="835"/>
                  </a:lnTo>
                  <a:lnTo>
                    <a:pt x="88" y="823"/>
                  </a:lnTo>
                  <a:lnTo>
                    <a:pt x="99" y="806"/>
                  </a:lnTo>
                  <a:lnTo>
                    <a:pt x="104" y="786"/>
                  </a:lnTo>
                  <a:lnTo>
                    <a:pt x="104" y="53"/>
                  </a:lnTo>
                  <a:lnTo>
                    <a:pt x="99" y="31"/>
                  </a:lnTo>
                  <a:lnTo>
                    <a:pt x="88" y="15"/>
                  </a:lnTo>
                  <a:lnTo>
                    <a:pt x="70" y="4"/>
                  </a:lnTo>
                  <a:lnTo>
                    <a:pt x="51" y="0"/>
                  </a:lnTo>
                  <a:lnTo>
                    <a:pt x="31" y="4"/>
                  </a:lnTo>
                  <a:lnTo>
                    <a:pt x="15" y="15"/>
                  </a:lnTo>
                  <a:lnTo>
                    <a:pt x="4" y="31"/>
                  </a:lnTo>
                  <a:lnTo>
                    <a:pt x="0" y="53"/>
                  </a:lnTo>
                  <a:lnTo>
                    <a:pt x="0" y="786"/>
                  </a:lnTo>
                  <a:lnTo>
                    <a:pt x="4" y="806"/>
                  </a:lnTo>
                  <a:lnTo>
                    <a:pt x="15" y="823"/>
                  </a:lnTo>
                  <a:lnTo>
                    <a:pt x="31" y="835"/>
                  </a:lnTo>
                  <a:lnTo>
                    <a:pt x="51" y="839"/>
                  </a:lnTo>
                </a:path>
              </a:pathLst>
            </a:custGeom>
            <a:noFill/>
            <a:ln w="28575" cmpd="sng">
              <a:solidFill>
                <a:schemeClr val="tx2"/>
              </a:solidFill>
              <a:prstDash val="solid"/>
              <a:round/>
              <a:headEnd/>
              <a:tailEnd/>
            </a:ln>
            <a:extLst>
              <a:ext uri="{909E8E84-426E-40DD-AFC4-6F175D3DCCD1}">
                <a14:hiddenFill xmlns:a14="http://schemas.microsoft.com/office/drawing/2010/main">
                  <a:solidFill>
                    <a:schemeClr val="bg1"/>
                  </a:solidFill>
                </a14:hiddenFill>
              </a:ext>
            </a:extLst>
          </p:spPr>
          <p:txBody>
            <a:bodyPr/>
            <a:lstStyle/>
            <a:p>
              <a:endParaRPr lang="zh-CN" altLang="en-US"/>
            </a:p>
          </p:txBody>
        </p:sp>
        <p:sp>
          <p:nvSpPr>
            <p:cNvPr id="47127" name="Freeform 47"/>
            <p:cNvSpPr>
              <a:spLocks/>
            </p:cNvSpPr>
            <p:nvPr/>
          </p:nvSpPr>
          <p:spPr bwMode="auto">
            <a:xfrm>
              <a:off x="1459" y="2599"/>
              <a:ext cx="166" cy="165"/>
            </a:xfrm>
            <a:custGeom>
              <a:avLst/>
              <a:gdLst>
                <a:gd name="T0" fmla="*/ 0 w 105"/>
                <a:gd name="T1" fmla="*/ 2981 h 105"/>
                <a:gd name="T2" fmla="*/ 326 w 105"/>
                <a:gd name="T3" fmla="*/ 1867 h 105"/>
                <a:gd name="T4" fmla="*/ 987 w 105"/>
                <a:gd name="T5" fmla="*/ 919 h 105"/>
                <a:gd name="T6" fmla="*/ 2095 w 105"/>
                <a:gd name="T7" fmla="*/ 299 h 105"/>
                <a:gd name="T8" fmla="*/ 3312 w 105"/>
                <a:gd name="T9" fmla="*/ 0 h 105"/>
                <a:gd name="T10" fmla="*/ 4495 w 105"/>
                <a:gd name="T11" fmla="*/ 299 h 105"/>
                <a:gd name="T12" fmla="*/ 5508 w 105"/>
                <a:gd name="T13" fmla="*/ 919 h 105"/>
                <a:gd name="T14" fmla="*/ 6291 w 105"/>
                <a:gd name="T15" fmla="*/ 1867 h 105"/>
                <a:gd name="T16" fmla="*/ 6474 w 105"/>
                <a:gd name="T17" fmla="*/ 2981 h 105"/>
                <a:gd name="T18" fmla="*/ 6291 w 105"/>
                <a:gd name="T19" fmla="*/ 4171 h 105"/>
                <a:gd name="T20" fmla="*/ 5508 w 105"/>
                <a:gd name="T21" fmla="*/ 5216 h 105"/>
                <a:gd name="T22" fmla="*/ 4495 w 105"/>
                <a:gd name="T23" fmla="*/ 5847 h 105"/>
                <a:gd name="T24" fmla="*/ 3312 w 105"/>
                <a:gd name="T25" fmla="*/ 6133 h 105"/>
                <a:gd name="T26" fmla="*/ 2095 w 105"/>
                <a:gd name="T27" fmla="*/ 5847 h 105"/>
                <a:gd name="T28" fmla="*/ 987 w 105"/>
                <a:gd name="T29" fmla="*/ 5216 h 105"/>
                <a:gd name="T30" fmla="*/ 326 w 105"/>
                <a:gd name="T31" fmla="*/ 4171 h 105"/>
                <a:gd name="T32" fmla="*/ 0 w 105"/>
                <a:gd name="T33" fmla="*/ 2981 h 10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05" h="105">
                  <a:moveTo>
                    <a:pt x="0" y="51"/>
                  </a:moveTo>
                  <a:lnTo>
                    <a:pt x="5" y="32"/>
                  </a:lnTo>
                  <a:lnTo>
                    <a:pt x="16" y="16"/>
                  </a:lnTo>
                  <a:lnTo>
                    <a:pt x="34" y="5"/>
                  </a:lnTo>
                  <a:lnTo>
                    <a:pt x="54" y="0"/>
                  </a:lnTo>
                  <a:lnTo>
                    <a:pt x="73" y="5"/>
                  </a:lnTo>
                  <a:lnTo>
                    <a:pt x="89" y="16"/>
                  </a:lnTo>
                  <a:lnTo>
                    <a:pt x="102" y="32"/>
                  </a:lnTo>
                  <a:lnTo>
                    <a:pt x="105" y="51"/>
                  </a:lnTo>
                  <a:lnTo>
                    <a:pt x="102" y="71"/>
                  </a:lnTo>
                  <a:lnTo>
                    <a:pt x="89" y="89"/>
                  </a:lnTo>
                  <a:lnTo>
                    <a:pt x="73" y="100"/>
                  </a:lnTo>
                  <a:lnTo>
                    <a:pt x="54" y="105"/>
                  </a:lnTo>
                  <a:lnTo>
                    <a:pt x="34" y="100"/>
                  </a:lnTo>
                  <a:lnTo>
                    <a:pt x="16" y="89"/>
                  </a:lnTo>
                  <a:lnTo>
                    <a:pt x="5" y="71"/>
                  </a:lnTo>
                  <a:lnTo>
                    <a:pt x="0" y="51"/>
                  </a:lnTo>
                  <a:close/>
                </a:path>
              </a:pathLst>
            </a:custGeom>
            <a:solidFill>
              <a:schemeClr val="bg2"/>
            </a:solidFill>
            <a:ln w="28575" cmpd="sng">
              <a:solidFill>
                <a:schemeClr val="tx2"/>
              </a:solidFill>
              <a:prstDash val="solid"/>
              <a:round/>
              <a:headEnd/>
              <a:tailEnd/>
            </a:ln>
          </p:spPr>
          <p:txBody>
            <a:bodyPr/>
            <a:lstStyle/>
            <a:p>
              <a:endParaRPr lang="zh-CN" altLang="en-US"/>
            </a:p>
          </p:txBody>
        </p:sp>
        <p:sp>
          <p:nvSpPr>
            <p:cNvPr id="47128" name="Freeform 48"/>
            <p:cNvSpPr>
              <a:spLocks/>
            </p:cNvSpPr>
            <p:nvPr/>
          </p:nvSpPr>
          <p:spPr bwMode="auto">
            <a:xfrm>
              <a:off x="1459" y="2927"/>
              <a:ext cx="166" cy="164"/>
            </a:xfrm>
            <a:custGeom>
              <a:avLst/>
              <a:gdLst>
                <a:gd name="T0" fmla="*/ 0 w 105"/>
                <a:gd name="T1" fmla="*/ 3195 h 104"/>
                <a:gd name="T2" fmla="*/ 326 w 105"/>
                <a:gd name="T3" fmla="*/ 1979 h 104"/>
                <a:gd name="T4" fmla="*/ 987 w 105"/>
                <a:gd name="T5" fmla="*/ 957 h 104"/>
                <a:gd name="T6" fmla="*/ 2095 w 105"/>
                <a:gd name="T7" fmla="*/ 320 h 104"/>
                <a:gd name="T8" fmla="*/ 3312 w 105"/>
                <a:gd name="T9" fmla="*/ 0 h 104"/>
                <a:gd name="T10" fmla="*/ 4495 w 105"/>
                <a:gd name="T11" fmla="*/ 320 h 104"/>
                <a:gd name="T12" fmla="*/ 5508 w 105"/>
                <a:gd name="T13" fmla="*/ 957 h 104"/>
                <a:gd name="T14" fmla="*/ 6291 w 105"/>
                <a:gd name="T15" fmla="*/ 1979 h 104"/>
                <a:gd name="T16" fmla="*/ 6474 w 105"/>
                <a:gd name="T17" fmla="*/ 3195 h 104"/>
                <a:gd name="T18" fmla="*/ 6291 w 105"/>
                <a:gd name="T19" fmla="*/ 4376 h 104"/>
                <a:gd name="T20" fmla="*/ 5508 w 105"/>
                <a:gd name="T21" fmla="*/ 5510 h 104"/>
                <a:gd name="T22" fmla="*/ 4495 w 105"/>
                <a:gd name="T23" fmla="*/ 6164 h 104"/>
                <a:gd name="T24" fmla="*/ 3312 w 105"/>
                <a:gd name="T25" fmla="*/ 6271 h 104"/>
                <a:gd name="T26" fmla="*/ 2095 w 105"/>
                <a:gd name="T27" fmla="*/ 6164 h 104"/>
                <a:gd name="T28" fmla="*/ 987 w 105"/>
                <a:gd name="T29" fmla="*/ 5510 h 104"/>
                <a:gd name="T30" fmla="*/ 326 w 105"/>
                <a:gd name="T31" fmla="*/ 4376 h 104"/>
                <a:gd name="T32" fmla="*/ 0 w 105"/>
                <a:gd name="T33" fmla="*/ 3195 h 10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05" h="104">
                  <a:moveTo>
                    <a:pt x="0" y="53"/>
                  </a:moveTo>
                  <a:lnTo>
                    <a:pt x="5" y="33"/>
                  </a:lnTo>
                  <a:lnTo>
                    <a:pt x="16" y="16"/>
                  </a:lnTo>
                  <a:lnTo>
                    <a:pt x="34" y="5"/>
                  </a:lnTo>
                  <a:lnTo>
                    <a:pt x="54" y="0"/>
                  </a:lnTo>
                  <a:lnTo>
                    <a:pt x="73" y="5"/>
                  </a:lnTo>
                  <a:lnTo>
                    <a:pt x="89" y="16"/>
                  </a:lnTo>
                  <a:lnTo>
                    <a:pt x="102" y="33"/>
                  </a:lnTo>
                  <a:lnTo>
                    <a:pt x="105" y="53"/>
                  </a:lnTo>
                  <a:lnTo>
                    <a:pt x="102" y="73"/>
                  </a:lnTo>
                  <a:lnTo>
                    <a:pt x="89" y="91"/>
                  </a:lnTo>
                  <a:lnTo>
                    <a:pt x="73" y="102"/>
                  </a:lnTo>
                  <a:lnTo>
                    <a:pt x="54" y="104"/>
                  </a:lnTo>
                  <a:lnTo>
                    <a:pt x="34" y="102"/>
                  </a:lnTo>
                  <a:lnTo>
                    <a:pt x="16" y="91"/>
                  </a:lnTo>
                  <a:lnTo>
                    <a:pt x="5" y="73"/>
                  </a:lnTo>
                  <a:lnTo>
                    <a:pt x="0" y="53"/>
                  </a:lnTo>
                  <a:close/>
                </a:path>
              </a:pathLst>
            </a:custGeom>
            <a:solidFill>
              <a:schemeClr val="bg2"/>
            </a:solidFill>
            <a:ln w="28575" cmpd="sng">
              <a:solidFill>
                <a:schemeClr val="tx2"/>
              </a:solidFill>
              <a:prstDash val="solid"/>
              <a:round/>
              <a:headEnd/>
              <a:tailEnd/>
            </a:ln>
          </p:spPr>
          <p:txBody>
            <a:bodyPr/>
            <a:lstStyle/>
            <a:p>
              <a:endParaRPr lang="zh-CN" altLang="en-US"/>
            </a:p>
          </p:txBody>
        </p:sp>
        <p:sp>
          <p:nvSpPr>
            <p:cNvPr id="47129" name="Freeform 49"/>
            <p:cNvSpPr>
              <a:spLocks/>
            </p:cNvSpPr>
            <p:nvPr/>
          </p:nvSpPr>
          <p:spPr bwMode="auto">
            <a:xfrm>
              <a:off x="1459" y="3259"/>
              <a:ext cx="166" cy="164"/>
            </a:xfrm>
            <a:custGeom>
              <a:avLst/>
              <a:gdLst>
                <a:gd name="T0" fmla="*/ 0 w 105"/>
                <a:gd name="T1" fmla="*/ 3064 h 104"/>
                <a:gd name="T2" fmla="*/ 326 w 105"/>
                <a:gd name="T3" fmla="*/ 1862 h 104"/>
                <a:gd name="T4" fmla="*/ 987 w 105"/>
                <a:gd name="T5" fmla="*/ 957 h 104"/>
                <a:gd name="T6" fmla="*/ 2095 w 105"/>
                <a:gd name="T7" fmla="*/ 216 h 104"/>
                <a:gd name="T8" fmla="*/ 3312 w 105"/>
                <a:gd name="T9" fmla="*/ 0 h 104"/>
                <a:gd name="T10" fmla="*/ 4495 w 105"/>
                <a:gd name="T11" fmla="*/ 216 h 104"/>
                <a:gd name="T12" fmla="*/ 5508 w 105"/>
                <a:gd name="T13" fmla="*/ 957 h 104"/>
                <a:gd name="T14" fmla="*/ 6291 w 105"/>
                <a:gd name="T15" fmla="*/ 1862 h 104"/>
                <a:gd name="T16" fmla="*/ 6474 w 105"/>
                <a:gd name="T17" fmla="*/ 3064 h 104"/>
                <a:gd name="T18" fmla="*/ 6291 w 105"/>
                <a:gd name="T19" fmla="*/ 4289 h 104"/>
                <a:gd name="T20" fmla="*/ 5508 w 105"/>
                <a:gd name="T21" fmla="*/ 5362 h 104"/>
                <a:gd name="T22" fmla="*/ 4495 w 105"/>
                <a:gd name="T23" fmla="*/ 6048 h 104"/>
                <a:gd name="T24" fmla="*/ 3312 w 105"/>
                <a:gd name="T25" fmla="*/ 6271 h 104"/>
                <a:gd name="T26" fmla="*/ 2095 w 105"/>
                <a:gd name="T27" fmla="*/ 6048 h 104"/>
                <a:gd name="T28" fmla="*/ 987 w 105"/>
                <a:gd name="T29" fmla="*/ 5362 h 104"/>
                <a:gd name="T30" fmla="*/ 326 w 105"/>
                <a:gd name="T31" fmla="*/ 4289 h 104"/>
                <a:gd name="T32" fmla="*/ 0 w 105"/>
                <a:gd name="T33" fmla="*/ 3064 h 10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05" h="104">
                  <a:moveTo>
                    <a:pt x="0" y="51"/>
                  </a:moveTo>
                  <a:lnTo>
                    <a:pt x="5" y="31"/>
                  </a:lnTo>
                  <a:lnTo>
                    <a:pt x="16" y="16"/>
                  </a:lnTo>
                  <a:lnTo>
                    <a:pt x="34" y="4"/>
                  </a:lnTo>
                  <a:lnTo>
                    <a:pt x="54" y="0"/>
                  </a:lnTo>
                  <a:lnTo>
                    <a:pt x="73" y="4"/>
                  </a:lnTo>
                  <a:lnTo>
                    <a:pt x="89" y="16"/>
                  </a:lnTo>
                  <a:lnTo>
                    <a:pt x="102" y="31"/>
                  </a:lnTo>
                  <a:lnTo>
                    <a:pt x="105" y="51"/>
                  </a:lnTo>
                  <a:lnTo>
                    <a:pt x="102" y="71"/>
                  </a:lnTo>
                  <a:lnTo>
                    <a:pt x="89" y="89"/>
                  </a:lnTo>
                  <a:lnTo>
                    <a:pt x="73" y="100"/>
                  </a:lnTo>
                  <a:lnTo>
                    <a:pt x="54" y="104"/>
                  </a:lnTo>
                  <a:lnTo>
                    <a:pt x="34" y="100"/>
                  </a:lnTo>
                  <a:lnTo>
                    <a:pt x="16" y="89"/>
                  </a:lnTo>
                  <a:lnTo>
                    <a:pt x="5" y="71"/>
                  </a:lnTo>
                  <a:lnTo>
                    <a:pt x="0" y="51"/>
                  </a:lnTo>
                  <a:close/>
                </a:path>
              </a:pathLst>
            </a:custGeom>
            <a:solidFill>
              <a:schemeClr val="bg2"/>
            </a:solidFill>
            <a:ln w="28575" cmpd="sng">
              <a:solidFill>
                <a:schemeClr val="tx2"/>
              </a:solidFill>
              <a:prstDash val="solid"/>
              <a:round/>
              <a:headEnd/>
              <a:tailEnd/>
            </a:ln>
          </p:spPr>
          <p:txBody>
            <a:bodyPr/>
            <a:lstStyle/>
            <a:p>
              <a:endParaRPr lang="zh-CN" altLang="en-US"/>
            </a:p>
          </p:txBody>
        </p:sp>
      </p:grpSp>
      <p:sp>
        <p:nvSpPr>
          <p:cNvPr id="47110" name="Text Box 50"/>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5 之 3</a:t>
            </a:r>
          </a:p>
        </p:txBody>
      </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3650" name="Rectangle 2"/>
          <p:cNvSpPr>
            <a:spLocks noGrp="1" noChangeArrowheads="1"/>
          </p:cNvSpPr>
          <p:nvPr>
            <p:ph type="title"/>
          </p:nvPr>
        </p:nvSpPr>
        <p:spPr/>
        <p:txBody>
          <a:bodyPr/>
          <a:lstStyle/>
          <a:p>
            <a:pPr eaLnBrk="1" hangingPunct="1">
              <a:defRPr/>
            </a:pPr>
            <a:r>
              <a:rPr lang="en-US" altLang="zh-CN" dirty="0" smtClean="0"/>
              <a:t>ILLIAC</a:t>
            </a:r>
            <a:r>
              <a:rPr lang="zh-CN" altLang="en-US" dirty="0" smtClean="0"/>
              <a:t>网格</a:t>
            </a:r>
          </a:p>
        </p:txBody>
      </p:sp>
      <p:sp>
        <p:nvSpPr>
          <p:cNvPr id="4813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互连网络种类</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静态互连网络</a:t>
            </a:r>
            <a:endParaRPr lang="zh-CN" altLang="en-US" sz="1200" b="0">
              <a:latin typeface="Times New Roman" pitchFamily="18" charset="0"/>
              <a:ea typeface="幼圆" pitchFamily="49" charset="-122"/>
            </a:endParaRPr>
          </a:p>
        </p:txBody>
      </p:sp>
      <p:sp>
        <p:nvSpPr>
          <p:cNvPr id="923652" name="Rectangle 4"/>
          <p:cNvSpPr>
            <a:spLocks noGrp="1" noChangeArrowheads="1"/>
          </p:cNvSpPr>
          <p:nvPr>
            <p:ph type="body" idx="1"/>
          </p:nvPr>
        </p:nvSpPr>
        <p:spPr>
          <a:xfrm>
            <a:off x="914400" y="2133600"/>
            <a:ext cx="3962400" cy="4267200"/>
          </a:xfrm>
          <a:solidFill>
            <a:srgbClr val="FFFF99"/>
          </a:solidFill>
          <a:ln w="57150" cmpd="thickThin">
            <a:solidFill>
              <a:schemeClr val="tx1"/>
            </a:solidFill>
            <a:miter lim="800000"/>
            <a:headEnd/>
            <a:tailEnd/>
          </a:ln>
          <a:effectLst>
            <a:outerShdw dist="35921" dir="2700000" algn="ctr" rotWithShape="0">
              <a:schemeClr val="bg2"/>
            </a:outerShdw>
          </a:effectLst>
        </p:spPr>
        <p:txBody>
          <a:bodyPr/>
          <a:lstStyle/>
          <a:p>
            <a:pPr marL="0" indent="0" eaLnBrk="1" hangingPunct="1">
              <a:lnSpc>
                <a:spcPct val="130000"/>
              </a:lnSpc>
              <a:buNone/>
              <a:defRPr/>
            </a:pPr>
            <a:r>
              <a:rPr lang="zh-CN" altLang="en-US" sz="2400" dirty="0" smtClean="0"/>
              <a:t>       </a:t>
            </a:r>
            <a:r>
              <a:rPr lang="zh-CN" altLang="en-US" sz="2400" dirty="0" smtClean="0">
                <a:solidFill>
                  <a:srgbClr val="FF0000"/>
                </a:solidFill>
                <a:effectLst>
                  <a:outerShdw blurRad="38100" dist="38100" dir="2700000" algn="tl">
                    <a:srgbClr val="000000"/>
                  </a:outerShdw>
                </a:effectLst>
              </a:rPr>
              <a:t>二维网格逐行（或列）串形连接。</a:t>
            </a:r>
            <a:r>
              <a:rPr lang="zh-CN" altLang="en-US" sz="2400" dirty="0" smtClean="0"/>
              <a:t> </a:t>
            </a:r>
            <a:r>
              <a:rPr lang="en-US" altLang="zh-CN" sz="2400" dirty="0" err="1" smtClean="0"/>
              <a:t>n×n</a:t>
            </a:r>
            <a:r>
              <a:rPr lang="en-US" altLang="zh-CN" sz="2400" dirty="0" smtClean="0"/>
              <a:t> ILLIAC </a:t>
            </a:r>
            <a:r>
              <a:rPr lang="zh-CN" altLang="en-US" sz="2400" dirty="0" smtClean="0"/>
              <a:t>网格的直径为</a:t>
            </a:r>
            <a:r>
              <a:rPr lang="en-US" altLang="zh-CN" sz="2400" dirty="0" smtClean="0"/>
              <a:t>D=n-1，</a:t>
            </a:r>
            <a:r>
              <a:rPr lang="zh-CN" altLang="en-US" sz="2400" dirty="0" smtClean="0"/>
              <a:t>为纯网格直径的</a:t>
            </a:r>
            <a:r>
              <a:rPr lang="zh-CN" altLang="en-US" sz="2400" dirty="0"/>
              <a:t>一半；等分</a:t>
            </a:r>
            <a:r>
              <a:rPr lang="zh-CN" altLang="en-US" sz="2400" dirty="0" smtClean="0"/>
              <a:t>宽度</a:t>
            </a:r>
            <a:r>
              <a:rPr lang="en-US" altLang="zh-CN" sz="2400" dirty="0" smtClean="0"/>
              <a:t>b=2n</a:t>
            </a:r>
            <a:r>
              <a:rPr lang="zh-CN" altLang="en-US" sz="2400" dirty="0" smtClean="0"/>
              <a:t>。例如：</a:t>
            </a:r>
            <a:r>
              <a:rPr lang="en-US" altLang="zh-CN" sz="2400" dirty="0" err="1" smtClean="0"/>
              <a:t>Illiac</a:t>
            </a:r>
            <a:r>
              <a:rPr lang="en-US" altLang="zh-CN" sz="2400" dirty="0" smtClean="0"/>
              <a:t> IV</a:t>
            </a:r>
            <a:r>
              <a:rPr lang="zh-CN" altLang="en-US" sz="2400" dirty="0" smtClean="0"/>
              <a:t>计算机的8×8 </a:t>
            </a:r>
            <a:r>
              <a:rPr lang="en-US" altLang="zh-CN" sz="2400" dirty="0" err="1" smtClean="0"/>
              <a:t>Illiac</a:t>
            </a:r>
            <a:r>
              <a:rPr lang="zh-CN" altLang="en-US" sz="2400" dirty="0" smtClean="0"/>
              <a:t>网格，其节点度</a:t>
            </a:r>
            <a:r>
              <a:rPr lang="en-US" altLang="zh-CN" sz="2400" dirty="0" smtClean="0"/>
              <a:t>d=</a:t>
            </a:r>
            <a:r>
              <a:rPr lang="zh-CN" altLang="en-US" sz="2400" dirty="0" smtClean="0"/>
              <a:t>4，直径</a:t>
            </a:r>
            <a:r>
              <a:rPr lang="en-US" altLang="zh-CN" sz="2400" dirty="0" smtClean="0"/>
              <a:t>D=</a:t>
            </a:r>
            <a:r>
              <a:rPr lang="zh-CN" altLang="en-US" sz="2400" dirty="0" smtClean="0"/>
              <a:t>7</a:t>
            </a:r>
            <a:r>
              <a:rPr lang="zh-CN" altLang="en-US" sz="2400" dirty="0"/>
              <a:t>，等分</a:t>
            </a:r>
            <a:r>
              <a:rPr lang="zh-CN" altLang="en-US" sz="2400" dirty="0" smtClean="0"/>
              <a:t>宽度</a:t>
            </a:r>
            <a:r>
              <a:rPr lang="en-US" altLang="zh-CN" sz="2400" dirty="0" smtClean="0"/>
              <a:t>b=16</a:t>
            </a:r>
            <a:r>
              <a:rPr lang="zh-CN" altLang="en-US" sz="2400" dirty="0" smtClean="0"/>
              <a:t>。</a:t>
            </a:r>
          </a:p>
        </p:txBody>
      </p:sp>
      <p:grpSp>
        <p:nvGrpSpPr>
          <p:cNvPr id="48133" name="Group 25"/>
          <p:cNvGrpSpPr>
            <a:grpSpLocks/>
          </p:cNvGrpSpPr>
          <p:nvPr/>
        </p:nvGrpSpPr>
        <p:grpSpPr bwMode="auto">
          <a:xfrm>
            <a:off x="5410200" y="2414588"/>
            <a:ext cx="3276600" cy="3486150"/>
            <a:chOff x="3258" y="432"/>
            <a:chExt cx="1318" cy="1392"/>
          </a:xfrm>
        </p:grpSpPr>
        <p:sp>
          <p:nvSpPr>
            <p:cNvPr id="48135" name="Freeform 26"/>
            <p:cNvSpPr>
              <a:spLocks/>
            </p:cNvSpPr>
            <p:nvPr/>
          </p:nvSpPr>
          <p:spPr bwMode="auto">
            <a:xfrm>
              <a:off x="3913" y="432"/>
              <a:ext cx="162" cy="1311"/>
            </a:xfrm>
            <a:custGeom>
              <a:avLst/>
              <a:gdLst>
                <a:gd name="T0" fmla="*/ 2745 w 104"/>
                <a:gd name="T1" fmla="*/ 46605 h 839"/>
                <a:gd name="T2" fmla="*/ 3843 w 104"/>
                <a:gd name="T3" fmla="*/ 46371 h 839"/>
                <a:gd name="T4" fmla="*/ 4834 w 104"/>
                <a:gd name="T5" fmla="*/ 45690 h 839"/>
                <a:gd name="T6" fmla="*/ 5413 w 104"/>
                <a:gd name="T7" fmla="*/ 44741 h 839"/>
                <a:gd name="T8" fmla="*/ 5609 w 104"/>
                <a:gd name="T9" fmla="*/ 43649 h 839"/>
                <a:gd name="T10" fmla="*/ 5609 w 104"/>
                <a:gd name="T11" fmla="*/ 2950 h 839"/>
                <a:gd name="T12" fmla="*/ 5413 w 104"/>
                <a:gd name="T13" fmla="*/ 1705 h 839"/>
                <a:gd name="T14" fmla="*/ 4834 w 104"/>
                <a:gd name="T15" fmla="*/ 825 h 839"/>
                <a:gd name="T16" fmla="*/ 3843 w 104"/>
                <a:gd name="T17" fmla="*/ 203 h 839"/>
                <a:gd name="T18" fmla="*/ 2745 w 104"/>
                <a:gd name="T19" fmla="*/ 0 h 839"/>
                <a:gd name="T20" fmla="*/ 1671 w 104"/>
                <a:gd name="T21" fmla="*/ 203 h 839"/>
                <a:gd name="T22" fmla="*/ 760 w 104"/>
                <a:gd name="T23" fmla="*/ 825 h 839"/>
                <a:gd name="T24" fmla="*/ 114 w 104"/>
                <a:gd name="T25" fmla="*/ 1705 h 839"/>
                <a:gd name="T26" fmla="*/ 0 w 104"/>
                <a:gd name="T27" fmla="*/ 2950 h 839"/>
                <a:gd name="T28" fmla="*/ 0 w 104"/>
                <a:gd name="T29" fmla="*/ 43649 h 839"/>
                <a:gd name="T30" fmla="*/ 114 w 104"/>
                <a:gd name="T31" fmla="*/ 44741 h 839"/>
                <a:gd name="T32" fmla="*/ 760 w 104"/>
                <a:gd name="T33" fmla="*/ 45690 h 839"/>
                <a:gd name="T34" fmla="*/ 1671 w 104"/>
                <a:gd name="T35" fmla="*/ 46371 h 839"/>
                <a:gd name="T36" fmla="*/ 2745 w 104"/>
                <a:gd name="T37" fmla="*/ 46605 h 83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04" h="839">
                  <a:moveTo>
                    <a:pt x="51" y="839"/>
                  </a:moveTo>
                  <a:lnTo>
                    <a:pt x="71" y="835"/>
                  </a:lnTo>
                  <a:lnTo>
                    <a:pt x="89" y="823"/>
                  </a:lnTo>
                  <a:lnTo>
                    <a:pt x="100" y="806"/>
                  </a:lnTo>
                  <a:lnTo>
                    <a:pt x="104" y="786"/>
                  </a:lnTo>
                  <a:lnTo>
                    <a:pt x="104" y="53"/>
                  </a:lnTo>
                  <a:lnTo>
                    <a:pt x="100" y="31"/>
                  </a:lnTo>
                  <a:lnTo>
                    <a:pt x="89" y="15"/>
                  </a:lnTo>
                  <a:lnTo>
                    <a:pt x="71" y="4"/>
                  </a:lnTo>
                  <a:lnTo>
                    <a:pt x="51" y="0"/>
                  </a:lnTo>
                  <a:lnTo>
                    <a:pt x="31" y="4"/>
                  </a:lnTo>
                  <a:lnTo>
                    <a:pt x="14" y="15"/>
                  </a:lnTo>
                  <a:lnTo>
                    <a:pt x="2" y="31"/>
                  </a:lnTo>
                  <a:lnTo>
                    <a:pt x="0" y="53"/>
                  </a:lnTo>
                  <a:lnTo>
                    <a:pt x="0" y="786"/>
                  </a:lnTo>
                  <a:lnTo>
                    <a:pt x="2" y="806"/>
                  </a:lnTo>
                  <a:lnTo>
                    <a:pt x="14" y="823"/>
                  </a:lnTo>
                  <a:lnTo>
                    <a:pt x="31" y="835"/>
                  </a:lnTo>
                  <a:lnTo>
                    <a:pt x="51" y="839"/>
                  </a:lnTo>
                  <a:close/>
                </a:path>
              </a:pathLst>
            </a:custGeom>
            <a:noFill/>
            <a:ln w="28575" cmpd="sng">
              <a:solidFill>
                <a:schemeClr val="tx2"/>
              </a:solidFill>
              <a:prstDash val="solid"/>
              <a:round/>
              <a:headEnd/>
              <a:tailEnd/>
            </a:ln>
            <a:extLst>
              <a:ext uri="{909E8E84-426E-40DD-AFC4-6F175D3DCCD1}">
                <a14:hiddenFill xmlns:a14="http://schemas.microsoft.com/office/drawing/2010/main">
                  <a:solidFill>
                    <a:schemeClr val="bg1"/>
                  </a:solidFill>
                </a14:hiddenFill>
              </a:ext>
            </a:extLst>
          </p:spPr>
          <p:txBody>
            <a:bodyPr/>
            <a:lstStyle/>
            <a:p>
              <a:endParaRPr lang="zh-CN" altLang="en-US"/>
            </a:p>
          </p:txBody>
        </p:sp>
        <p:sp>
          <p:nvSpPr>
            <p:cNvPr id="48136" name="Freeform 27"/>
            <p:cNvSpPr>
              <a:spLocks/>
            </p:cNvSpPr>
            <p:nvPr/>
          </p:nvSpPr>
          <p:spPr bwMode="auto">
            <a:xfrm>
              <a:off x="4401" y="1085"/>
              <a:ext cx="166" cy="166"/>
            </a:xfrm>
            <a:custGeom>
              <a:avLst/>
              <a:gdLst>
                <a:gd name="T0" fmla="*/ 0 w 166"/>
                <a:gd name="T1" fmla="*/ 166 h 166"/>
                <a:gd name="T2" fmla="*/ 83 w 166"/>
                <a:gd name="T3" fmla="*/ 166 h 166"/>
                <a:gd name="T4" fmla="*/ 114 w 166"/>
                <a:gd name="T5" fmla="*/ 158 h 166"/>
                <a:gd name="T6" fmla="*/ 143 w 166"/>
                <a:gd name="T7" fmla="*/ 141 h 166"/>
                <a:gd name="T8" fmla="*/ 160 w 166"/>
                <a:gd name="T9" fmla="*/ 118 h 166"/>
                <a:gd name="T10" fmla="*/ 166 w 166"/>
                <a:gd name="T11" fmla="*/ 82 h 166"/>
                <a:gd name="T12" fmla="*/ 160 w 166"/>
                <a:gd name="T13" fmla="*/ 50 h 166"/>
                <a:gd name="T14" fmla="*/ 143 w 166"/>
                <a:gd name="T15" fmla="*/ 27 h 166"/>
                <a:gd name="T16" fmla="*/ 114 w 166"/>
                <a:gd name="T17" fmla="*/ 10 h 166"/>
                <a:gd name="T18" fmla="*/ 83 w 166"/>
                <a:gd name="T19" fmla="*/ 2 h 166"/>
                <a:gd name="T20" fmla="*/ 0 w 166"/>
                <a:gd name="T21" fmla="*/ 0 h 16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66" h="166">
                  <a:moveTo>
                    <a:pt x="0" y="166"/>
                  </a:moveTo>
                  <a:lnTo>
                    <a:pt x="83" y="166"/>
                  </a:lnTo>
                  <a:lnTo>
                    <a:pt x="114" y="158"/>
                  </a:lnTo>
                  <a:lnTo>
                    <a:pt x="143" y="141"/>
                  </a:lnTo>
                  <a:lnTo>
                    <a:pt x="160" y="118"/>
                  </a:lnTo>
                  <a:lnTo>
                    <a:pt x="166" y="82"/>
                  </a:lnTo>
                  <a:lnTo>
                    <a:pt x="160" y="50"/>
                  </a:lnTo>
                  <a:lnTo>
                    <a:pt x="143" y="27"/>
                  </a:lnTo>
                  <a:lnTo>
                    <a:pt x="114" y="10"/>
                  </a:lnTo>
                  <a:lnTo>
                    <a:pt x="83" y="2"/>
                  </a:lnTo>
                  <a:lnTo>
                    <a:pt x="0" y="0"/>
                  </a:lnTo>
                </a:path>
              </a:pathLst>
            </a:custGeom>
            <a:noFill/>
            <a:ln w="28575" cmpd="sng">
              <a:solidFill>
                <a:schemeClr val="tx2"/>
              </a:solidFill>
              <a:prstDash val="solid"/>
              <a:round/>
              <a:headEnd/>
              <a:tailEnd/>
            </a:ln>
            <a:extLst>
              <a:ext uri="{909E8E84-426E-40DD-AFC4-6F175D3DCCD1}">
                <a14:hiddenFill xmlns:a14="http://schemas.microsoft.com/office/drawing/2010/main">
                  <a:solidFill>
                    <a:schemeClr val="bg1"/>
                  </a:solidFill>
                </a14:hiddenFill>
              </a:ext>
            </a:extLst>
          </p:spPr>
          <p:txBody>
            <a:bodyPr/>
            <a:lstStyle/>
            <a:p>
              <a:endParaRPr lang="zh-CN" altLang="en-US"/>
            </a:p>
          </p:txBody>
        </p:sp>
        <p:sp>
          <p:nvSpPr>
            <p:cNvPr id="48137" name="Freeform 28"/>
            <p:cNvSpPr>
              <a:spLocks/>
            </p:cNvSpPr>
            <p:nvPr/>
          </p:nvSpPr>
          <p:spPr bwMode="auto">
            <a:xfrm>
              <a:off x="3338" y="924"/>
              <a:ext cx="246" cy="163"/>
            </a:xfrm>
            <a:custGeom>
              <a:avLst/>
              <a:gdLst>
                <a:gd name="T0" fmla="*/ 246 w 246"/>
                <a:gd name="T1" fmla="*/ 0 h 163"/>
                <a:gd name="T2" fmla="*/ 83 w 246"/>
                <a:gd name="T3" fmla="*/ 0 h 163"/>
                <a:gd name="T4" fmla="*/ 51 w 246"/>
                <a:gd name="T5" fmla="*/ 3 h 163"/>
                <a:gd name="T6" fmla="*/ 25 w 246"/>
                <a:gd name="T7" fmla="*/ 25 h 163"/>
                <a:gd name="T8" fmla="*/ 8 w 246"/>
                <a:gd name="T9" fmla="*/ 49 h 163"/>
                <a:gd name="T10" fmla="*/ 0 w 246"/>
                <a:gd name="T11" fmla="*/ 80 h 163"/>
                <a:gd name="T12" fmla="*/ 0 w 246"/>
                <a:gd name="T13" fmla="*/ 80 h 163"/>
                <a:gd name="T14" fmla="*/ 8 w 246"/>
                <a:gd name="T15" fmla="*/ 111 h 163"/>
                <a:gd name="T16" fmla="*/ 25 w 246"/>
                <a:gd name="T17" fmla="*/ 139 h 163"/>
                <a:gd name="T18" fmla="*/ 51 w 246"/>
                <a:gd name="T19" fmla="*/ 157 h 163"/>
                <a:gd name="T20" fmla="*/ 83 w 246"/>
                <a:gd name="T21" fmla="*/ 163 h 163"/>
                <a:gd name="T22" fmla="*/ 246 w 246"/>
                <a:gd name="T23" fmla="*/ 163 h 16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46" h="163">
                  <a:moveTo>
                    <a:pt x="246" y="0"/>
                  </a:moveTo>
                  <a:lnTo>
                    <a:pt x="83" y="0"/>
                  </a:lnTo>
                  <a:lnTo>
                    <a:pt x="51" y="3"/>
                  </a:lnTo>
                  <a:lnTo>
                    <a:pt x="25" y="25"/>
                  </a:lnTo>
                  <a:lnTo>
                    <a:pt x="8" y="49"/>
                  </a:lnTo>
                  <a:lnTo>
                    <a:pt x="0" y="80"/>
                  </a:lnTo>
                  <a:lnTo>
                    <a:pt x="8" y="111"/>
                  </a:lnTo>
                  <a:lnTo>
                    <a:pt x="25" y="139"/>
                  </a:lnTo>
                  <a:lnTo>
                    <a:pt x="51" y="157"/>
                  </a:lnTo>
                  <a:lnTo>
                    <a:pt x="83" y="163"/>
                  </a:lnTo>
                  <a:lnTo>
                    <a:pt x="246" y="163"/>
                  </a:lnTo>
                </a:path>
              </a:pathLst>
            </a:custGeom>
            <a:noFill/>
            <a:ln w="28575" cmpd="sng">
              <a:solidFill>
                <a:schemeClr val="tx2"/>
              </a:solidFill>
              <a:prstDash val="solid"/>
              <a:round/>
              <a:headEnd/>
              <a:tailEnd/>
            </a:ln>
            <a:extLst>
              <a:ext uri="{909E8E84-426E-40DD-AFC4-6F175D3DCCD1}">
                <a14:hiddenFill xmlns:a14="http://schemas.microsoft.com/office/drawing/2010/main">
                  <a:solidFill>
                    <a:schemeClr val="bg1"/>
                  </a:solidFill>
                </a14:hiddenFill>
              </a:ext>
            </a:extLst>
          </p:spPr>
          <p:txBody>
            <a:bodyPr/>
            <a:lstStyle/>
            <a:p>
              <a:endParaRPr lang="zh-CN" altLang="en-US"/>
            </a:p>
          </p:txBody>
        </p:sp>
        <p:sp>
          <p:nvSpPr>
            <p:cNvPr id="48138" name="Freeform 29"/>
            <p:cNvSpPr>
              <a:spLocks/>
            </p:cNvSpPr>
            <p:nvPr/>
          </p:nvSpPr>
          <p:spPr bwMode="auto">
            <a:xfrm>
              <a:off x="3584" y="432"/>
              <a:ext cx="163" cy="1311"/>
            </a:xfrm>
            <a:custGeom>
              <a:avLst/>
              <a:gdLst>
                <a:gd name="T0" fmla="*/ 3028 w 104"/>
                <a:gd name="T1" fmla="*/ 46605 h 839"/>
                <a:gd name="T2" fmla="*/ 4161 w 104"/>
                <a:gd name="T3" fmla="*/ 46371 h 839"/>
                <a:gd name="T4" fmla="*/ 5022 w 104"/>
                <a:gd name="T5" fmla="*/ 45690 h 839"/>
                <a:gd name="T6" fmla="*/ 5647 w 104"/>
                <a:gd name="T7" fmla="*/ 44741 h 839"/>
                <a:gd name="T8" fmla="*/ 5932 w 104"/>
                <a:gd name="T9" fmla="*/ 43649 h 839"/>
                <a:gd name="T10" fmla="*/ 5932 w 104"/>
                <a:gd name="T11" fmla="*/ 2950 h 839"/>
                <a:gd name="T12" fmla="*/ 5647 w 104"/>
                <a:gd name="T13" fmla="*/ 1705 h 839"/>
                <a:gd name="T14" fmla="*/ 5022 w 104"/>
                <a:gd name="T15" fmla="*/ 825 h 839"/>
                <a:gd name="T16" fmla="*/ 4161 w 104"/>
                <a:gd name="T17" fmla="*/ 203 h 839"/>
                <a:gd name="T18" fmla="*/ 3028 w 104"/>
                <a:gd name="T19" fmla="*/ 0 h 839"/>
                <a:gd name="T20" fmla="*/ 1914 w 104"/>
                <a:gd name="T21" fmla="*/ 203 h 839"/>
                <a:gd name="T22" fmla="*/ 884 w 104"/>
                <a:gd name="T23" fmla="*/ 825 h 839"/>
                <a:gd name="T24" fmla="*/ 204 w 104"/>
                <a:gd name="T25" fmla="*/ 1705 h 839"/>
                <a:gd name="T26" fmla="*/ 0 w 104"/>
                <a:gd name="T27" fmla="*/ 2950 h 839"/>
                <a:gd name="T28" fmla="*/ 0 w 104"/>
                <a:gd name="T29" fmla="*/ 43649 h 839"/>
                <a:gd name="T30" fmla="*/ 204 w 104"/>
                <a:gd name="T31" fmla="*/ 44741 h 839"/>
                <a:gd name="T32" fmla="*/ 884 w 104"/>
                <a:gd name="T33" fmla="*/ 45690 h 839"/>
                <a:gd name="T34" fmla="*/ 1914 w 104"/>
                <a:gd name="T35" fmla="*/ 46371 h 839"/>
                <a:gd name="T36" fmla="*/ 3028 w 104"/>
                <a:gd name="T37" fmla="*/ 46605 h 83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04" h="839">
                  <a:moveTo>
                    <a:pt x="53" y="839"/>
                  </a:moveTo>
                  <a:lnTo>
                    <a:pt x="73" y="835"/>
                  </a:lnTo>
                  <a:lnTo>
                    <a:pt x="88" y="823"/>
                  </a:lnTo>
                  <a:lnTo>
                    <a:pt x="99" y="806"/>
                  </a:lnTo>
                  <a:lnTo>
                    <a:pt x="104" y="786"/>
                  </a:lnTo>
                  <a:lnTo>
                    <a:pt x="104" y="53"/>
                  </a:lnTo>
                  <a:lnTo>
                    <a:pt x="99" y="31"/>
                  </a:lnTo>
                  <a:lnTo>
                    <a:pt x="88" y="15"/>
                  </a:lnTo>
                  <a:lnTo>
                    <a:pt x="73" y="4"/>
                  </a:lnTo>
                  <a:lnTo>
                    <a:pt x="53" y="0"/>
                  </a:lnTo>
                  <a:lnTo>
                    <a:pt x="33" y="4"/>
                  </a:lnTo>
                  <a:lnTo>
                    <a:pt x="15" y="15"/>
                  </a:lnTo>
                  <a:lnTo>
                    <a:pt x="4" y="31"/>
                  </a:lnTo>
                  <a:lnTo>
                    <a:pt x="0" y="53"/>
                  </a:lnTo>
                  <a:lnTo>
                    <a:pt x="0" y="786"/>
                  </a:lnTo>
                  <a:lnTo>
                    <a:pt x="4" y="806"/>
                  </a:lnTo>
                  <a:lnTo>
                    <a:pt x="15" y="823"/>
                  </a:lnTo>
                  <a:lnTo>
                    <a:pt x="33" y="835"/>
                  </a:lnTo>
                  <a:lnTo>
                    <a:pt x="53" y="839"/>
                  </a:lnTo>
                  <a:close/>
                </a:path>
              </a:pathLst>
            </a:custGeom>
            <a:noFill/>
            <a:ln w="28575" cmpd="sng">
              <a:solidFill>
                <a:schemeClr val="tx2"/>
              </a:solidFill>
              <a:prstDash val="solid"/>
              <a:round/>
              <a:headEnd/>
              <a:tailEnd/>
            </a:ln>
            <a:extLst>
              <a:ext uri="{909E8E84-426E-40DD-AFC4-6F175D3DCCD1}">
                <a14:hiddenFill xmlns:a14="http://schemas.microsoft.com/office/drawing/2010/main">
                  <a:solidFill>
                    <a:schemeClr val="bg1"/>
                  </a:solidFill>
                </a14:hiddenFill>
              </a:ext>
            </a:extLst>
          </p:spPr>
          <p:txBody>
            <a:bodyPr/>
            <a:lstStyle/>
            <a:p>
              <a:endParaRPr lang="zh-CN" altLang="en-US"/>
            </a:p>
          </p:txBody>
        </p:sp>
        <p:sp>
          <p:nvSpPr>
            <p:cNvPr id="48139" name="Freeform 30"/>
            <p:cNvSpPr>
              <a:spLocks/>
            </p:cNvSpPr>
            <p:nvPr/>
          </p:nvSpPr>
          <p:spPr bwMode="auto">
            <a:xfrm>
              <a:off x="4239" y="432"/>
              <a:ext cx="162" cy="1311"/>
            </a:xfrm>
            <a:custGeom>
              <a:avLst/>
              <a:gdLst>
                <a:gd name="T0" fmla="*/ 2872 w 104"/>
                <a:gd name="T1" fmla="*/ 46605 h 839"/>
                <a:gd name="T2" fmla="*/ 3950 w 104"/>
                <a:gd name="T3" fmla="*/ 46371 h 839"/>
                <a:gd name="T4" fmla="*/ 4739 w 104"/>
                <a:gd name="T5" fmla="*/ 45690 h 839"/>
                <a:gd name="T6" fmla="*/ 5346 w 104"/>
                <a:gd name="T7" fmla="*/ 44741 h 839"/>
                <a:gd name="T8" fmla="*/ 5609 w 104"/>
                <a:gd name="T9" fmla="*/ 43649 h 839"/>
                <a:gd name="T10" fmla="*/ 5609 w 104"/>
                <a:gd name="T11" fmla="*/ 2950 h 839"/>
                <a:gd name="T12" fmla="*/ 5346 w 104"/>
                <a:gd name="T13" fmla="*/ 1705 h 839"/>
                <a:gd name="T14" fmla="*/ 4739 w 104"/>
                <a:gd name="T15" fmla="*/ 825 h 839"/>
                <a:gd name="T16" fmla="*/ 3950 w 104"/>
                <a:gd name="T17" fmla="*/ 203 h 839"/>
                <a:gd name="T18" fmla="*/ 2872 w 104"/>
                <a:gd name="T19" fmla="*/ 0 h 839"/>
                <a:gd name="T20" fmla="*/ 1762 w 104"/>
                <a:gd name="T21" fmla="*/ 203 h 839"/>
                <a:gd name="T22" fmla="*/ 801 w 104"/>
                <a:gd name="T23" fmla="*/ 825 h 839"/>
                <a:gd name="T24" fmla="*/ 201 w 104"/>
                <a:gd name="T25" fmla="*/ 1705 h 839"/>
                <a:gd name="T26" fmla="*/ 0 w 104"/>
                <a:gd name="T27" fmla="*/ 2950 h 839"/>
                <a:gd name="T28" fmla="*/ 0 w 104"/>
                <a:gd name="T29" fmla="*/ 43649 h 839"/>
                <a:gd name="T30" fmla="*/ 201 w 104"/>
                <a:gd name="T31" fmla="*/ 44741 h 839"/>
                <a:gd name="T32" fmla="*/ 801 w 104"/>
                <a:gd name="T33" fmla="*/ 45690 h 839"/>
                <a:gd name="T34" fmla="*/ 1762 w 104"/>
                <a:gd name="T35" fmla="*/ 46371 h 839"/>
                <a:gd name="T36" fmla="*/ 2872 w 104"/>
                <a:gd name="T37" fmla="*/ 46605 h 83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04" h="839">
                  <a:moveTo>
                    <a:pt x="53" y="839"/>
                  </a:moveTo>
                  <a:lnTo>
                    <a:pt x="73" y="835"/>
                  </a:lnTo>
                  <a:lnTo>
                    <a:pt x="88" y="823"/>
                  </a:lnTo>
                  <a:lnTo>
                    <a:pt x="99" y="806"/>
                  </a:lnTo>
                  <a:lnTo>
                    <a:pt x="104" y="786"/>
                  </a:lnTo>
                  <a:lnTo>
                    <a:pt x="104" y="53"/>
                  </a:lnTo>
                  <a:lnTo>
                    <a:pt x="99" y="31"/>
                  </a:lnTo>
                  <a:lnTo>
                    <a:pt x="88" y="15"/>
                  </a:lnTo>
                  <a:lnTo>
                    <a:pt x="73" y="4"/>
                  </a:lnTo>
                  <a:lnTo>
                    <a:pt x="53" y="0"/>
                  </a:lnTo>
                  <a:lnTo>
                    <a:pt x="33" y="4"/>
                  </a:lnTo>
                  <a:lnTo>
                    <a:pt x="15" y="15"/>
                  </a:lnTo>
                  <a:lnTo>
                    <a:pt x="4" y="31"/>
                  </a:lnTo>
                  <a:lnTo>
                    <a:pt x="0" y="53"/>
                  </a:lnTo>
                  <a:lnTo>
                    <a:pt x="0" y="786"/>
                  </a:lnTo>
                  <a:lnTo>
                    <a:pt x="4" y="806"/>
                  </a:lnTo>
                  <a:lnTo>
                    <a:pt x="15" y="823"/>
                  </a:lnTo>
                  <a:lnTo>
                    <a:pt x="33" y="835"/>
                  </a:lnTo>
                  <a:lnTo>
                    <a:pt x="53" y="839"/>
                  </a:lnTo>
                  <a:close/>
                </a:path>
              </a:pathLst>
            </a:custGeom>
            <a:noFill/>
            <a:ln w="28575" cmpd="sng">
              <a:solidFill>
                <a:schemeClr val="tx2"/>
              </a:solidFill>
              <a:prstDash val="solid"/>
              <a:round/>
              <a:headEnd/>
              <a:tailEnd/>
            </a:ln>
            <a:extLst>
              <a:ext uri="{909E8E84-426E-40DD-AFC4-6F175D3DCCD1}">
                <a14:hiddenFill xmlns:a14="http://schemas.microsoft.com/office/drawing/2010/main">
                  <a:solidFill>
                    <a:schemeClr val="bg1"/>
                  </a:solidFill>
                </a14:hiddenFill>
              </a:ext>
            </a:extLst>
          </p:spPr>
          <p:txBody>
            <a:bodyPr/>
            <a:lstStyle/>
            <a:p>
              <a:endParaRPr lang="zh-CN" altLang="en-US"/>
            </a:p>
          </p:txBody>
        </p:sp>
        <p:sp>
          <p:nvSpPr>
            <p:cNvPr id="48140" name="Line 31"/>
            <p:cNvSpPr>
              <a:spLocks noChangeShapeType="1"/>
            </p:cNvSpPr>
            <p:nvPr/>
          </p:nvSpPr>
          <p:spPr bwMode="auto">
            <a:xfrm flipH="1">
              <a:off x="3338" y="757"/>
              <a:ext cx="1063" cy="2"/>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41" name="Line 32"/>
            <p:cNvSpPr>
              <a:spLocks noChangeShapeType="1"/>
            </p:cNvSpPr>
            <p:nvPr/>
          </p:nvSpPr>
          <p:spPr bwMode="auto">
            <a:xfrm>
              <a:off x="3584" y="924"/>
              <a:ext cx="817" cy="2"/>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42" name="Line 33"/>
            <p:cNvSpPr>
              <a:spLocks noChangeShapeType="1"/>
            </p:cNvSpPr>
            <p:nvPr/>
          </p:nvSpPr>
          <p:spPr bwMode="auto">
            <a:xfrm>
              <a:off x="3584" y="1087"/>
              <a:ext cx="817" cy="1"/>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43" name="Line 34"/>
            <p:cNvSpPr>
              <a:spLocks noChangeShapeType="1"/>
            </p:cNvSpPr>
            <p:nvPr/>
          </p:nvSpPr>
          <p:spPr bwMode="auto">
            <a:xfrm flipH="1">
              <a:off x="3584" y="1251"/>
              <a:ext cx="817" cy="1"/>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44" name="Line 35"/>
            <p:cNvSpPr>
              <a:spLocks noChangeShapeType="1"/>
            </p:cNvSpPr>
            <p:nvPr/>
          </p:nvSpPr>
          <p:spPr bwMode="auto">
            <a:xfrm>
              <a:off x="3584" y="1413"/>
              <a:ext cx="900" cy="2"/>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45" name="Freeform 36"/>
            <p:cNvSpPr>
              <a:spLocks/>
            </p:cNvSpPr>
            <p:nvPr/>
          </p:nvSpPr>
          <p:spPr bwMode="auto">
            <a:xfrm>
              <a:off x="3830" y="677"/>
              <a:ext cx="162" cy="164"/>
            </a:xfrm>
            <a:custGeom>
              <a:avLst/>
              <a:gdLst>
                <a:gd name="T0" fmla="*/ 0 w 104"/>
                <a:gd name="T1" fmla="*/ 2830 h 105"/>
                <a:gd name="T2" fmla="*/ 201 w 104"/>
                <a:gd name="T3" fmla="*/ 1771 h 105"/>
                <a:gd name="T4" fmla="*/ 874 w 104"/>
                <a:gd name="T5" fmla="*/ 881 h 105"/>
                <a:gd name="T6" fmla="*/ 1671 w 104"/>
                <a:gd name="T7" fmla="*/ 278 h 105"/>
                <a:gd name="T8" fmla="*/ 2872 w 104"/>
                <a:gd name="T9" fmla="*/ 0 h 105"/>
                <a:gd name="T10" fmla="*/ 3950 w 104"/>
                <a:gd name="T11" fmla="*/ 278 h 105"/>
                <a:gd name="T12" fmla="*/ 4834 w 104"/>
                <a:gd name="T13" fmla="*/ 881 h 105"/>
                <a:gd name="T14" fmla="*/ 5413 w 104"/>
                <a:gd name="T15" fmla="*/ 1771 h 105"/>
                <a:gd name="T16" fmla="*/ 5609 w 104"/>
                <a:gd name="T17" fmla="*/ 2830 h 105"/>
                <a:gd name="T18" fmla="*/ 5413 w 104"/>
                <a:gd name="T19" fmla="*/ 3920 h 105"/>
                <a:gd name="T20" fmla="*/ 4834 w 104"/>
                <a:gd name="T21" fmla="*/ 4915 h 105"/>
                <a:gd name="T22" fmla="*/ 3950 w 104"/>
                <a:gd name="T23" fmla="*/ 5528 h 105"/>
                <a:gd name="T24" fmla="*/ 2872 w 104"/>
                <a:gd name="T25" fmla="*/ 5806 h 105"/>
                <a:gd name="T26" fmla="*/ 1671 w 104"/>
                <a:gd name="T27" fmla="*/ 5528 h 105"/>
                <a:gd name="T28" fmla="*/ 874 w 104"/>
                <a:gd name="T29" fmla="*/ 4915 h 105"/>
                <a:gd name="T30" fmla="*/ 201 w 104"/>
                <a:gd name="T31" fmla="*/ 3920 h 105"/>
                <a:gd name="T32" fmla="*/ 0 w 104"/>
                <a:gd name="T33" fmla="*/ 2830 h 10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04" h="105">
                  <a:moveTo>
                    <a:pt x="0" y="51"/>
                  </a:moveTo>
                  <a:lnTo>
                    <a:pt x="4" y="32"/>
                  </a:lnTo>
                  <a:lnTo>
                    <a:pt x="16" y="16"/>
                  </a:lnTo>
                  <a:lnTo>
                    <a:pt x="31" y="5"/>
                  </a:lnTo>
                  <a:lnTo>
                    <a:pt x="53" y="0"/>
                  </a:lnTo>
                  <a:lnTo>
                    <a:pt x="73" y="5"/>
                  </a:lnTo>
                  <a:lnTo>
                    <a:pt x="89" y="16"/>
                  </a:lnTo>
                  <a:lnTo>
                    <a:pt x="100" y="32"/>
                  </a:lnTo>
                  <a:lnTo>
                    <a:pt x="104" y="51"/>
                  </a:lnTo>
                  <a:lnTo>
                    <a:pt x="100" y="71"/>
                  </a:lnTo>
                  <a:lnTo>
                    <a:pt x="89" y="89"/>
                  </a:lnTo>
                  <a:lnTo>
                    <a:pt x="73" y="100"/>
                  </a:lnTo>
                  <a:lnTo>
                    <a:pt x="53" y="105"/>
                  </a:lnTo>
                  <a:lnTo>
                    <a:pt x="31" y="100"/>
                  </a:lnTo>
                  <a:lnTo>
                    <a:pt x="16" y="89"/>
                  </a:lnTo>
                  <a:lnTo>
                    <a:pt x="4" y="71"/>
                  </a:lnTo>
                  <a:lnTo>
                    <a:pt x="0" y="51"/>
                  </a:lnTo>
                  <a:close/>
                </a:path>
              </a:pathLst>
            </a:custGeom>
            <a:solidFill>
              <a:schemeClr val="bg2"/>
            </a:solidFill>
            <a:ln w="28575" cmpd="sng">
              <a:solidFill>
                <a:schemeClr val="tx2"/>
              </a:solidFill>
              <a:prstDash val="solid"/>
              <a:round/>
              <a:headEnd/>
              <a:tailEnd/>
            </a:ln>
          </p:spPr>
          <p:txBody>
            <a:bodyPr/>
            <a:lstStyle/>
            <a:p>
              <a:endParaRPr lang="zh-CN" altLang="en-US"/>
            </a:p>
          </p:txBody>
        </p:sp>
        <p:sp>
          <p:nvSpPr>
            <p:cNvPr id="48146" name="Freeform 37"/>
            <p:cNvSpPr>
              <a:spLocks/>
            </p:cNvSpPr>
            <p:nvPr/>
          </p:nvSpPr>
          <p:spPr bwMode="auto">
            <a:xfrm>
              <a:off x="4155" y="677"/>
              <a:ext cx="167" cy="164"/>
            </a:xfrm>
            <a:custGeom>
              <a:avLst/>
              <a:gdLst>
                <a:gd name="T0" fmla="*/ 0 w 107"/>
                <a:gd name="T1" fmla="*/ 2830 h 105"/>
                <a:gd name="T2" fmla="*/ 278 w 107"/>
                <a:gd name="T3" fmla="*/ 1771 h 105"/>
                <a:gd name="T4" fmla="*/ 879 w 107"/>
                <a:gd name="T5" fmla="*/ 881 h 105"/>
                <a:gd name="T6" fmla="*/ 1882 w 107"/>
                <a:gd name="T7" fmla="*/ 278 h 105"/>
                <a:gd name="T8" fmla="*/ 2942 w 107"/>
                <a:gd name="T9" fmla="*/ 0 h 105"/>
                <a:gd name="T10" fmla="*/ 4028 w 107"/>
                <a:gd name="T11" fmla="*/ 278 h 105"/>
                <a:gd name="T12" fmla="*/ 5004 w 107"/>
                <a:gd name="T13" fmla="*/ 881 h 105"/>
                <a:gd name="T14" fmla="*/ 5595 w 107"/>
                <a:gd name="T15" fmla="*/ 1771 h 105"/>
                <a:gd name="T16" fmla="*/ 5881 w 107"/>
                <a:gd name="T17" fmla="*/ 2830 h 105"/>
                <a:gd name="T18" fmla="*/ 5595 w 107"/>
                <a:gd name="T19" fmla="*/ 3920 h 105"/>
                <a:gd name="T20" fmla="*/ 5004 w 107"/>
                <a:gd name="T21" fmla="*/ 4915 h 105"/>
                <a:gd name="T22" fmla="*/ 4028 w 107"/>
                <a:gd name="T23" fmla="*/ 5528 h 105"/>
                <a:gd name="T24" fmla="*/ 2942 w 107"/>
                <a:gd name="T25" fmla="*/ 5806 h 105"/>
                <a:gd name="T26" fmla="*/ 1882 w 107"/>
                <a:gd name="T27" fmla="*/ 5528 h 105"/>
                <a:gd name="T28" fmla="*/ 879 w 107"/>
                <a:gd name="T29" fmla="*/ 4915 h 105"/>
                <a:gd name="T30" fmla="*/ 278 w 107"/>
                <a:gd name="T31" fmla="*/ 3920 h 105"/>
                <a:gd name="T32" fmla="*/ 0 w 107"/>
                <a:gd name="T33" fmla="*/ 2830 h 10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07" h="105">
                  <a:moveTo>
                    <a:pt x="0" y="51"/>
                  </a:moveTo>
                  <a:lnTo>
                    <a:pt x="5" y="32"/>
                  </a:lnTo>
                  <a:lnTo>
                    <a:pt x="16" y="16"/>
                  </a:lnTo>
                  <a:lnTo>
                    <a:pt x="34" y="5"/>
                  </a:lnTo>
                  <a:lnTo>
                    <a:pt x="54" y="0"/>
                  </a:lnTo>
                  <a:lnTo>
                    <a:pt x="74" y="5"/>
                  </a:lnTo>
                  <a:lnTo>
                    <a:pt x="91" y="16"/>
                  </a:lnTo>
                  <a:lnTo>
                    <a:pt x="102" y="32"/>
                  </a:lnTo>
                  <a:lnTo>
                    <a:pt x="107" y="51"/>
                  </a:lnTo>
                  <a:lnTo>
                    <a:pt x="102" y="71"/>
                  </a:lnTo>
                  <a:lnTo>
                    <a:pt x="91" y="89"/>
                  </a:lnTo>
                  <a:lnTo>
                    <a:pt x="74" y="100"/>
                  </a:lnTo>
                  <a:lnTo>
                    <a:pt x="54" y="105"/>
                  </a:lnTo>
                  <a:lnTo>
                    <a:pt x="34" y="100"/>
                  </a:lnTo>
                  <a:lnTo>
                    <a:pt x="16" y="89"/>
                  </a:lnTo>
                  <a:lnTo>
                    <a:pt x="5" y="71"/>
                  </a:lnTo>
                  <a:lnTo>
                    <a:pt x="0" y="51"/>
                  </a:lnTo>
                  <a:close/>
                </a:path>
              </a:pathLst>
            </a:custGeom>
            <a:solidFill>
              <a:schemeClr val="bg2"/>
            </a:solidFill>
            <a:ln w="28575" cmpd="sng">
              <a:solidFill>
                <a:schemeClr val="tx2"/>
              </a:solidFill>
              <a:prstDash val="solid"/>
              <a:round/>
              <a:headEnd/>
              <a:tailEnd/>
            </a:ln>
          </p:spPr>
          <p:txBody>
            <a:bodyPr/>
            <a:lstStyle/>
            <a:p>
              <a:endParaRPr lang="zh-CN" altLang="en-US"/>
            </a:p>
          </p:txBody>
        </p:sp>
        <p:sp>
          <p:nvSpPr>
            <p:cNvPr id="48147" name="Freeform 38"/>
            <p:cNvSpPr>
              <a:spLocks/>
            </p:cNvSpPr>
            <p:nvPr/>
          </p:nvSpPr>
          <p:spPr bwMode="auto">
            <a:xfrm>
              <a:off x="3500" y="1004"/>
              <a:ext cx="167" cy="162"/>
            </a:xfrm>
            <a:custGeom>
              <a:avLst/>
              <a:gdLst>
                <a:gd name="T0" fmla="*/ 0 w 107"/>
                <a:gd name="T1" fmla="*/ 2872 h 104"/>
                <a:gd name="T2" fmla="*/ 278 w 107"/>
                <a:gd name="T3" fmla="*/ 1762 h 104"/>
                <a:gd name="T4" fmla="*/ 879 w 107"/>
                <a:gd name="T5" fmla="*/ 874 h 104"/>
                <a:gd name="T6" fmla="*/ 1882 w 107"/>
                <a:gd name="T7" fmla="*/ 277 h 104"/>
                <a:gd name="T8" fmla="*/ 2942 w 107"/>
                <a:gd name="T9" fmla="*/ 0 h 104"/>
                <a:gd name="T10" fmla="*/ 4028 w 107"/>
                <a:gd name="T11" fmla="*/ 277 h 104"/>
                <a:gd name="T12" fmla="*/ 5004 w 107"/>
                <a:gd name="T13" fmla="*/ 874 h 104"/>
                <a:gd name="T14" fmla="*/ 5595 w 107"/>
                <a:gd name="T15" fmla="*/ 1762 h 104"/>
                <a:gd name="T16" fmla="*/ 5881 w 107"/>
                <a:gd name="T17" fmla="*/ 2872 h 104"/>
                <a:gd name="T18" fmla="*/ 5595 w 107"/>
                <a:gd name="T19" fmla="*/ 3950 h 104"/>
                <a:gd name="T20" fmla="*/ 5004 w 107"/>
                <a:gd name="T21" fmla="*/ 4918 h 104"/>
                <a:gd name="T22" fmla="*/ 4028 w 107"/>
                <a:gd name="T23" fmla="*/ 5511 h 104"/>
                <a:gd name="T24" fmla="*/ 2942 w 107"/>
                <a:gd name="T25" fmla="*/ 5609 h 104"/>
                <a:gd name="T26" fmla="*/ 1882 w 107"/>
                <a:gd name="T27" fmla="*/ 5511 h 104"/>
                <a:gd name="T28" fmla="*/ 879 w 107"/>
                <a:gd name="T29" fmla="*/ 4918 h 104"/>
                <a:gd name="T30" fmla="*/ 278 w 107"/>
                <a:gd name="T31" fmla="*/ 3950 h 104"/>
                <a:gd name="T32" fmla="*/ 0 w 107"/>
                <a:gd name="T33" fmla="*/ 2872 h 10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07" h="104">
                  <a:moveTo>
                    <a:pt x="0" y="53"/>
                  </a:moveTo>
                  <a:lnTo>
                    <a:pt x="5" y="33"/>
                  </a:lnTo>
                  <a:lnTo>
                    <a:pt x="16" y="16"/>
                  </a:lnTo>
                  <a:lnTo>
                    <a:pt x="34" y="5"/>
                  </a:lnTo>
                  <a:lnTo>
                    <a:pt x="54" y="0"/>
                  </a:lnTo>
                  <a:lnTo>
                    <a:pt x="74" y="5"/>
                  </a:lnTo>
                  <a:lnTo>
                    <a:pt x="91" y="16"/>
                  </a:lnTo>
                  <a:lnTo>
                    <a:pt x="102" y="33"/>
                  </a:lnTo>
                  <a:lnTo>
                    <a:pt x="107" y="53"/>
                  </a:lnTo>
                  <a:lnTo>
                    <a:pt x="102" y="73"/>
                  </a:lnTo>
                  <a:lnTo>
                    <a:pt x="91" y="91"/>
                  </a:lnTo>
                  <a:lnTo>
                    <a:pt x="74" y="102"/>
                  </a:lnTo>
                  <a:lnTo>
                    <a:pt x="54" y="104"/>
                  </a:lnTo>
                  <a:lnTo>
                    <a:pt x="34" y="102"/>
                  </a:lnTo>
                  <a:lnTo>
                    <a:pt x="16" y="91"/>
                  </a:lnTo>
                  <a:lnTo>
                    <a:pt x="5" y="73"/>
                  </a:lnTo>
                  <a:lnTo>
                    <a:pt x="0" y="53"/>
                  </a:lnTo>
                  <a:close/>
                </a:path>
              </a:pathLst>
            </a:custGeom>
            <a:solidFill>
              <a:schemeClr val="bg2"/>
            </a:solidFill>
            <a:ln w="28575" cmpd="sng">
              <a:solidFill>
                <a:schemeClr val="tx2"/>
              </a:solidFill>
              <a:prstDash val="solid"/>
              <a:round/>
              <a:headEnd/>
              <a:tailEnd/>
            </a:ln>
          </p:spPr>
          <p:txBody>
            <a:bodyPr/>
            <a:lstStyle/>
            <a:p>
              <a:endParaRPr lang="zh-CN" altLang="en-US"/>
            </a:p>
          </p:txBody>
        </p:sp>
        <p:sp>
          <p:nvSpPr>
            <p:cNvPr id="48148" name="Freeform 39"/>
            <p:cNvSpPr>
              <a:spLocks/>
            </p:cNvSpPr>
            <p:nvPr/>
          </p:nvSpPr>
          <p:spPr bwMode="auto">
            <a:xfrm>
              <a:off x="3830" y="1004"/>
              <a:ext cx="162" cy="162"/>
            </a:xfrm>
            <a:custGeom>
              <a:avLst/>
              <a:gdLst>
                <a:gd name="T0" fmla="*/ 0 w 104"/>
                <a:gd name="T1" fmla="*/ 2872 h 104"/>
                <a:gd name="T2" fmla="*/ 201 w 104"/>
                <a:gd name="T3" fmla="*/ 1762 h 104"/>
                <a:gd name="T4" fmla="*/ 874 w 104"/>
                <a:gd name="T5" fmla="*/ 874 h 104"/>
                <a:gd name="T6" fmla="*/ 1671 w 104"/>
                <a:gd name="T7" fmla="*/ 277 h 104"/>
                <a:gd name="T8" fmla="*/ 2872 w 104"/>
                <a:gd name="T9" fmla="*/ 0 h 104"/>
                <a:gd name="T10" fmla="*/ 3950 w 104"/>
                <a:gd name="T11" fmla="*/ 277 h 104"/>
                <a:gd name="T12" fmla="*/ 4834 w 104"/>
                <a:gd name="T13" fmla="*/ 874 h 104"/>
                <a:gd name="T14" fmla="*/ 5413 w 104"/>
                <a:gd name="T15" fmla="*/ 1762 h 104"/>
                <a:gd name="T16" fmla="*/ 5609 w 104"/>
                <a:gd name="T17" fmla="*/ 2872 h 104"/>
                <a:gd name="T18" fmla="*/ 5413 w 104"/>
                <a:gd name="T19" fmla="*/ 3950 h 104"/>
                <a:gd name="T20" fmla="*/ 4834 w 104"/>
                <a:gd name="T21" fmla="*/ 4918 h 104"/>
                <a:gd name="T22" fmla="*/ 3950 w 104"/>
                <a:gd name="T23" fmla="*/ 5511 h 104"/>
                <a:gd name="T24" fmla="*/ 2872 w 104"/>
                <a:gd name="T25" fmla="*/ 5609 h 104"/>
                <a:gd name="T26" fmla="*/ 1671 w 104"/>
                <a:gd name="T27" fmla="*/ 5511 h 104"/>
                <a:gd name="T28" fmla="*/ 874 w 104"/>
                <a:gd name="T29" fmla="*/ 4918 h 104"/>
                <a:gd name="T30" fmla="*/ 201 w 104"/>
                <a:gd name="T31" fmla="*/ 3950 h 104"/>
                <a:gd name="T32" fmla="*/ 0 w 104"/>
                <a:gd name="T33" fmla="*/ 2872 h 10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04" h="104">
                  <a:moveTo>
                    <a:pt x="0" y="53"/>
                  </a:moveTo>
                  <a:lnTo>
                    <a:pt x="4" y="33"/>
                  </a:lnTo>
                  <a:lnTo>
                    <a:pt x="16" y="16"/>
                  </a:lnTo>
                  <a:lnTo>
                    <a:pt x="31" y="5"/>
                  </a:lnTo>
                  <a:lnTo>
                    <a:pt x="53" y="0"/>
                  </a:lnTo>
                  <a:lnTo>
                    <a:pt x="73" y="5"/>
                  </a:lnTo>
                  <a:lnTo>
                    <a:pt x="89" y="16"/>
                  </a:lnTo>
                  <a:lnTo>
                    <a:pt x="100" y="33"/>
                  </a:lnTo>
                  <a:lnTo>
                    <a:pt x="104" y="53"/>
                  </a:lnTo>
                  <a:lnTo>
                    <a:pt x="100" y="73"/>
                  </a:lnTo>
                  <a:lnTo>
                    <a:pt x="89" y="91"/>
                  </a:lnTo>
                  <a:lnTo>
                    <a:pt x="73" y="102"/>
                  </a:lnTo>
                  <a:lnTo>
                    <a:pt x="53" y="104"/>
                  </a:lnTo>
                  <a:lnTo>
                    <a:pt x="31" y="102"/>
                  </a:lnTo>
                  <a:lnTo>
                    <a:pt x="16" y="91"/>
                  </a:lnTo>
                  <a:lnTo>
                    <a:pt x="4" y="73"/>
                  </a:lnTo>
                  <a:lnTo>
                    <a:pt x="0" y="53"/>
                  </a:lnTo>
                  <a:close/>
                </a:path>
              </a:pathLst>
            </a:custGeom>
            <a:solidFill>
              <a:schemeClr val="bg2"/>
            </a:solidFill>
            <a:ln w="28575" cmpd="sng">
              <a:solidFill>
                <a:schemeClr val="tx2"/>
              </a:solidFill>
              <a:prstDash val="solid"/>
              <a:round/>
              <a:headEnd/>
              <a:tailEnd/>
            </a:ln>
          </p:spPr>
          <p:txBody>
            <a:bodyPr/>
            <a:lstStyle/>
            <a:p>
              <a:endParaRPr lang="zh-CN" altLang="en-US"/>
            </a:p>
          </p:txBody>
        </p:sp>
        <p:sp>
          <p:nvSpPr>
            <p:cNvPr id="48149" name="Freeform 40"/>
            <p:cNvSpPr>
              <a:spLocks/>
            </p:cNvSpPr>
            <p:nvPr/>
          </p:nvSpPr>
          <p:spPr bwMode="auto">
            <a:xfrm>
              <a:off x="3830" y="1333"/>
              <a:ext cx="162" cy="163"/>
            </a:xfrm>
            <a:custGeom>
              <a:avLst/>
              <a:gdLst>
                <a:gd name="T0" fmla="*/ 0 w 104"/>
                <a:gd name="T1" fmla="*/ 2904 h 104"/>
                <a:gd name="T2" fmla="*/ 201 w 104"/>
                <a:gd name="T3" fmla="*/ 1798 h 104"/>
                <a:gd name="T4" fmla="*/ 874 w 104"/>
                <a:gd name="T5" fmla="*/ 904 h 104"/>
                <a:gd name="T6" fmla="*/ 1671 w 104"/>
                <a:gd name="T7" fmla="*/ 204 h 104"/>
                <a:gd name="T8" fmla="*/ 2872 w 104"/>
                <a:gd name="T9" fmla="*/ 0 h 104"/>
                <a:gd name="T10" fmla="*/ 3950 w 104"/>
                <a:gd name="T11" fmla="*/ 204 h 104"/>
                <a:gd name="T12" fmla="*/ 4834 w 104"/>
                <a:gd name="T13" fmla="*/ 904 h 104"/>
                <a:gd name="T14" fmla="*/ 5413 w 104"/>
                <a:gd name="T15" fmla="*/ 1798 h 104"/>
                <a:gd name="T16" fmla="*/ 5609 w 104"/>
                <a:gd name="T17" fmla="*/ 2904 h 104"/>
                <a:gd name="T18" fmla="*/ 5413 w 104"/>
                <a:gd name="T19" fmla="*/ 4050 h 104"/>
                <a:gd name="T20" fmla="*/ 4834 w 104"/>
                <a:gd name="T21" fmla="*/ 5070 h 104"/>
                <a:gd name="T22" fmla="*/ 3950 w 104"/>
                <a:gd name="T23" fmla="*/ 5721 h 104"/>
                <a:gd name="T24" fmla="*/ 2872 w 104"/>
                <a:gd name="T25" fmla="*/ 5932 h 104"/>
                <a:gd name="T26" fmla="*/ 1671 w 104"/>
                <a:gd name="T27" fmla="*/ 5721 h 104"/>
                <a:gd name="T28" fmla="*/ 874 w 104"/>
                <a:gd name="T29" fmla="*/ 5070 h 104"/>
                <a:gd name="T30" fmla="*/ 201 w 104"/>
                <a:gd name="T31" fmla="*/ 4050 h 104"/>
                <a:gd name="T32" fmla="*/ 0 w 104"/>
                <a:gd name="T33" fmla="*/ 2904 h 10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04" h="104">
                  <a:moveTo>
                    <a:pt x="0" y="51"/>
                  </a:moveTo>
                  <a:lnTo>
                    <a:pt x="4" y="31"/>
                  </a:lnTo>
                  <a:lnTo>
                    <a:pt x="16" y="16"/>
                  </a:lnTo>
                  <a:lnTo>
                    <a:pt x="31" y="4"/>
                  </a:lnTo>
                  <a:lnTo>
                    <a:pt x="53" y="0"/>
                  </a:lnTo>
                  <a:lnTo>
                    <a:pt x="73" y="4"/>
                  </a:lnTo>
                  <a:lnTo>
                    <a:pt x="89" y="16"/>
                  </a:lnTo>
                  <a:lnTo>
                    <a:pt x="100" y="31"/>
                  </a:lnTo>
                  <a:lnTo>
                    <a:pt x="104" y="51"/>
                  </a:lnTo>
                  <a:lnTo>
                    <a:pt x="100" y="71"/>
                  </a:lnTo>
                  <a:lnTo>
                    <a:pt x="89" y="89"/>
                  </a:lnTo>
                  <a:lnTo>
                    <a:pt x="73" y="100"/>
                  </a:lnTo>
                  <a:lnTo>
                    <a:pt x="53" y="104"/>
                  </a:lnTo>
                  <a:lnTo>
                    <a:pt x="31" y="100"/>
                  </a:lnTo>
                  <a:lnTo>
                    <a:pt x="16" y="89"/>
                  </a:lnTo>
                  <a:lnTo>
                    <a:pt x="4" y="71"/>
                  </a:lnTo>
                  <a:lnTo>
                    <a:pt x="0" y="51"/>
                  </a:lnTo>
                  <a:close/>
                </a:path>
              </a:pathLst>
            </a:custGeom>
            <a:solidFill>
              <a:schemeClr val="bg2"/>
            </a:solidFill>
            <a:ln w="28575" cmpd="sng">
              <a:solidFill>
                <a:schemeClr val="tx2"/>
              </a:solidFill>
              <a:prstDash val="solid"/>
              <a:round/>
              <a:headEnd/>
              <a:tailEnd/>
            </a:ln>
          </p:spPr>
          <p:txBody>
            <a:bodyPr/>
            <a:lstStyle/>
            <a:p>
              <a:endParaRPr lang="zh-CN" altLang="en-US"/>
            </a:p>
          </p:txBody>
        </p:sp>
        <p:sp>
          <p:nvSpPr>
            <p:cNvPr id="48150" name="Freeform 41"/>
            <p:cNvSpPr>
              <a:spLocks/>
            </p:cNvSpPr>
            <p:nvPr/>
          </p:nvSpPr>
          <p:spPr bwMode="auto">
            <a:xfrm>
              <a:off x="4155" y="1004"/>
              <a:ext cx="167" cy="162"/>
            </a:xfrm>
            <a:custGeom>
              <a:avLst/>
              <a:gdLst>
                <a:gd name="T0" fmla="*/ 0 w 107"/>
                <a:gd name="T1" fmla="*/ 2872 h 104"/>
                <a:gd name="T2" fmla="*/ 278 w 107"/>
                <a:gd name="T3" fmla="*/ 1762 h 104"/>
                <a:gd name="T4" fmla="*/ 879 w 107"/>
                <a:gd name="T5" fmla="*/ 874 h 104"/>
                <a:gd name="T6" fmla="*/ 1882 w 107"/>
                <a:gd name="T7" fmla="*/ 277 h 104"/>
                <a:gd name="T8" fmla="*/ 2942 w 107"/>
                <a:gd name="T9" fmla="*/ 0 h 104"/>
                <a:gd name="T10" fmla="*/ 4028 w 107"/>
                <a:gd name="T11" fmla="*/ 277 h 104"/>
                <a:gd name="T12" fmla="*/ 5004 w 107"/>
                <a:gd name="T13" fmla="*/ 874 h 104"/>
                <a:gd name="T14" fmla="*/ 5595 w 107"/>
                <a:gd name="T15" fmla="*/ 1762 h 104"/>
                <a:gd name="T16" fmla="*/ 5881 w 107"/>
                <a:gd name="T17" fmla="*/ 2872 h 104"/>
                <a:gd name="T18" fmla="*/ 5595 w 107"/>
                <a:gd name="T19" fmla="*/ 3950 h 104"/>
                <a:gd name="T20" fmla="*/ 5004 w 107"/>
                <a:gd name="T21" fmla="*/ 4918 h 104"/>
                <a:gd name="T22" fmla="*/ 4028 w 107"/>
                <a:gd name="T23" fmla="*/ 5511 h 104"/>
                <a:gd name="T24" fmla="*/ 2942 w 107"/>
                <a:gd name="T25" fmla="*/ 5609 h 104"/>
                <a:gd name="T26" fmla="*/ 1882 w 107"/>
                <a:gd name="T27" fmla="*/ 5511 h 104"/>
                <a:gd name="T28" fmla="*/ 879 w 107"/>
                <a:gd name="T29" fmla="*/ 4918 h 104"/>
                <a:gd name="T30" fmla="*/ 278 w 107"/>
                <a:gd name="T31" fmla="*/ 3950 h 104"/>
                <a:gd name="T32" fmla="*/ 0 w 107"/>
                <a:gd name="T33" fmla="*/ 2872 h 10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07" h="104">
                  <a:moveTo>
                    <a:pt x="0" y="53"/>
                  </a:moveTo>
                  <a:lnTo>
                    <a:pt x="5" y="33"/>
                  </a:lnTo>
                  <a:lnTo>
                    <a:pt x="16" y="16"/>
                  </a:lnTo>
                  <a:lnTo>
                    <a:pt x="34" y="5"/>
                  </a:lnTo>
                  <a:lnTo>
                    <a:pt x="54" y="0"/>
                  </a:lnTo>
                  <a:lnTo>
                    <a:pt x="74" y="5"/>
                  </a:lnTo>
                  <a:lnTo>
                    <a:pt x="91" y="16"/>
                  </a:lnTo>
                  <a:lnTo>
                    <a:pt x="102" y="33"/>
                  </a:lnTo>
                  <a:lnTo>
                    <a:pt x="107" y="53"/>
                  </a:lnTo>
                  <a:lnTo>
                    <a:pt x="102" y="73"/>
                  </a:lnTo>
                  <a:lnTo>
                    <a:pt x="91" y="91"/>
                  </a:lnTo>
                  <a:lnTo>
                    <a:pt x="74" y="102"/>
                  </a:lnTo>
                  <a:lnTo>
                    <a:pt x="54" y="104"/>
                  </a:lnTo>
                  <a:lnTo>
                    <a:pt x="34" y="102"/>
                  </a:lnTo>
                  <a:lnTo>
                    <a:pt x="16" y="91"/>
                  </a:lnTo>
                  <a:lnTo>
                    <a:pt x="5" y="73"/>
                  </a:lnTo>
                  <a:lnTo>
                    <a:pt x="0" y="53"/>
                  </a:lnTo>
                  <a:close/>
                </a:path>
              </a:pathLst>
            </a:custGeom>
            <a:solidFill>
              <a:schemeClr val="bg2"/>
            </a:solidFill>
            <a:ln w="28575" cmpd="sng">
              <a:solidFill>
                <a:schemeClr val="tx2"/>
              </a:solidFill>
              <a:prstDash val="solid"/>
              <a:round/>
              <a:headEnd/>
              <a:tailEnd/>
            </a:ln>
          </p:spPr>
          <p:txBody>
            <a:bodyPr/>
            <a:lstStyle/>
            <a:p>
              <a:endParaRPr lang="zh-CN" altLang="en-US"/>
            </a:p>
          </p:txBody>
        </p:sp>
        <p:sp>
          <p:nvSpPr>
            <p:cNvPr id="48151" name="Freeform 42"/>
            <p:cNvSpPr>
              <a:spLocks/>
            </p:cNvSpPr>
            <p:nvPr/>
          </p:nvSpPr>
          <p:spPr bwMode="auto">
            <a:xfrm>
              <a:off x="4155" y="1333"/>
              <a:ext cx="167" cy="163"/>
            </a:xfrm>
            <a:custGeom>
              <a:avLst/>
              <a:gdLst>
                <a:gd name="T0" fmla="*/ 0 w 107"/>
                <a:gd name="T1" fmla="*/ 2904 h 104"/>
                <a:gd name="T2" fmla="*/ 278 w 107"/>
                <a:gd name="T3" fmla="*/ 1798 h 104"/>
                <a:gd name="T4" fmla="*/ 879 w 107"/>
                <a:gd name="T5" fmla="*/ 904 h 104"/>
                <a:gd name="T6" fmla="*/ 1882 w 107"/>
                <a:gd name="T7" fmla="*/ 204 h 104"/>
                <a:gd name="T8" fmla="*/ 2942 w 107"/>
                <a:gd name="T9" fmla="*/ 0 h 104"/>
                <a:gd name="T10" fmla="*/ 4028 w 107"/>
                <a:gd name="T11" fmla="*/ 204 h 104"/>
                <a:gd name="T12" fmla="*/ 5004 w 107"/>
                <a:gd name="T13" fmla="*/ 904 h 104"/>
                <a:gd name="T14" fmla="*/ 5595 w 107"/>
                <a:gd name="T15" fmla="*/ 1798 h 104"/>
                <a:gd name="T16" fmla="*/ 5881 w 107"/>
                <a:gd name="T17" fmla="*/ 2904 h 104"/>
                <a:gd name="T18" fmla="*/ 5595 w 107"/>
                <a:gd name="T19" fmla="*/ 4050 h 104"/>
                <a:gd name="T20" fmla="*/ 5004 w 107"/>
                <a:gd name="T21" fmla="*/ 5070 h 104"/>
                <a:gd name="T22" fmla="*/ 4028 w 107"/>
                <a:gd name="T23" fmla="*/ 5721 h 104"/>
                <a:gd name="T24" fmla="*/ 2942 w 107"/>
                <a:gd name="T25" fmla="*/ 5932 h 104"/>
                <a:gd name="T26" fmla="*/ 1882 w 107"/>
                <a:gd name="T27" fmla="*/ 5721 h 104"/>
                <a:gd name="T28" fmla="*/ 879 w 107"/>
                <a:gd name="T29" fmla="*/ 5070 h 104"/>
                <a:gd name="T30" fmla="*/ 278 w 107"/>
                <a:gd name="T31" fmla="*/ 4050 h 104"/>
                <a:gd name="T32" fmla="*/ 0 w 107"/>
                <a:gd name="T33" fmla="*/ 2904 h 10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07" h="104">
                  <a:moveTo>
                    <a:pt x="0" y="51"/>
                  </a:moveTo>
                  <a:lnTo>
                    <a:pt x="5" y="31"/>
                  </a:lnTo>
                  <a:lnTo>
                    <a:pt x="16" y="16"/>
                  </a:lnTo>
                  <a:lnTo>
                    <a:pt x="34" y="4"/>
                  </a:lnTo>
                  <a:lnTo>
                    <a:pt x="54" y="0"/>
                  </a:lnTo>
                  <a:lnTo>
                    <a:pt x="74" y="4"/>
                  </a:lnTo>
                  <a:lnTo>
                    <a:pt x="91" y="16"/>
                  </a:lnTo>
                  <a:lnTo>
                    <a:pt x="102" y="31"/>
                  </a:lnTo>
                  <a:lnTo>
                    <a:pt x="107" y="51"/>
                  </a:lnTo>
                  <a:lnTo>
                    <a:pt x="102" y="71"/>
                  </a:lnTo>
                  <a:lnTo>
                    <a:pt x="91" y="89"/>
                  </a:lnTo>
                  <a:lnTo>
                    <a:pt x="74" y="100"/>
                  </a:lnTo>
                  <a:lnTo>
                    <a:pt x="54" y="104"/>
                  </a:lnTo>
                  <a:lnTo>
                    <a:pt x="34" y="100"/>
                  </a:lnTo>
                  <a:lnTo>
                    <a:pt x="16" y="89"/>
                  </a:lnTo>
                  <a:lnTo>
                    <a:pt x="5" y="71"/>
                  </a:lnTo>
                  <a:lnTo>
                    <a:pt x="0" y="51"/>
                  </a:lnTo>
                  <a:close/>
                </a:path>
              </a:pathLst>
            </a:custGeom>
            <a:solidFill>
              <a:schemeClr val="bg2"/>
            </a:solidFill>
            <a:ln w="28575" cmpd="sng">
              <a:solidFill>
                <a:schemeClr val="tx2"/>
              </a:solidFill>
              <a:prstDash val="solid"/>
              <a:round/>
              <a:headEnd/>
              <a:tailEnd/>
            </a:ln>
          </p:spPr>
          <p:txBody>
            <a:bodyPr/>
            <a:lstStyle/>
            <a:p>
              <a:endParaRPr lang="zh-CN" altLang="en-US"/>
            </a:p>
          </p:txBody>
        </p:sp>
        <p:sp>
          <p:nvSpPr>
            <p:cNvPr id="48152" name="Line 43"/>
            <p:cNvSpPr>
              <a:spLocks noChangeShapeType="1"/>
            </p:cNvSpPr>
            <p:nvPr/>
          </p:nvSpPr>
          <p:spPr bwMode="auto">
            <a:xfrm flipH="1">
              <a:off x="3338" y="1822"/>
              <a:ext cx="1146" cy="2"/>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53" name="Freeform 44"/>
            <p:cNvSpPr>
              <a:spLocks/>
            </p:cNvSpPr>
            <p:nvPr/>
          </p:nvSpPr>
          <p:spPr bwMode="auto">
            <a:xfrm>
              <a:off x="3258" y="757"/>
              <a:ext cx="80" cy="1065"/>
            </a:xfrm>
            <a:custGeom>
              <a:avLst/>
              <a:gdLst>
                <a:gd name="T0" fmla="*/ 2918 w 51"/>
                <a:gd name="T1" fmla="*/ 0 h 682"/>
                <a:gd name="T2" fmla="*/ 1920 w 51"/>
                <a:gd name="T3" fmla="*/ 3460 h 682"/>
                <a:gd name="T4" fmla="*/ 1150 w 51"/>
                <a:gd name="T5" fmla="*/ 6896 h 682"/>
                <a:gd name="T6" fmla="*/ 522 w 51"/>
                <a:gd name="T7" fmla="*/ 10322 h 682"/>
                <a:gd name="T8" fmla="*/ 121 w 51"/>
                <a:gd name="T9" fmla="*/ 13743 h 682"/>
                <a:gd name="T10" fmla="*/ 0 w 51"/>
                <a:gd name="T11" fmla="*/ 17177 h 682"/>
                <a:gd name="T12" fmla="*/ 0 w 51"/>
                <a:gd name="T13" fmla="*/ 20574 h 682"/>
                <a:gd name="T14" fmla="*/ 121 w 51"/>
                <a:gd name="T15" fmla="*/ 24070 h 682"/>
                <a:gd name="T16" fmla="*/ 522 w 51"/>
                <a:gd name="T17" fmla="*/ 27503 h 682"/>
                <a:gd name="T18" fmla="*/ 1150 w 51"/>
                <a:gd name="T19" fmla="*/ 30916 h 682"/>
                <a:gd name="T20" fmla="*/ 1920 w 51"/>
                <a:gd name="T21" fmla="*/ 34322 h 682"/>
                <a:gd name="T22" fmla="*/ 2918 w 51"/>
                <a:gd name="T23" fmla="*/ 37653 h 68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1" h="682">
                  <a:moveTo>
                    <a:pt x="51" y="0"/>
                  </a:moveTo>
                  <a:lnTo>
                    <a:pt x="33" y="63"/>
                  </a:lnTo>
                  <a:lnTo>
                    <a:pt x="20" y="125"/>
                  </a:lnTo>
                  <a:lnTo>
                    <a:pt x="9" y="187"/>
                  </a:lnTo>
                  <a:lnTo>
                    <a:pt x="2" y="249"/>
                  </a:lnTo>
                  <a:lnTo>
                    <a:pt x="0" y="311"/>
                  </a:lnTo>
                  <a:lnTo>
                    <a:pt x="0" y="373"/>
                  </a:lnTo>
                  <a:lnTo>
                    <a:pt x="2" y="436"/>
                  </a:lnTo>
                  <a:lnTo>
                    <a:pt x="9" y="498"/>
                  </a:lnTo>
                  <a:lnTo>
                    <a:pt x="20" y="560"/>
                  </a:lnTo>
                  <a:lnTo>
                    <a:pt x="33" y="622"/>
                  </a:lnTo>
                  <a:lnTo>
                    <a:pt x="51" y="682"/>
                  </a:lnTo>
                </a:path>
              </a:pathLst>
            </a:custGeom>
            <a:noFill/>
            <a:ln w="28575" cmpd="sng">
              <a:solidFill>
                <a:schemeClr val="tx2"/>
              </a:solidFill>
              <a:prstDash val="solid"/>
              <a:round/>
              <a:headEnd/>
              <a:tailEnd/>
            </a:ln>
            <a:extLst>
              <a:ext uri="{909E8E84-426E-40DD-AFC4-6F175D3DCCD1}">
                <a14:hiddenFill xmlns:a14="http://schemas.microsoft.com/office/drawing/2010/main">
                  <a:solidFill>
                    <a:schemeClr val="bg1"/>
                  </a:solidFill>
                </a14:hiddenFill>
              </a:ext>
            </a:extLst>
          </p:spPr>
          <p:txBody>
            <a:bodyPr/>
            <a:lstStyle/>
            <a:p>
              <a:endParaRPr lang="zh-CN" altLang="en-US"/>
            </a:p>
          </p:txBody>
        </p:sp>
        <p:sp>
          <p:nvSpPr>
            <p:cNvPr id="48154" name="Freeform 45"/>
            <p:cNvSpPr>
              <a:spLocks/>
            </p:cNvSpPr>
            <p:nvPr/>
          </p:nvSpPr>
          <p:spPr bwMode="auto">
            <a:xfrm>
              <a:off x="4484" y="1413"/>
              <a:ext cx="80" cy="409"/>
            </a:xfrm>
            <a:custGeom>
              <a:avLst/>
              <a:gdLst>
                <a:gd name="T0" fmla="*/ 0 w 51"/>
                <a:gd name="T1" fmla="*/ 0 h 262"/>
                <a:gd name="T2" fmla="*/ 1024 w 51"/>
                <a:gd name="T3" fmla="*/ 1321 h 262"/>
                <a:gd name="T4" fmla="*/ 1804 w 51"/>
                <a:gd name="T5" fmla="*/ 2690 h 262"/>
                <a:gd name="T6" fmla="*/ 2436 w 51"/>
                <a:gd name="T7" fmla="*/ 4026 h 262"/>
                <a:gd name="T8" fmla="*/ 2830 w 51"/>
                <a:gd name="T9" fmla="*/ 5283 h 262"/>
                <a:gd name="T10" fmla="*/ 2918 w 51"/>
                <a:gd name="T11" fmla="*/ 6597 h 262"/>
                <a:gd name="T12" fmla="*/ 2918 w 51"/>
                <a:gd name="T13" fmla="*/ 7927 h 262"/>
                <a:gd name="T14" fmla="*/ 2830 w 51"/>
                <a:gd name="T15" fmla="*/ 9304 h 262"/>
                <a:gd name="T16" fmla="*/ 2436 w 51"/>
                <a:gd name="T17" fmla="*/ 10508 h 262"/>
                <a:gd name="T18" fmla="*/ 1804 w 51"/>
                <a:gd name="T19" fmla="*/ 11866 h 262"/>
                <a:gd name="T20" fmla="*/ 1024 w 51"/>
                <a:gd name="T21" fmla="*/ 13213 h 262"/>
                <a:gd name="T22" fmla="*/ 0 w 51"/>
                <a:gd name="T23" fmla="*/ 14415 h 26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1" h="262">
                  <a:moveTo>
                    <a:pt x="0" y="0"/>
                  </a:moveTo>
                  <a:lnTo>
                    <a:pt x="18" y="24"/>
                  </a:lnTo>
                  <a:lnTo>
                    <a:pt x="31" y="49"/>
                  </a:lnTo>
                  <a:lnTo>
                    <a:pt x="42" y="73"/>
                  </a:lnTo>
                  <a:lnTo>
                    <a:pt x="49" y="96"/>
                  </a:lnTo>
                  <a:lnTo>
                    <a:pt x="51" y="120"/>
                  </a:lnTo>
                  <a:lnTo>
                    <a:pt x="51" y="144"/>
                  </a:lnTo>
                  <a:lnTo>
                    <a:pt x="49" y="169"/>
                  </a:lnTo>
                  <a:lnTo>
                    <a:pt x="42" y="191"/>
                  </a:lnTo>
                  <a:lnTo>
                    <a:pt x="31" y="215"/>
                  </a:lnTo>
                  <a:lnTo>
                    <a:pt x="18" y="240"/>
                  </a:lnTo>
                  <a:lnTo>
                    <a:pt x="0" y="262"/>
                  </a:lnTo>
                </a:path>
              </a:pathLst>
            </a:custGeom>
            <a:noFill/>
            <a:ln w="28575" cmpd="sng">
              <a:solidFill>
                <a:schemeClr val="tx2"/>
              </a:solidFill>
              <a:prstDash val="solid"/>
              <a:round/>
              <a:headEnd/>
              <a:tailEnd/>
            </a:ln>
            <a:extLst>
              <a:ext uri="{909E8E84-426E-40DD-AFC4-6F175D3DCCD1}">
                <a14:hiddenFill xmlns:a14="http://schemas.microsoft.com/office/drawing/2010/main">
                  <a:solidFill>
                    <a:schemeClr val="bg1"/>
                  </a:solidFill>
                </a14:hiddenFill>
              </a:ext>
            </a:extLst>
          </p:spPr>
          <p:txBody>
            <a:bodyPr/>
            <a:lstStyle/>
            <a:p>
              <a:endParaRPr lang="zh-CN" altLang="en-US"/>
            </a:p>
          </p:txBody>
        </p:sp>
        <p:sp>
          <p:nvSpPr>
            <p:cNvPr id="48155" name="Freeform 46"/>
            <p:cNvSpPr>
              <a:spLocks/>
            </p:cNvSpPr>
            <p:nvPr/>
          </p:nvSpPr>
          <p:spPr bwMode="auto">
            <a:xfrm>
              <a:off x="3500" y="677"/>
              <a:ext cx="167" cy="164"/>
            </a:xfrm>
            <a:custGeom>
              <a:avLst/>
              <a:gdLst>
                <a:gd name="T0" fmla="*/ 0 w 107"/>
                <a:gd name="T1" fmla="*/ 2830 h 105"/>
                <a:gd name="T2" fmla="*/ 278 w 107"/>
                <a:gd name="T3" fmla="*/ 1771 h 105"/>
                <a:gd name="T4" fmla="*/ 879 w 107"/>
                <a:gd name="T5" fmla="*/ 881 h 105"/>
                <a:gd name="T6" fmla="*/ 1882 w 107"/>
                <a:gd name="T7" fmla="*/ 278 h 105"/>
                <a:gd name="T8" fmla="*/ 2942 w 107"/>
                <a:gd name="T9" fmla="*/ 0 h 105"/>
                <a:gd name="T10" fmla="*/ 4028 w 107"/>
                <a:gd name="T11" fmla="*/ 278 h 105"/>
                <a:gd name="T12" fmla="*/ 5004 w 107"/>
                <a:gd name="T13" fmla="*/ 881 h 105"/>
                <a:gd name="T14" fmla="*/ 5595 w 107"/>
                <a:gd name="T15" fmla="*/ 1771 h 105"/>
                <a:gd name="T16" fmla="*/ 5881 w 107"/>
                <a:gd name="T17" fmla="*/ 2830 h 105"/>
                <a:gd name="T18" fmla="*/ 5595 w 107"/>
                <a:gd name="T19" fmla="*/ 3920 h 105"/>
                <a:gd name="T20" fmla="*/ 5004 w 107"/>
                <a:gd name="T21" fmla="*/ 4915 h 105"/>
                <a:gd name="T22" fmla="*/ 4028 w 107"/>
                <a:gd name="T23" fmla="*/ 5528 h 105"/>
                <a:gd name="T24" fmla="*/ 2942 w 107"/>
                <a:gd name="T25" fmla="*/ 5806 h 105"/>
                <a:gd name="T26" fmla="*/ 1882 w 107"/>
                <a:gd name="T27" fmla="*/ 5528 h 105"/>
                <a:gd name="T28" fmla="*/ 879 w 107"/>
                <a:gd name="T29" fmla="*/ 4915 h 105"/>
                <a:gd name="T30" fmla="*/ 278 w 107"/>
                <a:gd name="T31" fmla="*/ 3920 h 105"/>
                <a:gd name="T32" fmla="*/ 0 w 107"/>
                <a:gd name="T33" fmla="*/ 2830 h 10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07" h="105">
                  <a:moveTo>
                    <a:pt x="0" y="51"/>
                  </a:moveTo>
                  <a:lnTo>
                    <a:pt x="5" y="32"/>
                  </a:lnTo>
                  <a:lnTo>
                    <a:pt x="16" y="16"/>
                  </a:lnTo>
                  <a:lnTo>
                    <a:pt x="34" y="5"/>
                  </a:lnTo>
                  <a:lnTo>
                    <a:pt x="54" y="0"/>
                  </a:lnTo>
                  <a:lnTo>
                    <a:pt x="74" y="5"/>
                  </a:lnTo>
                  <a:lnTo>
                    <a:pt x="91" y="16"/>
                  </a:lnTo>
                  <a:lnTo>
                    <a:pt x="102" y="32"/>
                  </a:lnTo>
                  <a:lnTo>
                    <a:pt x="107" y="51"/>
                  </a:lnTo>
                  <a:lnTo>
                    <a:pt x="102" y="71"/>
                  </a:lnTo>
                  <a:lnTo>
                    <a:pt x="91" y="89"/>
                  </a:lnTo>
                  <a:lnTo>
                    <a:pt x="74" y="100"/>
                  </a:lnTo>
                  <a:lnTo>
                    <a:pt x="54" y="105"/>
                  </a:lnTo>
                  <a:lnTo>
                    <a:pt x="34" y="100"/>
                  </a:lnTo>
                  <a:lnTo>
                    <a:pt x="16" y="89"/>
                  </a:lnTo>
                  <a:lnTo>
                    <a:pt x="5" y="71"/>
                  </a:lnTo>
                  <a:lnTo>
                    <a:pt x="0" y="51"/>
                  </a:lnTo>
                  <a:close/>
                </a:path>
              </a:pathLst>
            </a:custGeom>
            <a:solidFill>
              <a:schemeClr val="bg2"/>
            </a:solidFill>
            <a:ln w="28575" cmpd="sng">
              <a:solidFill>
                <a:schemeClr val="tx2"/>
              </a:solidFill>
              <a:prstDash val="solid"/>
              <a:round/>
              <a:headEnd/>
              <a:tailEnd/>
            </a:ln>
          </p:spPr>
          <p:txBody>
            <a:bodyPr/>
            <a:lstStyle/>
            <a:p>
              <a:endParaRPr lang="zh-CN" altLang="en-US"/>
            </a:p>
          </p:txBody>
        </p:sp>
        <p:sp>
          <p:nvSpPr>
            <p:cNvPr id="48156" name="Freeform 47"/>
            <p:cNvSpPr>
              <a:spLocks/>
            </p:cNvSpPr>
            <p:nvPr/>
          </p:nvSpPr>
          <p:spPr bwMode="auto">
            <a:xfrm>
              <a:off x="3338" y="1248"/>
              <a:ext cx="246" cy="163"/>
            </a:xfrm>
            <a:custGeom>
              <a:avLst/>
              <a:gdLst>
                <a:gd name="T0" fmla="*/ 246 w 246"/>
                <a:gd name="T1" fmla="*/ 0 h 163"/>
                <a:gd name="T2" fmla="*/ 83 w 246"/>
                <a:gd name="T3" fmla="*/ 0 h 163"/>
                <a:gd name="T4" fmla="*/ 51 w 246"/>
                <a:gd name="T5" fmla="*/ 3 h 163"/>
                <a:gd name="T6" fmla="*/ 25 w 246"/>
                <a:gd name="T7" fmla="*/ 25 h 163"/>
                <a:gd name="T8" fmla="*/ 8 w 246"/>
                <a:gd name="T9" fmla="*/ 49 h 163"/>
                <a:gd name="T10" fmla="*/ 0 w 246"/>
                <a:gd name="T11" fmla="*/ 80 h 163"/>
                <a:gd name="T12" fmla="*/ 0 w 246"/>
                <a:gd name="T13" fmla="*/ 80 h 163"/>
                <a:gd name="T14" fmla="*/ 8 w 246"/>
                <a:gd name="T15" fmla="*/ 111 h 163"/>
                <a:gd name="T16" fmla="*/ 25 w 246"/>
                <a:gd name="T17" fmla="*/ 139 h 163"/>
                <a:gd name="T18" fmla="*/ 51 w 246"/>
                <a:gd name="T19" fmla="*/ 157 h 163"/>
                <a:gd name="T20" fmla="*/ 83 w 246"/>
                <a:gd name="T21" fmla="*/ 163 h 163"/>
                <a:gd name="T22" fmla="*/ 246 w 246"/>
                <a:gd name="T23" fmla="*/ 163 h 16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46" h="163">
                  <a:moveTo>
                    <a:pt x="246" y="0"/>
                  </a:moveTo>
                  <a:lnTo>
                    <a:pt x="83" y="0"/>
                  </a:lnTo>
                  <a:lnTo>
                    <a:pt x="51" y="3"/>
                  </a:lnTo>
                  <a:lnTo>
                    <a:pt x="25" y="25"/>
                  </a:lnTo>
                  <a:lnTo>
                    <a:pt x="8" y="49"/>
                  </a:lnTo>
                  <a:lnTo>
                    <a:pt x="0" y="80"/>
                  </a:lnTo>
                  <a:lnTo>
                    <a:pt x="8" y="111"/>
                  </a:lnTo>
                  <a:lnTo>
                    <a:pt x="25" y="139"/>
                  </a:lnTo>
                  <a:lnTo>
                    <a:pt x="51" y="157"/>
                  </a:lnTo>
                  <a:lnTo>
                    <a:pt x="83" y="163"/>
                  </a:lnTo>
                  <a:lnTo>
                    <a:pt x="246" y="163"/>
                  </a:lnTo>
                </a:path>
              </a:pathLst>
            </a:custGeom>
            <a:noFill/>
            <a:ln w="28575" cmpd="sng">
              <a:solidFill>
                <a:schemeClr val="tx2"/>
              </a:solidFill>
              <a:prstDash val="solid"/>
              <a:round/>
              <a:headEnd/>
              <a:tailEnd/>
            </a:ln>
            <a:extLst>
              <a:ext uri="{909E8E84-426E-40DD-AFC4-6F175D3DCCD1}">
                <a14:hiddenFill xmlns:a14="http://schemas.microsoft.com/office/drawing/2010/main">
                  <a:solidFill>
                    <a:schemeClr val="bg1"/>
                  </a:solidFill>
                </a14:hiddenFill>
              </a:ext>
            </a:extLst>
          </p:spPr>
          <p:txBody>
            <a:bodyPr/>
            <a:lstStyle/>
            <a:p>
              <a:endParaRPr lang="zh-CN" altLang="en-US"/>
            </a:p>
          </p:txBody>
        </p:sp>
        <p:sp>
          <p:nvSpPr>
            <p:cNvPr id="48157" name="Freeform 48"/>
            <p:cNvSpPr>
              <a:spLocks/>
            </p:cNvSpPr>
            <p:nvPr/>
          </p:nvSpPr>
          <p:spPr bwMode="auto">
            <a:xfrm>
              <a:off x="4410" y="759"/>
              <a:ext cx="166" cy="166"/>
            </a:xfrm>
            <a:custGeom>
              <a:avLst/>
              <a:gdLst>
                <a:gd name="T0" fmla="*/ 0 w 166"/>
                <a:gd name="T1" fmla="*/ 166 h 166"/>
                <a:gd name="T2" fmla="*/ 83 w 166"/>
                <a:gd name="T3" fmla="*/ 166 h 166"/>
                <a:gd name="T4" fmla="*/ 114 w 166"/>
                <a:gd name="T5" fmla="*/ 158 h 166"/>
                <a:gd name="T6" fmla="*/ 143 w 166"/>
                <a:gd name="T7" fmla="*/ 141 h 166"/>
                <a:gd name="T8" fmla="*/ 160 w 166"/>
                <a:gd name="T9" fmla="*/ 118 h 166"/>
                <a:gd name="T10" fmla="*/ 166 w 166"/>
                <a:gd name="T11" fmla="*/ 82 h 166"/>
                <a:gd name="T12" fmla="*/ 160 w 166"/>
                <a:gd name="T13" fmla="*/ 50 h 166"/>
                <a:gd name="T14" fmla="*/ 143 w 166"/>
                <a:gd name="T15" fmla="*/ 27 h 166"/>
                <a:gd name="T16" fmla="*/ 114 w 166"/>
                <a:gd name="T17" fmla="*/ 10 h 166"/>
                <a:gd name="T18" fmla="*/ 83 w 166"/>
                <a:gd name="T19" fmla="*/ 2 h 166"/>
                <a:gd name="T20" fmla="*/ 0 w 166"/>
                <a:gd name="T21" fmla="*/ 0 h 16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66" h="166">
                  <a:moveTo>
                    <a:pt x="0" y="166"/>
                  </a:moveTo>
                  <a:lnTo>
                    <a:pt x="83" y="166"/>
                  </a:lnTo>
                  <a:lnTo>
                    <a:pt x="114" y="158"/>
                  </a:lnTo>
                  <a:lnTo>
                    <a:pt x="143" y="141"/>
                  </a:lnTo>
                  <a:lnTo>
                    <a:pt x="160" y="118"/>
                  </a:lnTo>
                  <a:lnTo>
                    <a:pt x="166" y="82"/>
                  </a:lnTo>
                  <a:lnTo>
                    <a:pt x="160" y="50"/>
                  </a:lnTo>
                  <a:lnTo>
                    <a:pt x="143" y="27"/>
                  </a:lnTo>
                  <a:lnTo>
                    <a:pt x="114" y="10"/>
                  </a:lnTo>
                  <a:lnTo>
                    <a:pt x="83" y="2"/>
                  </a:lnTo>
                  <a:lnTo>
                    <a:pt x="0" y="0"/>
                  </a:lnTo>
                </a:path>
              </a:pathLst>
            </a:custGeom>
            <a:noFill/>
            <a:ln w="28575" cmpd="sng">
              <a:solidFill>
                <a:schemeClr val="tx2"/>
              </a:solidFill>
              <a:prstDash val="solid"/>
              <a:round/>
              <a:headEnd/>
              <a:tailEnd/>
            </a:ln>
            <a:extLst>
              <a:ext uri="{909E8E84-426E-40DD-AFC4-6F175D3DCCD1}">
                <a14:hiddenFill xmlns:a14="http://schemas.microsoft.com/office/drawing/2010/main">
                  <a:solidFill>
                    <a:schemeClr val="bg1"/>
                  </a:solidFill>
                </a14:hiddenFill>
              </a:ext>
            </a:extLst>
          </p:spPr>
          <p:txBody>
            <a:bodyPr/>
            <a:lstStyle/>
            <a:p>
              <a:endParaRPr lang="zh-CN" altLang="en-US"/>
            </a:p>
          </p:txBody>
        </p:sp>
        <p:sp>
          <p:nvSpPr>
            <p:cNvPr id="48158" name="Freeform 49"/>
            <p:cNvSpPr>
              <a:spLocks/>
            </p:cNvSpPr>
            <p:nvPr/>
          </p:nvSpPr>
          <p:spPr bwMode="auto">
            <a:xfrm>
              <a:off x="3500" y="1333"/>
              <a:ext cx="167" cy="163"/>
            </a:xfrm>
            <a:custGeom>
              <a:avLst/>
              <a:gdLst>
                <a:gd name="T0" fmla="*/ 0 w 107"/>
                <a:gd name="T1" fmla="*/ 2904 h 104"/>
                <a:gd name="T2" fmla="*/ 278 w 107"/>
                <a:gd name="T3" fmla="*/ 1798 h 104"/>
                <a:gd name="T4" fmla="*/ 879 w 107"/>
                <a:gd name="T5" fmla="*/ 904 h 104"/>
                <a:gd name="T6" fmla="*/ 1882 w 107"/>
                <a:gd name="T7" fmla="*/ 204 h 104"/>
                <a:gd name="T8" fmla="*/ 2942 w 107"/>
                <a:gd name="T9" fmla="*/ 0 h 104"/>
                <a:gd name="T10" fmla="*/ 4028 w 107"/>
                <a:gd name="T11" fmla="*/ 204 h 104"/>
                <a:gd name="T12" fmla="*/ 5004 w 107"/>
                <a:gd name="T13" fmla="*/ 904 h 104"/>
                <a:gd name="T14" fmla="*/ 5595 w 107"/>
                <a:gd name="T15" fmla="*/ 1798 h 104"/>
                <a:gd name="T16" fmla="*/ 5881 w 107"/>
                <a:gd name="T17" fmla="*/ 2904 h 104"/>
                <a:gd name="T18" fmla="*/ 5595 w 107"/>
                <a:gd name="T19" fmla="*/ 4050 h 104"/>
                <a:gd name="T20" fmla="*/ 5004 w 107"/>
                <a:gd name="T21" fmla="*/ 5070 h 104"/>
                <a:gd name="T22" fmla="*/ 4028 w 107"/>
                <a:gd name="T23" fmla="*/ 5721 h 104"/>
                <a:gd name="T24" fmla="*/ 2942 w 107"/>
                <a:gd name="T25" fmla="*/ 5932 h 104"/>
                <a:gd name="T26" fmla="*/ 1882 w 107"/>
                <a:gd name="T27" fmla="*/ 5721 h 104"/>
                <a:gd name="T28" fmla="*/ 879 w 107"/>
                <a:gd name="T29" fmla="*/ 5070 h 104"/>
                <a:gd name="T30" fmla="*/ 278 w 107"/>
                <a:gd name="T31" fmla="*/ 4050 h 104"/>
                <a:gd name="T32" fmla="*/ 0 w 107"/>
                <a:gd name="T33" fmla="*/ 2904 h 10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07" h="104">
                  <a:moveTo>
                    <a:pt x="0" y="51"/>
                  </a:moveTo>
                  <a:lnTo>
                    <a:pt x="5" y="31"/>
                  </a:lnTo>
                  <a:lnTo>
                    <a:pt x="16" y="16"/>
                  </a:lnTo>
                  <a:lnTo>
                    <a:pt x="34" y="4"/>
                  </a:lnTo>
                  <a:lnTo>
                    <a:pt x="54" y="0"/>
                  </a:lnTo>
                  <a:lnTo>
                    <a:pt x="74" y="4"/>
                  </a:lnTo>
                  <a:lnTo>
                    <a:pt x="91" y="16"/>
                  </a:lnTo>
                  <a:lnTo>
                    <a:pt x="102" y="31"/>
                  </a:lnTo>
                  <a:lnTo>
                    <a:pt x="107" y="51"/>
                  </a:lnTo>
                  <a:lnTo>
                    <a:pt x="102" y="71"/>
                  </a:lnTo>
                  <a:lnTo>
                    <a:pt x="91" y="89"/>
                  </a:lnTo>
                  <a:lnTo>
                    <a:pt x="74" y="100"/>
                  </a:lnTo>
                  <a:lnTo>
                    <a:pt x="54" y="104"/>
                  </a:lnTo>
                  <a:lnTo>
                    <a:pt x="34" y="100"/>
                  </a:lnTo>
                  <a:lnTo>
                    <a:pt x="16" y="89"/>
                  </a:lnTo>
                  <a:lnTo>
                    <a:pt x="5" y="71"/>
                  </a:lnTo>
                  <a:lnTo>
                    <a:pt x="0" y="51"/>
                  </a:lnTo>
                  <a:close/>
                </a:path>
              </a:pathLst>
            </a:custGeom>
            <a:solidFill>
              <a:schemeClr val="bg2"/>
            </a:solidFill>
            <a:ln w="28575" cmpd="sng">
              <a:solidFill>
                <a:schemeClr val="tx2"/>
              </a:solidFill>
              <a:prstDash val="solid"/>
              <a:round/>
              <a:headEnd/>
              <a:tailEnd/>
            </a:ln>
          </p:spPr>
          <p:txBody>
            <a:bodyPr/>
            <a:lstStyle/>
            <a:p>
              <a:endParaRPr lang="zh-CN" altLang="en-US"/>
            </a:p>
          </p:txBody>
        </p:sp>
      </p:grpSp>
      <p:sp>
        <p:nvSpPr>
          <p:cNvPr id="48134" name="Text Box 50"/>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5 之 4</a:t>
            </a:r>
          </a:p>
        </p:txBody>
      </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4674" name="Rectangle 2"/>
          <p:cNvSpPr>
            <a:spLocks noGrp="1" noChangeArrowheads="1"/>
          </p:cNvSpPr>
          <p:nvPr>
            <p:ph type="title"/>
          </p:nvPr>
        </p:nvSpPr>
        <p:spPr/>
        <p:txBody>
          <a:bodyPr/>
          <a:lstStyle/>
          <a:p>
            <a:pPr eaLnBrk="1" hangingPunct="1">
              <a:defRPr/>
            </a:pPr>
            <a:r>
              <a:rPr lang="en-US" altLang="zh-CN" dirty="0" smtClean="0"/>
              <a:t>ILLIAC</a:t>
            </a:r>
            <a:r>
              <a:rPr lang="zh-CN" altLang="en-US" dirty="0" smtClean="0"/>
              <a:t>网格</a:t>
            </a:r>
          </a:p>
        </p:txBody>
      </p:sp>
      <p:sp>
        <p:nvSpPr>
          <p:cNvPr id="4915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互连网络种类</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静态互连网络</a:t>
            </a:r>
            <a:endParaRPr lang="zh-CN" altLang="en-US" sz="1200" b="0">
              <a:latin typeface="Times New Roman" pitchFamily="18" charset="0"/>
              <a:ea typeface="幼圆" pitchFamily="49" charset="-122"/>
            </a:endParaRPr>
          </a:p>
        </p:txBody>
      </p:sp>
      <p:sp>
        <p:nvSpPr>
          <p:cNvPr id="49156" name="Rectangle 4"/>
          <p:cNvSpPr>
            <a:spLocks noGrp="1" noChangeArrowheads="1"/>
          </p:cNvSpPr>
          <p:nvPr>
            <p:ph type="body" idx="1"/>
          </p:nvPr>
        </p:nvSpPr>
        <p:spPr>
          <a:xfrm>
            <a:off x="914400" y="2133600"/>
            <a:ext cx="4114800" cy="4191000"/>
          </a:xfrm>
          <a:solidFill>
            <a:srgbClr val="FFFF99"/>
          </a:solidFill>
          <a:ln w="57150" cmpd="thickThin">
            <a:solidFill>
              <a:schemeClr val="tx1"/>
            </a:solidFill>
            <a:miter lim="800000"/>
            <a:headEnd/>
            <a:tailEnd/>
          </a:ln>
          <a:effectLst>
            <a:outerShdw dist="35921" dir="2700000" algn="ctr" rotWithShape="0">
              <a:schemeClr val="bg2"/>
            </a:outerShdw>
          </a:effectLst>
        </p:spPr>
        <p:txBody>
          <a:bodyPr/>
          <a:lstStyle/>
          <a:p>
            <a:pPr marL="0" indent="0" eaLnBrk="1" hangingPunct="1">
              <a:lnSpc>
                <a:spcPct val="135000"/>
              </a:lnSpc>
              <a:buFont typeface="Wingdings" pitchFamily="2" charset="2"/>
              <a:buNone/>
            </a:pPr>
            <a:r>
              <a:rPr lang="zh-CN" altLang="en-US" sz="2800" dirty="0" smtClean="0"/>
              <a:t>       </a:t>
            </a:r>
            <a:r>
              <a:rPr kumimoji="0" lang="en-US" altLang="zh-CN" sz="2800" dirty="0" smtClean="0">
                <a:solidFill>
                  <a:schemeClr val="tx2"/>
                </a:solidFill>
                <a:latin typeface="Book Antiqua" pitchFamily="18" charset="0"/>
              </a:rPr>
              <a:t>ILLIAC</a:t>
            </a:r>
            <a:r>
              <a:rPr kumimoji="0" lang="zh-CN" altLang="en-US" sz="2800" dirty="0" smtClean="0">
                <a:solidFill>
                  <a:schemeClr val="tx2"/>
                </a:solidFill>
                <a:latin typeface="Book Antiqua" pitchFamily="18" charset="0"/>
              </a:rPr>
              <a:t>网络的节点连接按一定的算法进行:</a:t>
            </a:r>
          </a:p>
          <a:p>
            <a:pPr marL="0" indent="0">
              <a:lnSpc>
                <a:spcPct val="135000"/>
              </a:lnSpc>
              <a:buClrTx/>
              <a:buFontTx/>
              <a:buNone/>
            </a:pPr>
            <a:r>
              <a:rPr kumimoji="0" lang="en-US" altLang="zh-CN" sz="2800" dirty="0" smtClean="0">
                <a:solidFill>
                  <a:schemeClr val="tx2"/>
                </a:solidFill>
                <a:latin typeface="Book Antiqua" pitchFamily="18" charset="0"/>
              </a:rPr>
              <a:t>Illiac</a:t>
            </a:r>
            <a:r>
              <a:rPr kumimoji="0" lang="en-US" altLang="zh-CN" sz="2800" baseline="-25000" dirty="0" smtClean="0">
                <a:solidFill>
                  <a:schemeClr val="tx2"/>
                </a:solidFill>
                <a:latin typeface="Book Antiqua" pitchFamily="18" charset="0"/>
              </a:rPr>
              <a:t>+1</a:t>
            </a:r>
            <a:r>
              <a:rPr kumimoji="0" lang="en-US" altLang="zh-CN" sz="2800" dirty="0" smtClean="0">
                <a:solidFill>
                  <a:schemeClr val="tx2"/>
                </a:solidFill>
                <a:latin typeface="Book Antiqua" pitchFamily="18" charset="0"/>
              </a:rPr>
              <a:t>(j)=(j+1)mod(N)</a:t>
            </a:r>
          </a:p>
          <a:p>
            <a:pPr marL="0" indent="0">
              <a:lnSpc>
                <a:spcPct val="135000"/>
              </a:lnSpc>
              <a:buClrTx/>
              <a:buFontTx/>
              <a:buNone/>
            </a:pPr>
            <a:r>
              <a:rPr kumimoji="0" lang="en-US" altLang="zh-CN" sz="2800" dirty="0" smtClean="0">
                <a:solidFill>
                  <a:schemeClr val="tx2"/>
                </a:solidFill>
                <a:latin typeface="Book Antiqua" pitchFamily="18" charset="0"/>
              </a:rPr>
              <a:t>Illiac</a:t>
            </a:r>
            <a:r>
              <a:rPr kumimoji="0" lang="en-US" altLang="zh-CN" sz="2800" baseline="-25000" dirty="0" smtClean="0">
                <a:solidFill>
                  <a:schemeClr val="tx2"/>
                </a:solidFill>
                <a:latin typeface="Book Antiqua" pitchFamily="18" charset="0"/>
              </a:rPr>
              <a:t>-1</a:t>
            </a:r>
            <a:r>
              <a:rPr kumimoji="0" lang="en-US" altLang="zh-CN" sz="2800" dirty="0" smtClean="0">
                <a:solidFill>
                  <a:schemeClr val="tx2"/>
                </a:solidFill>
                <a:latin typeface="Book Antiqua" pitchFamily="18" charset="0"/>
              </a:rPr>
              <a:t>(j)=(j-1)mod(N)</a:t>
            </a:r>
          </a:p>
          <a:p>
            <a:pPr marL="0" indent="0">
              <a:lnSpc>
                <a:spcPct val="135000"/>
              </a:lnSpc>
              <a:buClrTx/>
              <a:buFontTx/>
              <a:buNone/>
            </a:pPr>
            <a:r>
              <a:rPr kumimoji="0" lang="en-US" altLang="zh-CN" sz="2800" dirty="0" err="1" smtClean="0">
                <a:solidFill>
                  <a:schemeClr val="tx2"/>
                </a:solidFill>
                <a:latin typeface="Book Antiqua" pitchFamily="18" charset="0"/>
              </a:rPr>
              <a:t>Illiac</a:t>
            </a:r>
            <a:r>
              <a:rPr kumimoji="0" lang="en-US" altLang="zh-CN" sz="2800" baseline="-25000" dirty="0" err="1" smtClean="0">
                <a:solidFill>
                  <a:schemeClr val="tx2"/>
                </a:solidFill>
                <a:latin typeface="Book Antiqua" pitchFamily="18" charset="0"/>
              </a:rPr>
              <a:t>+n</a:t>
            </a:r>
            <a:r>
              <a:rPr kumimoji="0" lang="en-US" altLang="zh-CN" sz="2800" dirty="0" smtClean="0">
                <a:solidFill>
                  <a:schemeClr val="tx2"/>
                </a:solidFill>
                <a:latin typeface="Book Antiqua" pitchFamily="18" charset="0"/>
              </a:rPr>
              <a:t>(j)=(</a:t>
            </a:r>
            <a:r>
              <a:rPr kumimoji="0" lang="en-US" altLang="zh-CN" sz="2800" dirty="0" err="1" smtClean="0">
                <a:solidFill>
                  <a:schemeClr val="tx2"/>
                </a:solidFill>
                <a:latin typeface="Book Antiqua" pitchFamily="18" charset="0"/>
              </a:rPr>
              <a:t>j+n</a:t>
            </a:r>
            <a:r>
              <a:rPr kumimoji="0" lang="en-US" altLang="zh-CN" sz="2800" dirty="0" smtClean="0">
                <a:solidFill>
                  <a:schemeClr val="tx2"/>
                </a:solidFill>
                <a:latin typeface="Book Antiqua" pitchFamily="18" charset="0"/>
              </a:rPr>
              <a:t>)mod(N)</a:t>
            </a:r>
          </a:p>
          <a:p>
            <a:pPr marL="0" indent="0">
              <a:lnSpc>
                <a:spcPct val="135000"/>
              </a:lnSpc>
              <a:buClrTx/>
              <a:buFontTx/>
              <a:buNone/>
            </a:pPr>
            <a:r>
              <a:rPr kumimoji="0" lang="en-US" altLang="zh-CN" sz="2800" dirty="0" err="1" smtClean="0">
                <a:solidFill>
                  <a:schemeClr val="tx2"/>
                </a:solidFill>
                <a:latin typeface="Book Antiqua" pitchFamily="18" charset="0"/>
              </a:rPr>
              <a:t>Illiac</a:t>
            </a:r>
            <a:r>
              <a:rPr kumimoji="0" lang="en-US" altLang="zh-CN" sz="2800" baseline="-25000" dirty="0" smtClean="0">
                <a:solidFill>
                  <a:schemeClr val="tx2"/>
                </a:solidFill>
                <a:latin typeface="Book Antiqua" pitchFamily="18" charset="0"/>
              </a:rPr>
              <a:t>-n</a:t>
            </a:r>
            <a:r>
              <a:rPr kumimoji="0" lang="en-US" altLang="zh-CN" sz="2800" dirty="0" smtClean="0">
                <a:solidFill>
                  <a:schemeClr val="tx2"/>
                </a:solidFill>
                <a:latin typeface="Book Antiqua" pitchFamily="18" charset="0"/>
              </a:rPr>
              <a:t>(j)=(j-n)mod(N)</a:t>
            </a:r>
          </a:p>
        </p:txBody>
      </p:sp>
      <p:grpSp>
        <p:nvGrpSpPr>
          <p:cNvPr id="49157" name="Group 67"/>
          <p:cNvGrpSpPr>
            <a:grpSpLocks/>
          </p:cNvGrpSpPr>
          <p:nvPr/>
        </p:nvGrpSpPr>
        <p:grpSpPr bwMode="auto">
          <a:xfrm>
            <a:off x="5380038" y="2509838"/>
            <a:ext cx="3276600" cy="3486150"/>
            <a:chOff x="3408" y="1584"/>
            <a:chExt cx="2064" cy="2196"/>
          </a:xfrm>
        </p:grpSpPr>
        <p:sp>
          <p:nvSpPr>
            <p:cNvPr id="49159" name="Freeform 32"/>
            <p:cNvSpPr>
              <a:spLocks/>
            </p:cNvSpPr>
            <p:nvPr/>
          </p:nvSpPr>
          <p:spPr bwMode="auto">
            <a:xfrm>
              <a:off x="4434" y="1584"/>
              <a:ext cx="253" cy="2068"/>
            </a:xfrm>
            <a:custGeom>
              <a:avLst/>
              <a:gdLst>
                <a:gd name="T0" fmla="*/ 152347 w 104"/>
                <a:gd name="T1" fmla="*/ 2817257 h 839"/>
                <a:gd name="T2" fmla="*/ 212238 w 104"/>
                <a:gd name="T3" fmla="*/ 2803969 h 839"/>
                <a:gd name="T4" fmla="*/ 266168 w 104"/>
                <a:gd name="T5" fmla="*/ 2764334 h 839"/>
                <a:gd name="T6" fmla="*/ 298041 w 104"/>
                <a:gd name="T7" fmla="*/ 2707369 h 839"/>
                <a:gd name="T8" fmla="*/ 310061 w 104"/>
                <a:gd name="T9" fmla="*/ 2638753 h 839"/>
                <a:gd name="T10" fmla="*/ 310061 w 104"/>
                <a:gd name="T11" fmla="*/ 178501 h 839"/>
                <a:gd name="T12" fmla="*/ 298041 w 104"/>
                <a:gd name="T13" fmla="*/ 103356 h 839"/>
                <a:gd name="T14" fmla="*/ 266168 w 104"/>
                <a:gd name="T15" fmla="*/ 50243 h 839"/>
                <a:gd name="T16" fmla="*/ 212238 w 104"/>
                <a:gd name="T17" fmla="*/ 13912 h 839"/>
                <a:gd name="T18" fmla="*/ 152347 w 104"/>
                <a:gd name="T19" fmla="*/ 0 h 839"/>
                <a:gd name="T20" fmla="*/ 91837 w 104"/>
                <a:gd name="T21" fmla="*/ 13912 h 839"/>
                <a:gd name="T22" fmla="*/ 41823 w 104"/>
                <a:gd name="T23" fmla="*/ 50243 h 839"/>
                <a:gd name="T24" fmla="*/ 6060 w 104"/>
                <a:gd name="T25" fmla="*/ 103356 h 839"/>
                <a:gd name="T26" fmla="*/ 0 w 104"/>
                <a:gd name="T27" fmla="*/ 178501 h 839"/>
                <a:gd name="T28" fmla="*/ 0 w 104"/>
                <a:gd name="T29" fmla="*/ 2638753 h 839"/>
                <a:gd name="T30" fmla="*/ 6060 w 104"/>
                <a:gd name="T31" fmla="*/ 2707369 h 839"/>
                <a:gd name="T32" fmla="*/ 41823 w 104"/>
                <a:gd name="T33" fmla="*/ 2764334 h 839"/>
                <a:gd name="T34" fmla="*/ 91837 w 104"/>
                <a:gd name="T35" fmla="*/ 2803969 h 839"/>
                <a:gd name="T36" fmla="*/ 152347 w 104"/>
                <a:gd name="T37" fmla="*/ 2817257 h 83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04" h="839">
                  <a:moveTo>
                    <a:pt x="51" y="839"/>
                  </a:moveTo>
                  <a:lnTo>
                    <a:pt x="71" y="835"/>
                  </a:lnTo>
                  <a:lnTo>
                    <a:pt x="89" y="823"/>
                  </a:lnTo>
                  <a:lnTo>
                    <a:pt x="100" y="806"/>
                  </a:lnTo>
                  <a:lnTo>
                    <a:pt x="104" y="786"/>
                  </a:lnTo>
                  <a:lnTo>
                    <a:pt x="104" y="53"/>
                  </a:lnTo>
                  <a:lnTo>
                    <a:pt x="100" y="31"/>
                  </a:lnTo>
                  <a:lnTo>
                    <a:pt x="89" y="15"/>
                  </a:lnTo>
                  <a:lnTo>
                    <a:pt x="71" y="4"/>
                  </a:lnTo>
                  <a:lnTo>
                    <a:pt x="51" y="0"/>
                  </a:lnTo>
                  <a:lnTo>
                    <a:pt x="31" y="4"/>
                  </a:lnTo>
                  <a:lnTo>
                    <a:pt x="14" y="15"/>
                  </a:lnTo>
                  <a:lnTo>
                    <a:pt x="2" y="31"/>
                  </a:lnTo>
                  <a:lnTo>
                    <a:pt x="0" y="53"/>
                  </a:lnTo>
                  <a:lnTo>
                    <a:pt x="0" y="786"/>
                  </a:lnTo>
                  <a:lnTo>
                    <a:pt x="2" y="806"/>
                  </a:lnTo>
                  <a:lnTo>
                    <a:pt x="14" y="823"/>
                  </a:lnTo>
                  <a:lnTo>
                    <a:pt x="31" y="835"/>
                  </a:lnTo>
                  <a:lnTo>
                    <a:pt x="51" y="839"/>
                  </a:lnTo>
                  <a:close/>
                </a:path>
              </a:pathLst>
            </a:custGeom>
            <a:noFill/>
            <a:ln w="28575" cmpd="sng">
              <a:solidFill>
                <a:schemeClr val="tx2"/>
              </a:solidFill>
              <a:prstDash val="solid"/>
              <a:round/>
              <a:headEnd/>
              <a:tailEnd/>
            </a:ln>
            <a:extLst>
              <a:ext uri="{909E8E84-426E-40DD-AFC4-6F175D3DCCD1}">
                <a14:hiddenFill xmlns:a14="http://schemas.microsoft.com/office/drawing/2010/main">
                  <a:solidFill>
                    <a:schemeClr val="bg1"/>
                  </a:solidFill>
                </a14:hiddenFill>
              </a:ext>
            </a:extLst>
          </p:spPr>
          <p:txBody>
            <a:bodyPr/>
            <a:lstStyle/>
            <a:p>
              <a:endParaRPr lang="zh-CN" altLang="en-US"/>
            </a:p>
          </p:txBody>
        </p:sp>
        <p:sp>
          <p:nvSpPr>
            <p:cNvPr id="49160" name="Freeform 33"/>
            <p:cNvSpPr>
              <a:spLocks/>
            </p:cNvSpPr>
            <p:nvPr/>
          </p:nvSpPr>
          <p:spPr bwMode="auto">
            <a:xfrm>
              <a:off x="5198" y="2614"/>
              <a:ext cx="260" cy="262"/>
            </a:xfrm>
            <a:custGeom>
              <a:avLst/>
              <a:gdLst>
                <a:gd name="T0" fmla="*/ 0 w 166"/>
                <a:gd name="T1" fmla="*/ 10096 h 166"/>
                <a:gd name="T2" fmla="*/ 4727 w 166"/>
                <a:gd name="T3" fmla="*/ 10096 h 166"/>
                <a:gd name="T4" fmla="*/ 6486 w 166"/>
                <a:gd name="T5" fmla="*/ 9585 h 166"/>
                <a:gd name="T6" fmla="*/ 8120 w 166"/>
                <a:gd name="T7" fmla="*/ 8602 h 166"/>
                <a:gd name="T8" fmla="*/ 9094 w 166"/>
                <a:gd name="T9" fmla="*/ 7167 h 166"/>
                <a:gd name="T10" fmla="*/ 9405 w 166"/>
                <a:gd name="T11" fmla="*/ 4976 h 166"/>
                <a:gd name="T12" fmla="*/ 9094 w 166"/>
                <a:gd name="T13" fmla="*/ 3046 h 166"/>
                <a:gd name="T14" fmla="*/ 8120 w 166"/>
                <a:gd name="T15" fmla="*/ 1654 h 166"/>
                <a:gd name="T16" fmla="*/ 6486 w 166"/>
                <a:gd name="T17" fmla="*/ 611 h 166"/>
                <a:gd name="T18" fmla="*/ 4727 w 166"/>
                <a:gd name="T19" fmla="*/ 129 h 166"/>
                <a:gd name="T20" fmla="*/ 0 w 166"/>
                <a:gd name="T21" fmla="*/ 0 h 16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66" h="166">
                  <a:moveTo>
                    <a:pt x="0" y="166"/>
                  </a:moveTo>
                  <a:lnTo>
                    <a:pt x="83" y="166"/>
                  </a:lnTo>
                  <a:lnTo>
                    <a:pt x="114" y="158"/>
                  </a:lnTo>
                  <a:lnTo>
                    <a:pt x="143" y="141"/>
                  </a:lnTo>
                  <a:lnTo>
                    <a:pt x="160" y="118"/>
                  </a:lnTo>
                  <a:lnTo>
                    <a:pt x="166" y="82"/>
                  </a:lnTo>
                  <a:lnTo>
                    <a:pt x="160" y="50"/>
                  </a:lnTo>
                  <a:lnTo>
                    <a:pt x="143" y="27"/>
                  </a:lnTo>
                  <a:lnTo>
                    <a:pt x="114" y="10"/>
                  </a:lnTo>
                  <a:lnTo>
                    <a:pt x="83" y="2"/>
                  </a:lnTo>
                  <a:lnTo>
                    <a:pt x="0" y="0"/>
                  </a:lnTo>
                </a:path>
              </a:pathLst>
            </a:custGeom>
            <a:noFill/>
            <a:ln w="28575" cmpd="sng">
              <a:solidFill>
                <a:schemeClr val="tx2"/>
              </a:solidFill>
              <a:prstDash val="solid"/>
              <a:round/>
              <a:headEnd/>
              <a:tailEnd/>
            </a:ln>
            <a:extLst>
              <a:ext uri="{909E8E84-426E-40DD-AFC4-6F175D3DCCD1}">
                <a14:hiddenFill xmlns:a14="http://schemas.microsoft.com/office/drawing/2010/main">
                  <a:solidFill>
                    <a:schemeClr val="bg1"/>
                  </a:solidFill>
                </a14:hiddenFill>
              </a:ext>
            </a:extLst>
          </p:spPr>
          <p:txBody>
            <a:bodyPr/>
            <a:lstStyle/>
            <a:p>
              <a:endParaRPr lang="zh-CN" altLang="en-US"/>
            </a:p>
          </p:txBody>
        </p:sp>
        <p:sp>
          <p:nvSpPr>
            <p:cNvPr id="49161" name="Freeform 34"/>
            <p:cNvSpPr>
              <a:spLocks/>
            </p:cNvSpPr>
            <p:nvPr/>
          </p:nvSpPr>
          <p:spPr bwMode="auto">
            <a:xfrm>
              <a:off x="3533" y="2360"/>
              <a:ext cx="386" cy="257"/>
            </a:xfrm>
            <a:custGeom>
              <a:avLst/>
              <a:gdLst>
                <a:gd name="T0" fmla="*/ 14189 w 246"/>
                <a:gd name="T1" fmla="*/ 0 h 163"/>
                <a:gd name="T2" fmla="*/ 4773 w 246"/>
                <a:gd name="T3" fmla="*/ 0 h 163"/>
                <a:gd name="T4" fmla="*/ 2959 w 246"/>
                <a:gd name="T5" fmla="*/ 197 h 163"/>
                <a:gd name="T6" fmla="*/ 1437 w 246"/>
                <a:gd name="T7" fmla="*/ 1469 h 163"/>
                <a:gd name="T8" fmla="*/ 468 w 246"/>
                <a:gd name="T9" fmla="*/ 2936 h 163"/>
                <a:gd name="T10" fmla="*/ 0 w 246"/>
                <a:gd name="T11" fmla="*/ 4820 h 163"/>
                <a:gd name="T12" fmla="*/ 0 w 246"/>
                <a:gd name="T13" fmla="*/ 4820 h 163"/>
                <a:gd name="T14" fmla="*/ 468 w 246"/>
                <a:gd name="T15" fmla="*/ 6687 h 163"/>
                <a:gd name="T16" fmla="*/ 1437 w 246"/>
                <a:gd name="T17" fmla="*/ 8360 h 163"/>
                <a:gd name="T18" fmla="*/ 2959 w 246"/>
                <a:gd name="T19" fmla="*/ 9462 h 163"/>
                <a:gd name="T20" fmla="*/ 4773 w 246"/>
                <a:gd name="T21" fmla="*/ 9820 h 163"/>
                <a:gd name="T22" fmla="*/ 14189 w 246"/>
                <a:gd name="T23" fmla="*/ 9820 h 16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46" h="163">
                  <a:moveTo>
                    <a:pt x="246" y="0"/>
                  </a:moveTo>
                  <a:lnTo>
                    <a:pt x="83" y="0"/>
                  </a:lnTo>
                  <a:lnTo>
                    <a:pt x="51" y="3"/>
                  </a:lnTo>
                  <a:lnTo>
                    <a:pt x="25" y="25"/>
                  </a:lnTo>
                  <a:lnTo>
                    <a:pt x="8" y="49"/>
                  </a:lnTo>
                  <a:lnTo>
                    <a:pt x="0" y="80"/>
                  </a:lnTo>
                  <a:lnTo>
                    <a:pt x="8" y="111"/>
                  </a:lnTo>
                  <a:lnTo>
                    <a:pt x="25" y="139"/>
                  </a:lnTo>
                  <a:lnTo>
                    <a:pt x="51" y="157"/>
                  </a:lnTo>
                  <a:lnTo>
                    <a:pt x="83" y="163"/>
                  </a:lnTo>
                  <a:lnTo>
                    <a:pt x="246" y="163"/>
                  </a:lnTo>
                </a:path>
              </a:pathLst>
            </a:custGeom>
            <a:noFill/>
            <a:ln w="28575" cmpd="sng">
              <a:solidFill>
                <a:schemeClr val="tx2"/>
              </a:solidFill>
              <a:prstDash val="solid"/>
              <a:round/>
              <a:headEnd/>
              <a:tailEnd/>
            </a:ln>
            <a:extLst>
              <a:ext uri="{909E8E84-426E-40DD-AFC4-6F175D3DCCD1}">
                <a14:hiddenFill xmlns:a14="http://schemas.microsoft.com/office/drawing/2010/main">
                  <a:solidFill>
                    <a:schemeClr val="bg1"/>
                  </a:solidFill>
                </a14:hiddenFill>
              </a:ext>
            </a:extLst>
          </p:spPr>
          <p:txBody>
            <a:bodyPr/>
            <a:lstStyle/>
            <a:p>
              <a:endParaRPr lang="zh-CN" altLang="en-US"/>
            </a:p>
          </p:txBody>
        </p:sp>
        <p:sp>
          <p:nvSpPr>
            <p:cNvPr id="49162" name="Freeform 35"/>
            <p:cNvSpPr>
              <a:spLocks/>
            </p:cNvSpPr>
            <p:nvPr/>
          </p:nvSpPr>
          <p:spPr bwMode="auto">
            <a:xfrm>
              <a:off x="3919" y="1584"/>
              <a:ext cx="255" cy="2068"/>
            </a:xfrm>
            <a:custGeom>
              <a:avLst/>
              <a:gdLst>
                <a:gd name="T0" fmla="*/ 169874 w 104"/>
                <a:gd name="T1" fmla="*/ 2817257 h 839"/>
                <a:gd name="T2" fmla="*/ 233774 w 104"/>
                <a:gd name="T3" fmla="*/ 2803969 h 839"/>
                <a:gd name="T4" fmla="*/ 282538 w 104"/>
                <a:gd name="T5" fmla="*/ 2764334 h 839"/>
                <a:gd name="T6" fmla="*/ 317441 w 104"/>
                <a:gd name="T7" fmla="*/ 2707369 h 839"/>
                <a:gd name="T8" fmla="*/ 332844 w 104"/>
                <a:gd name="T9" fmla="*/ 2638753 h 839"/>
                <a:gd name="T10" fmla="*/ 332844 w 104"/>
                <a:gd name="T11" fmla="*/ 178501 h 839"/>
                <a:gd name="T12" fmla="*/ 317441 w 104"/>
                <a:gd name="T13" fmla="*/ 103356 h 839"/>
                <a:gd name="T14" fmla="*/ 282538 w 104"/>
                <a:gd name="T15" fmla="*/ 50243 h 839"/>
                <a:gd name="T16" fmla="*/ 233774 w 104"/>
                <a:gd name="T17" fmla="*/ 13912 h 839"/>
                <a:gd name="T18" fmla="*/ 169874 w 104"/>
                <a:gd name="T19" fmla="*/ 0 h 839"/>
                <a:gd name="T20" fmla="*/ 106075 w 104"/>
                <a:gd name="T21" fmla="*/ 13912 h 839"/>
                <a:gd name="T22" fmla="*/ 48467 w 104"/>
                <a:gd name="T23" fmla="*/ 50243 h 839"/>
                <a:gd name="T24" fmla="*/ 13299 w 104"/>
                <a:gd name="T25" fmla="*/ 103356 h 839"/>
                <a:gd name="T26" fmla="*/ 0 w 104"/>
                <a:gd name="T27" fmla="*/ 178501 h 839"/>
                <a:gd name="T28" fmla="*/ 0 w 104"/>
                <a:gd name="T29" fmla="*/ 2638753 h 839"/>
                <a:gd name="T30" fmla="*/ 13299 w 104"/>
                <a:gd name="T31" fmla="*/ 2707369 h 839"/>
                <a:gd name="T32" fmla="*/ 48467 w 104"/>
                <a:gd name="T33" fmla="*/ 2764334 h 839"/>
                <a:gd name="T34" fmla="*/ 106075 w 104"/>
                <a:gd name="T35" fmla="*/ 2803969 h 839"/>
                <a:gd name="T36" fmla="*/ 169874 w 104"/>
                <a:gd name="T37" fmla="*/ 2817257 h 83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04" h="839">
                  <a:moveTo>
                    <a:pt x="53" y="839"/>
                  </a:moveTo>
                  <a:lnTo>
                    <a:pt x="73" y="835"/>
                  </a:lnTo>
                  <a:lnTo>
                    <a:pt x="88" y="823"/>
                  </a:lnTo>
                  <a:lnTo>
                    <a:pt x="99" y="806"/>
                  </a:lnTo>
                  <a:lnTo>
                    <a:pt x="104" y="786"/>
                  </a:lnTo>
                  <a:lnTo>
                    <a:pt x="104" y="53"/>
                  </a:lnTo>
                  <a:lnTo>
                    <a:pt x="99" y="31"/>
                  </a:lnTo>
                  <a:lnTo>
                    <a:pt x="88" y="15"/>
                  </a:lnTo>
                  <a:lnTo>
                    <a:pt x="73" y="4"/>
                  </a:lnTo>
                  <a:lnTo>
                    <a:pt x="53" y="0"/>
                  </a:lnTo>
                  <a:lnTo>
                    <a:pt x="33" y="4"/>
                  </a:lnTo>
                  <a:lnTo>
                    <a:pt x="15" y="15"/>
                  </a:lnTo>
                  <a:lnTo>
                    <a:pt x="4" y="31"/>
                  </a:lnTo>
                  <a:lnTo>
                    <a:pt x="0" y="53"/>
                  </a:lnTo>
                  <a:lnTo>
                    <a:pt x="0" y="786"/>
                  </a:lnTo>
                  <a:lnTo>
                    <a:pt x="4" y="806"/>
                  </a:lnTo>
                  <a:lnTo>
                    <a:pt x="15" y="823"/>
                  </a:lnTo>
                  <a:lnTo>
                    <a:pt x="33" y="835"/>
                  </a:lnTo>
                  <a:lnTo>
                    <a:pt x="53" y="839"/>
                  </a:lnTo>
                  <a:close/>
                </a:path>
              </a:pathLst>
            </a:custGeom>
            <a:noFill/>
            <a:ln w="28575" cmpd="sng">
              <a:solidFill>
                <a:schemeClr val="tx2"/>
              </a:solidFill>
              <a:prstDash val="solid"/>
              <a:round/>
              <a:headEnd/>
              <a:tailEnd/>
            </a:ln>
            <a:extLst>
              <a:ext uri="{909E8E84-426E-40DD-AFC4-6F175D3DCCD1}">
                <a14:hiddenFill xmlns:a14="http://schemas.microsoft.com/office/drawing/2010/main">
                  <a:solidFill>
                    <a:schemeClr val="bg1"/>
                  </a:solidFill>
                </a14:hiddenFill>
              </a:ext>
            </a:extLst>
          </p:spPr>
          <p:txBody>
            <a:bodyPr/>
            <a:lstStyle/>
            <a:p>
              <a:endParaRPr lang="zh-CN" altLang="en-US"/>
            </a:p>
          </p:txBody>
        </p:sp>
        <p:sp>
          <p:nvSpPr>
            <p:cNvPr id="49163" name="Freeform 36"/>
            <p:cNvSpPr>
              <a:spLocks/>
            </p:cNvSpPr>
            <p:nvPr/>
          </p:nvSpPr>
          <p:spPr bwMode="auto">
            <a:xfrm>
              <a:off x="4944" y="1584"/>
              <a:ext cx="254" cy="2068"/>
            </a:xfrm>
            <a:custGeom>
              <a:avLst/>
              <a:gdLst>
                <a:gd name="T0" fmla="*/ 163205 w 104"/>
                <a:gd name="T1" fmla="*/ 2817257 h 839"/>
                <a:gd name="T2" fmla="*/ 225393 w 104"/>
                <a:gd name="T3" fmla="*/ 2803969 h 839"/>
                <a:gd name="T4" fmla="*/ 272076 w 104"/>
                <a:gd name="T5" fmla="*/ 2764334 h 839"/>
                <a:gd name="T6" fmla="*/ 306236 w 104"/>
                <a:gd name="T7" fmla="*/ 2707369 h 839"/>
                <a:gd name="T8" fmla="*/ 321356 w 104"/>
                <a:gd name="T9" fmla="*/ 2638753 h 839"/>
                <a:gd name="T10" fmla="*/ 321356 w 104"/>
                <a:gd name="T11" fmla="*/ 178501 h 839"/>
                <a:gd name="T12" fmla="*/ 306236 w 104"/>
                <a:gd name="T13" fmla="*/ 103356 h 839"/>
                <a:gd name="T14" fmla="*/ 272076 w 104"/>
                <a:gd name="T15" fmla="*/ 50243 h 839"/>
                <a:gd name="T16" fmla="*/ 225393 w 104"/>
                <a:gd name="T17" fmla="*/ 13912 h 839"/>
                <a:gd name="T18" fmla="*/ 163205 w 104"/>
                <a:gd name="T19" fmla="*/ 0 h 839"/>
                <a:gd name="T20" fmla="*/ 102721 w 104"/>
                <a:gd name="T21" fmla="*/ 13912 h 839"/>
                <a:gd name="T22" fmla="*/ 46675 w 104"/>
                <a:gd name="T23" fmla="*/ 50243 h 839"/>
                <a:gd name="T24" fmla="*/ 12527 w 104"/>
                <a:gd name="T25" fmla="*/ 103356 h 839"/>
                <a:gd name="T26" fmla="*/ 0 w 104"/>
                <a:gd name="T27" fmla="*/ 178501 h 839"/>
                <a:gd name="T28" fmla="*/ 0 w 104"/>
                <a:gd name="T29" fmla="*/ 2638753 h 839"/>
                <a:gd name="T30" fmla="*/ 12527 w 104"/>
                <a:gd name="T31" fmla="*/ 2707369 h 839"/>
                <a:gd name="T32" fmla="*/ 46675 w 104"/>
                <a:gd name="T33" fmla="*/ 2764334 h 839"/>
                <a:gd name="T34" fmla="*/ 102721 w 104"/>
                <a:gd name="T35" fmla="*/ 2803969 h 839"/>
                <a:gd name="T36" fmla="*/ 163205 w 104"/>
                <a:gd name="T37" fmla="*/ 2817257 h 83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04" h="839">
                  <a:moveTo>
                    <a:pt x="53" y="839"/>
                  </a:moveTo>
                  <a:lnTo>
                    <a:pt x="73" y="835"/>
                  </a:lnTo>
                  <a:lnTo>
                    <a:pt x="88" y="823"/>
                  </a:lnTo>
                  <a:lnTo>
                    <a:pt x="99" y="806"/>
                  </a:lnTo>
                  <a:lnTo>
                    <a:pt x="104" y="786"/>
                  </a:lnTo>
                  <a:lnTo>
                    <a:pt x="104" y="53"/>
                  </a:lnTo>
                  <a:lnTo>
                    <a:pt x="99" y="31"/>
                  </a:lnTo>
                  <a:lnTo>
                    <a:pt x="88" y="15"/>
                  </a:lnTo>
                  <a:lnTo>
                    <a:pt x="73" y="4"/>
                  </a:lnTo>
                  <a:lnTo>
                    <a:pt x="53" y="0"/>
                  </a:lnTo>
                  <a:lnTo>
                    <a:pt x="33" y="4"/>
                  </a:lnTo>
                  <a:lnTo>
                    <a:pt x="15" y="15"/>
                  </a:lnTo>
                  <a:lnTo>
                    <a:pt x="4" y="31"/>
                  </a:lnTo>
                  <a:lnTo>
                    <a:pt x="0" y="53"/>
                  </a:lnTo>
                  <a:lnTo>
                    <a:pt x="0" y="786"/>
                  </a:lnTo>
                  <a:lnTo>
                    <a:pt x="4" y="806"/>
                  </a:lnTo>
                  <a:lnTo>
                    <a:pt x="15" y="823"/>
                  </a:lnTo>
                  <a:lnTo>
                    <a:pt x="33" y="835"/>
                  </a:lnTo>
                  <a:lnTo>
                    <a:pt x="53" y="839"/>
                  </a:lnTo>
                  <a:close/>
                </a:path>
              </a:pathLst>
            </a:custGeom>
            <a:noFill/>
            <a:ln w="28575" cmpd="sng">
              <a:solidFill>
                <a:schemeClr val="tx2"/>
              </a:solidFill>
              <a:prstDash val="solid"/>
              <a:round/>
              <a:headEnd/>
              <a:tailEnd/>
            </a:ln>
            <a:extLst>
              <a:ext uri="{909E8E84-426E-40DD-AFC4-6F175D3DCCD1}">
                <a14:hiddenFill xmlns:a14="http://schemas.microsoft.com/office/drawing/2010/main">
                  <a:solidFill>
                    <a:schemeClr val="bg1"/>
                  </a:solidFill>
                </a14:hiddenFill>
              </a:ext>
            </a:extLst>
          </p:spPr>
          <p:txBody>
            <a:bodyPr/>
            <a:lstStyle/>
            <a:p>
              <a:endParaRPr lang="zh-CN" altLang="en-US"/>
            </a:p>
          </p:txBody>
        </p:sp>
        <p:sp>
          <p:nvSpPr>
            <p:cNvPr id="49164" name="Line 37"/>
            <p:cNvSpPr>
              <a:spLocks noChangeShapeType="1"/>
            </p:cNvSpPr>
            <p:nvPr/>
          </p:nvSpPr>
          <p:spPr bwMode="auto">
            <a:xfrm flipH="1">
              <a:off x="3533" y="2097"/>
              <a:ext cx="1665" cy="3"/>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165" name="Line 38"/>
            <p:cNvSpPr>
              <a:spLocks noChangeShapeType="1"/>
            </p:cNvSpPr>
            <p:nvPr/>
          </p:nvSpPr>
          <p:spPr bwMode="auto">
            <a:xfrm>
              <a:off x="3919" y="2360"/>
              <a:ext cx="1279" cy="3"/>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166" name="Line 39"/>
            <p:cNvSpPr>
              <a:spLocks noChangeShapeType="1"/>
            </p:cNvSpPr>
            <p:nvPr/>
          </p:nvSpPr>
          <p:spPr bwMode="auto">
            <a:xfrm>
              <a:off x="3919" y="2617"/>
              <a:ext cx="1279" cy="2"/>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167" name="Line 40"/>
            <p:cNvSpPr>
              <a:spLocks noChangeShapeType="1"/>
            </p:cNvSpPr>
            <p:nvPr/>
          </p:nvSpPr>
          <p:spPr bwMode="auto">
            <a:xfrm flipH="1">
              <a:off x="3919" y="2876"/>
              <a:ext cx="1279" cy="2"/>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168" name="Line 41"/>
            <p:cNvSpPr>
              <a:spLocks noChangeShapeType="1"/>
            </p:cNvSpPr>
            <p:nvPr/>
          </p:nvSpPr>
          <p:spPr bwMode="auto">
            <a:xfrm>
              <a:off x="3919" y="3132"/>
              <a:ext cx="1409" cy="3"/>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169" name="Freeform 42"/>
            <p:cNvSpPr>
              <a:spLocks/>
            </p:cNvSpPr>
            <p:nvPr/>
          </p:nvSpPr>
          <p:spPr bwMode="auto">
            <a:xfrm>
              <a:off x="4304" y="1971"/>
              <a:ext cx="253" cy="258"/>
            </a:xfrm>
            <a:custGeom>
              <a:avLst/>
              <a:gdLst>
                <a:gd name="T0" fmla="*/ 0 w 104"/>
                <a:gd name="T1" fmla="*/ 165960 h 105"/>
                <a:gd name="T2" fmla="*/ 12008 w 104"/>
                <a:gd name="T3" fmla="*/ 104986 h 105"/>
                <a:gd name="T4" fmla="*/ 47871 w 104"/>
                <a:gd name="T5" fmla="*/ 51934 h 105"/>
                <a:gd name="T6" fmla="*/ 91837 w 104"/>
                <a:gd name="T7" fmla="*/ 15608 h 105"/>
                <a:gd name="T8" fmla="*/ 158378 w 104"/>
                <a:gd name="T9" fmla="*/ 0 h 105"/>
                <a:gd name="T10" fmla="*/ 218298 w 104"/>
                <a:gd name="T11" fmla="*/ 15608 h 105"/>
                <a:gd name="T12" fmla="*/ 266168 w 104"/>
                <a:gd name="T13" fmla="*/ 51934 h 105"/>
                <a:gd name="T14" fmla="*/ 298041 w 104"/>
                <a:gd name="T15" fmla="*/ 104986 h 105"/>
                <a:gd name="T16" fmla="*/ 310061 w 104"/>
                <a:gd name="T17" fmla="*/ 165960 h 105"/>
                <a:gd name="T18" fmla="*/ 298041 w 104"/>
                <a:gd name="T19" fmla="*/ 231546 h 105"/>
                <a:gd name="T20" fmla="*/ 266168 w 104"/>
                <a:gd name="T21" fmla="*/ 290918 h 105"/>
                <a:gd name="T22" fmla="*/ 218298 w 104"/>
                <a:gd name="T23" fmla="*/ 326584 h 105"/>
                <a:gd name="T24" fmla="*/ 158378 w 104"/>
                <a:gd name="T25" fmla="*/ 342867 h 105"/>
                <a:gd name="T26" fmla="*/ 91837 w 104"/>
                <a:gd name="T27" fmla="*/ 326584 h 105"/>
                <a:gd name="T28" fmla="*/ 47871 w 104"/>
                <a:gd name="T29" fmla="*/ 290918 h 105"/>
                <a:gd name="T30" fmla="*/ 12008 w 104"/>
                <a:gd name="T31" fmla="*/ 231546 h 105"/>
                <a:gd name="T32" fmla="*/ 0 w 104"/>
                <a:gd name="T33" fmla="*/ 165960 h 10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04" h="105">
                  <a:moveTo>
                    <a:pt x="0" y="51"/>
                  </a:moveTo>
                  <a:lnTo>
                    <a:pt x="4" y="32"/>
                  </a:lnTo>
                  <a:lnTo>
                    <a:pt x="16" y="16"/>
                  </a:lnTo>
                  <a:lnTo>
                    <a:pt x="31" y="5"/>
                  </a:lnTo>
                  <a:lnTo>
                    <a:pt x="53" y="0"/>
                  </a:lnTo>
                  <a:lnTo>
                    <a:pt x="73" y="5"/>
                  </a:lnTo>
                  <a:lnTo>
                    <a:pt x="89" y="16"/>
                  </a:lnTo>
                  <a:lnTo>
                    <a:pt x="100" y="32"/>
                  </a:lnTo>
                  <a:lnTo>
                    <a:pt x="104" y="51"/>
                  </a:lnTo>
                  <a:lnTo>
                    <a:pt x="100" y="71"/>
                  </a:lnTo>
                  <a:lnTo>
                    <a:pt x="89" y="89"/>
                  </a:lnTo>
                  <a:lnTo>
                    <a:pt x="73" y="100"/>
                  </a:lnTo>
                  <a:lnTo>
                    <a:pt x="53" y="105"/>
                  </a:lnTo>
                  <a:lnTo>
                    <a:pt x="31" y="100"/>
                  </a:lnTo>
                  <a:lnTo>
                    <a:pt x="16" y="89"/>
                  </a:lnTo>
                  <a:lnTo>
                    <a:pt x="4" y="71"/>
                  </a:lnTo>
                  <a:lnTo>
                    <a:pt x="0" y="51"/>
                  </a:lnTo>
                  <a:close/>
                </a:path>
              </a:pathLst>
            </a:custGeom>
            <a:solidFill>
              <a:schemeClr val="bg2"/>
            </a:solidFill>
            <a:ln w="28575" cmpd="sng">
              <a:solidFill>
                <a:schemeClr val="tx2"/>
              </a:solidFill>
              <a:prstDash val="solid"/>
              <a:round/>
              <a:headEnd/>
              <a:tailEnd/>
            </a:ln>
          </p:spPr>
          <p:txBody>
            <a:bodyPr/>
            <a:lstStyle/>
            <a:p>
              <a:endParaRPr lang="zh-CN" altLang="en-US"/>
            </a:p>
          </p:txBody>
        </p:sp>
        <p:sp>
          <p:nvSpPr>
            <p:cNvPr id="49170" name="Freeform 43"/>
            <p:cNvSpPr>
              <a:spLocks/>
            </p:cNvSpPr>
            <p:nvPr/>
          </p:nvSpPr>
          <p:spPr bwMode="auto">
            <a:xfrm>
              <a:off x="4813" y="1971"/>
              <a:ext cx="261" cy="258"/>
            </a:xfrm>
            <a:custGeom>
              <a:avLst/>
              <a:gdLst>
                <a:gd name="T0" fmla="*/ 0 w 107"/>
                <a:gd name="T1" fmla="*/ 165960 h 105"/>
                <a:gd name="T2" fmla="*/ 14936 w 107"/>
                <a:gd name="T3" fmla="*/ 104986 h 105"/>
                <a:gd name="T4" fmla="*/ 48897 w 107"/>
                <a:gd name="T5" fmla="*/ 51934 h 105"/>
                <a:gd name="T6" fmla="*/ 103873 w 107"/>
                <a:gd name="T7" fmla="*/ 15608 h 105"/>
                <a:gd name="T8" fmla="*/ 165367 w 107"/>
                <a:gd name="T9" fmla="*/ 0 h 105"/>
                <a:gd name="T10" fmla="*/ 227104 w 107"/>
                <a:gd name="T11" fmla="*/ 15608 h 105"/>
                <a:gd name="T12" fmla="*/ 278511 w 107"/>
                <a:gd name="T13" fmla="*/ 51934 h 105"/>
                <a:gd name="T14" fmla="*/ 311997 w 107"/>
                <a:gd name="T15" fmla="*/ 104986 h 105"/>
                <a:gd name="T16" fmla="*/ 327367 w 107"/>
                <a:gd name="T17" fmla="*/ 165960 h 105"/>
                <a:gd name="T18" fmla="*/ 311997 w 107"/>
                <a:gd name="T19" fmla="*/ 231546 h 105"/>
                <a:gd name="T20" fmla="*/ 278511 w 107"/>
                <a:gd name="T21" fmla="*/ 290918 h 105"/>
                <a:gd name="T22" fmla="*/ 227104 w 107"/>
                <a:gd name="T23" fmla="*/ 326584 h 105"/>
                <a:gd name="T24" fmla="*/ 165367 w 107"/>
                <a:gd name="T25" fmla="*/ 342867 h 105"/>
                <a:gd name="T26" fmla="*/ 103873 w 107"/>
                <a:gd name="T27" fmla="*/ 326584 h 105"/>
                <a:gd name="T28" fmla="*/ 48897 w 107"/>
                <a:gd name="T29" fmla="*/ 290918 h 105"/>
                <a:gd name="T30" fmla="*/ 14936 w 107"/>
                <a:gd name="T31" fmla="*/ 231546 h 105"/>
                <a:gd name="T32" fmla="*/ 0 w 107"/>
                <a:gd name="T33" fmla="*/ 165960 h 10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07" h="105">
                  <a:moveTo>
                    <a:pt x="0" y="51"/>
                  </a:moveTo>
                  <a:lnTo>
                    <a:pt x="5" y="32"/>
                  </a:lnTo>
                  <a:lnTo>
                    <a:pt x="16" y="16"/>
                  </a:lnTo>
                  <a:lnTo>
                    <a:pt x="34" y="5"/>
                  </a:lnTo>
                  <a:lnTo>
                    <a:pt x="54" y="0"/>
                  </a:lnTo>
                  <a:lnTo>
                    <a:pt x="74" y="5"/>
                  </a:lnTo>
                  <a:lnTo>
                    <a:pt x="91" y="16"/>
                  </a:lnTo>
                  <a:lnTo>
                    <a:pt x="102" y="32"/>
                  </a:lnTo>
                  <a:lnTo>
                    <a:pt x="107" y="51"/>
                  </a:lnTo>
                  <a:lnTo>
                    <a:pt x="102" y="71"/>
                  </a:lnTo>
                  <a:lnTo>
                    <a:pt x="91" y="89"/>
                  </a:lnTo>
                  <a:lnTo>
                    <a:pt x="74" y="100"/>
                  </a:lnTo>
                  <a:lnTo>
                    <a:pt x="54" y="105"/>
                  </a:lnTo>
                  <a:lnTo>
                    <a:pt x="34" y="100"/>
                  </a:lnTo>
                  <a:lnTo>
                    <a:pt x="16" y="89"/>
                  </a:lnTo>
                  <a:lnTo>
                    <a:pt x="5" y="71"/>
                  </a:lnTo>
                  <a:lnTo>
                    <a:pt x="0" y="51"/>
                  </a:lnTo>
                  <a:close/>
                </a:path>
              </a:pathLst>
            </a:custGeom>
            <a:solidFill>
              <a:schemeClr val="bg2"/>
            </a:solidFill>
            <a:ln w="28575" cmpd="sng">
              <a:solidFill>
                <a:schemeClr val="tx2"/>
              </a:solidFill>
              <a:prstDash val="solid"/>
              <a:round/>
              <a:headEnd/>
              <a:tailEnd/>
            </a:ln>
          </p:spPr>
          <p:txBody>
            <a:bodyPr/>
            <a:lstStyle/>
            <a:p>
              <a:endParaRPr lang="zh-CN" altLang="en-US"/>
            </a:p>
          </p:txBody>
        </p:sp>
        <p:sp>
          <p:nvSpPr>
            <p:cNvPr id="49171" name="Freeform 44"/>
            <p:cNvSpPr>
              <a:spLocks/>
            </p:cNvSpPr>
            <p:nvPr/>
          </p:nvSpPr>
          <p:spPr bwMode="auto">
            <a:xfrm>
              <a:off x="3787" y="2486"/>
              <a:ext cx="261" cy="256"/>
            </a:xfrm>
            <a:custGeom>
              <a:avLst/>
              <a:gdLst>
                <a:gd name="T0" fmla="*/ 0 w 107"/>
                <a:gd name="T1" fmla="*/ 175311 h 104"/>
                <a:gd name="T2" fmla="*/ 14936 w 107"/>
                <a:gd name="T3" fmla="*/ 108999 h 104"/>
                <a:gd name="T4" fmla="*/ 48897 w 107"/>
                <a:gd name="T5" fmla="*/ 52502 h 104"/>
                <a:gd name="T6" fmla="*/ 103873 w 107"/>
                <a:gd name="T7" fmla="*/ 16450 h 104"/>
                <a:gd name="T8" fmla="*/ 165367 w 107"/>
                <a:gd name="T9" fmla="*/ 0 h 104"/>
                <a:gd name="T10" fmla="*/ 227104 w 107"/>
                <a:gd name="T11" fmla="*/ 16450 h 104"/>
                <a:gd name="T12" fmla="*/ 278511 w 107"/>
                <a:gd name="T13" fmla="*/ 52502 h 104"/>
                <a:gd name="T14" fmla="*/ 311997 w 107"/>
                <a:gd name="T15" fmla="*/ 108999 h 104"/>
                <a:gd name="T16" fmla="*/ 327367 w 107"/>
                <a:gd name="T17" fmla="*/ 175311 h 104"/>
                <a:gd name="T18" fmla="*/ 311997 w 107"/>
                <a:gd name="T19" fmla="*/ 242457 h 104"/>
                <a:gd name="T20" fmla="*/ 278511 w 107"/>
                <a:gd name="T21" fmla="*/ 301669 h 104"/>
                <a:gd name="T22" fmla="*/ 227104 w 107"/>
                <a:gd name="T23" fmla="*/ 338356 h 104"/>
                <a:gd name="T24" fmla="*/ 165367 w 107"/>
                <a:gd name="T25" fmla="*/ 345039 h 104"/>
                <a:gd name="T26" fmla="*/ 103873 w 107"/>
                <a:gd name="T27" fmla="*/ 338356 h 104"/>
                <a:gd name="T28" fmla="*/ 48897 w 107"/>
                <a:gd name="T29" fmla="*/ 301669 h 104"/>
                <a:gd name="T30" fmla="*/ 14936 w 107"/>
                <a:gd name="T31" fmla="*/ 242457 h 104"/>
                <a:gd name="T32" fmla="*/ 0 w 107"/>
                <a:gd name="T33" fmla="*/ 175311 h 10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07" h="104">
                  <a:moveTo>
                    <a:pt x="0" y="53"/>
                  </a:moveTo>
                  <a:lnTo>
                    <a:pt x="5" y="33"/>
                  </a:lnTo>
                  <a:lnTo>
                    <a:pt x="16" y="16"/>
                  </a:lnTo>
                  <a:lnTo>
                    <a:pt x="34" y="5"/>
                  </a:lnTo>
                  <a:lnTo>
                    <a:pt x="54" y="0"/>
                  </a:lnTo>
                  <a:lnTo>
                    <a:pt x="74" y="5"/>
                  </a:lnTo>
                  <a:lnTo>
                    <a:pt x="91" y="16"/>
                  </a:lnTo>
                  <a:lnTo>
                    <a:pt x="102" y="33"/>
                  </a:lnTo>
                  <a:lnTo>
                    <a:pt x="107" y="53"/>
                  </a:lnTo>
                  <a:lnTo>
                    <a:pt x="102" y="73"/>
                  </a:lnTo>
                  <a:lnTo>
                    <a:pt x="91" y="91"/>
                  </a:lnTo>
                  <a:lnTo>
                    <a:pt x="74" y="102"/>
                  </a:lnTo>
                  <a:lnTo>
                    <a:pt x="54" y="104"/>
                  </a:lnTo>
                  <a:lnTo>
                    <a:pt x="34" y="102"/>
                  </a:lnTo>
                  <a:lnTo>
                    <a:pt x="16" y="91"/>
                  </a:lnTo>
                  <a:lnTo>
                    <a:pt x="5" y="73"/>
                  </a:lnTo>
                  <a:lnTo>
                    <a:pt x="0" y="53"/>
                  </a:lnTo>
                  <a:close/>
                </a:path>
              </a:pathLst>
            </a:custGeom>
            <a:solidFill>
              <a:schemeClr val="bg2"/>
            </a:solidFill>
            <a:ln w="28575" cmpd="sng">
              <a:solidFill>
                <a:schemeClr val="tx2"/>
              </a:solidFill>
              <a:prstDash val="solid"/>
              <a:round/>
              <a:headEnd/>
              <a:tailEnd/>
            </a:ln>
          </p:spPr>
          <p:txBody>
            <a:bodyPr/>
            <a:lstStyle/>
            <a:p>
              <a:endParaRPr lang="zh-CN" altLang="en-US"/>
            </a:p>
          </p:txBody>
        </p:sp>
        <p:sp>
          <p:nvSpPr>
            <p:cNvPr id="49172" name="Freeform 45"/>
            <p:cNvSpPr>
              <a:spLocks/>
            </p:cNvSpPr>
            <p:nvPr/>
          </p:nvSpPr>
          <p:spPr bwMode="auto">
            <a:xfrm>
              <a:off x="4304" y="2486"/>
              <a:ext cx="253" cy="256"/>
            </a:xfrm>
            <a:custGeom>
              <a:avLst/>
              <a:gdLst>
                <a:gd name="T0" fmla="*/ 0 w 104"/>
                <a:gd name="T1" fmla="*/ 175311 h 104"/>
                <a:gd name="T2" fmla="*/ 12008 w 104"/>
                <a:gd name="T3" fmla="*/ 108999 h 104"/>
                <a:gd name="T4" fmla="*/ 47871 w 104"/>
                <a:gd name="T5" fmla="*/ 52502 h 104"/>
                <a:gd name="T6" fmla="*/ 91837 w 104"/>
                <a:gd name="T7" fmla="*/ 16450 h 104"/>
                <a:gd name="T8" fmla="*/ 158378 w 104"/>
                <a:gd name="T9" fmla="*/ 0 h 104"/>
                <a:gd name="T10" fmla="*/ 218298 w 104"/>
                <a:gd name="T11" fmla="*/ 16450 h 104"/>
                <a:gd name="T12" fmla="*/ 266168 w 104"/>
                <a:gd name="T13" fmla="*/ 52502 h 104"/>
                <a:gd name="T14" fmla="*/ 298041 w 104"/>
                <a:gd name="T15" fmla="*/ 108999 h 104"/>
                <a:gd name="T16" fmla="*/ 310061 w 104"/>
                <a:gd name="T17" fmla="*/ 175311 h 104"/>
                <a:gd name="T18" fmla="*/ 298041 w 104"/>
                <a:gd name="T19" fmla="*/ 242457 h 104"/>
                <a:gd name="T20" fmla="*/ 266168 w 104"/>
                <a:gd name="T21" fmla="*/ 301669 h 104"/>
                <a:gd name="T22" fmla="*/ 218298 w 104"/>
                <a:gd name="T23" fmla="*/ 338356 h 104"/>
                <a:gd name="T24" fmla="*/ 158378 w 104"/>
                <a:gd name="T25" fmla="*/ 345039 h 104"/>
                <a:gd name="T26" fmla="*/ 91837 w 104"/>
                <a:gd name="T27" fmla="*/ 338356 h 104"/>
                <a:gd name="T28" fmla="*/ 47871 w 104"/>
                <a:gd name="T29" fmla="*/ 301669 h 104"/>
                <a:gd name="T30" fmla="*/ 12008 w 104"/>
                <a:gd name="T31" fmla="*/ 242457 h 104"/>
                <a:gd name="T32" fmla="*/ 0 w 104"/>
                <a:gd name="T33" fmla="*/ 175311 h 10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04" h="104">
                  <a:moveTo>
                    <a:pt x="0" y="53"/>
                  </a:moveTo>
                  <a:lnTo>
                    <a:pt x="4" y="33"/>
                  </a:lnTo>
                  <a:lnTo>
                    <a:pt x="16" y="16"/>
                  </a:lnTo>
                  <a:lnTo>
                    <a:pt x="31" y="5"/>
                  </a:lnTo>
                  <a:lnTo>
                    <a:pt x="53" y="0"/>
                  </a:lnTo>
                  <a:lnTo>
                    <a:pt x="73" y="5"/>
                  </a:lnTo>
                  <a:lnTo>
                    <a:pt x="89" y="16"/>
                  </a:lnTo>
                  <a:lnTo>
                    <a:pt x="100" y="33"/>
                  </a:lnTo>
                  <a:lnTo>
                    <a:pt x="104" y="53"/>
                  </a:lnTo>
                  <a:lnTo>
                    <a:pt x="100" y="73"/>
                  </a:lnTo>
                  <a:lnTo>
                    <a:pt x="89" y="91"/>
                  </a:lnTo>
                  <a:lnTo>
                    <a:pt x="73" y="102"/>
                  </a:lnTo>
                  <a:lnTo>
                    <a:pt x="53" y="104"/>
                  </a:lnTo>
                  <a:lnTo>
                    <a:pt x="31" y="102"/>
                  </a:lnTo>
                  <a:lnTo>
                    <a:pt x="16" y="91"/>
                  </a:lnTo>
                  <a:lnTo>
                    <a:pt x="4" y="73"/>
                  </a:lnTo>
                  <a:lnTo>
                    <a:pt x="0" y="53"/>
                  </a:lnTo>
                  <a:close/>
                </a:path>
              </a:pathLst>
            </a:custGeom>
            <a:solidFill>
              <a:srgbClr val="FF0000"/>
            </a:solidFill>
            <a:ln w="28575" cmpd="sng">
              <a:solidFill>
                <a:schemeClr val="tx2"/>
              </a:solidFill>
              <a:prstDash val="solid"/>
              <a:round/>
              <a:headEnd/>
              <a:tailEnd/>
            </a:ln>
          </p:spPr>
          <p:txBody>
            <a:bodyPr/>
            <a:lstStyle/>
            <a:p>
              <a:endParaRPr lang="zh-CN" altLang="en-US"/>
            </a:p>
          </p:txBody>
        </p:sp>
        <p:sp>
          <p:nvSpPr>
            <p:cNvPr id="49173" name="Freeform 46"/>
            <p:cNvSpPr>
              <a:spLocks/>
            </p:cNvSpPr>
            <p:nvPr/>
          </p:nvSpPr>
          <p:spPr bwMode="auto">
            <a:xfrm>
              <a:off x="4304" y="3005"/>
              <a:ext cx="253" cy="258"/>
            </a:xfrm>
            <a:custGeom>
              <a:avLst/>
              <a:gdLst>
                <a:gd name="T0" fmla="*/ 0 w 104"/>
                <a:gd name="T1" fmla="*/ 181987 h 104"/>
                <a:gd name="T2" fmla="*/ 12008 w 104"/>
                <a:gd name="T3" fmla="*/ 110474 h 104"/>
                <a:gd name="T4" fmla="*/ 47871 w 104"/>
                <a:gd name="T5" fmla="*/ 57296 h 104"/>
                <a:gd name="T6" fmla="*/ 91837 w 104"/>
                <a:gd name="T7" fmla="*/ 14475 h 104"/>
                <a:gd name="T8" fmla="*/ 158378 w 104"/>
                <a:gd name="T9" fmla="*/ 0 h 104"/>
                <a:gd name="T10" fmla="*/ 218298 w 104"/>
                <a:gd name="T11" fmla="*/ 14475 h 104"/>
                <a:gd name="T12" fmla="*/ 266168 w 104"/>
                <a:gd name="T13" fmla="*/ 57296 h 104"/>
                <a:gd name="T14" fmla="*/ 298041 w 104"/>
                <a:gd name="T15" fmla="*/ 110474 h 104"/>
                <a:gd name="T16" fmla="*/ 310061 w 104"/>
                <a:gd name="T17" fmla="*/ 181987 h 104"/>
                <a:gd name="T18" fmla="*/ 298041 w 104"/>
                <a:gd name="T19" fmla="*/ 252656 h 104"/>
                <a:gd name="T20" fmla="*/ 266168 w 104"/>
                <a:gd name="T21" fmla="*/ 316752 h 104"/>
                <a:gd name="T22" fmla="*/ 218298 w 104"/>
                <a:gd name="T23" fmla="*/ 355708 h 104"/>
                <a:gd name="T24" fmla="*/ 158378 w 104"/>
                <a:gd name="T25" fmla="*/ 370108 h 104"/>
                <a:gd name="T26" fmla="*/ 91837 w 104"/>
                <a:gd name="T27" fmla="*/ 355708 h 104"/>
                <a:gd name="T28" fmla="*/ 47871 w 104"/>
                <a:gd name="T29" fmla="*/ 316752 h 104"/>
                <a:gd name="T30" fmla="*/ 12008 w 104"/>
                <a:gd name="T31" fmla="*/ 252656 h 104"/>
                <a:gd name="T32" fmla="*/ 0 w 104"/>
                <a:gd name="T33" fmla="*/ 181987 h 10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04" h="104">
                  <a:moveTo>
                    <a:pt x="0" y="51"/>
                  </a:moveTo>
                  <a:lnTo>
                    <a:pt x="4" y="31"/>
                  </a:lnTo>
                  <a:lnTo>
                    <a:pt x="16" y="16"/>
                  </a:lnTo>
                  <a:lnTo>
                    <a:pt x="31" y="4"/>
                  </a:lnTo>
                  <a:lnTo>
                    <a:pt x="53" y="0"/>
                  </a:lnTo>
                  <a:lnTo>
                    <a:pt x="73" y="4"/>
                  </a:lnTo>
                  <a:lnTo>
                    <a:pt x="89" y="16"/>
                  </a:lnTo>
                  <a:lnTo>
                    <a:pt x="100" y="31"/>
                  </a:lnTo>
                  <a:lnTo>
                    <a:pt x="104" y="51"/>
                  </a:lnTo>
                  <a:lnTo>
                    <a:pt x="100" y="71"/>
                  </a:lnTo>
                  <a:lnTo>
                    <a:pt x="89" y="89"/>
                  </a:lnTo>
                  <a:lnTo>
                    <a:pt x="73" y="100"/>
                  </a:lnTo>
                  <a:lnTo>
                    <a:pt x="53" y="104"/>
                  </a:lnTo>
                  <a:lnTo>
                    <a:pt x="31" y="100"/>
                  </a:lnTo>
                  <a:lnTo>
                    <a:pt x="16" y="89"/>
                  </a:lnTo>
                  <a:lnTo>
                    <a:pt x="4" y="71"/>
                  </a:lnTo>
                  <a:lnTo>
                    <a:pt x="0" y="51"/>
                  </a:lnTo>
                  <a:close/>
                </a:path>
              </a:pathLst>
            </a:custGeom>
            <a:solidFill>
              <a:schemeClr val="bg2"/>
            </a:solidFill>
            <a:ln w="28575" cmpd="sng">
              <a:solidFill>
                <a:schemeClr val="tx2"/>
              </a:solidFill>
              <a:prstDash val="solid"/>
              <a:round/>
              <a:headEnd/>
              <a:tailEnd/>
            </a:ln>
          </p:spPr>
          <p:txBody>
            <a:bodyPr/>
            <a:lstStyle/>
            <a:p>
              <a:endParaRPr lang="zh-CN" altLang="en-US"/>
            </a:p>
          </p:txBody>
        </p:sp>
        <p:sp>
          <p:nvSpPr>
            <p:cNvPr id="49174" name="Freeform 47"/>
            <p:cNvSpPr>
              <a:spLocks/>
            </p:cNvSpPr>
            <p:nvPr/>
          </p:nvSpPr>
          <p:spPr bwMode="auto">
            <a:xfrm>
              <a:off x="4813" y="2486"/>
              <a:ext cx="261" cy="256"/>
            </a:xfrm>
            <a:custGeom>
              <a:avLst/>
              <a:gdLst>
                <a:gd name="T0" fmla="*/ 0 w 107"/>
                <a:gd name="T1" fmla="*/ 175311 h 104"/>
                <a:gd name="T2" fmla="*/ 14936 w 107"/>
                <a:gd name="T3" fmla="*/ 108999 h 104"/>
                <a:gd name="T4" fmla="*/ 48897 w 107"/>
                <a:gd name="T5" fmla="*/ 52502 h 104"/>
                <a:gd name="T6" fmla="*/ 103873 w 107"/>
                <a:gd name="T7" fmla="*/ 16450 h 104"/>
                <a:gd name="T8" fmla="*/ 165367 w 107"/>
                <a:gd name="T9" fmla="*/ 0 h 104"/>
                <a:gd name="T10" fmla="*/ 227104 w 107"/>
                <a:gd name="T11" fmla="*/ 16450 h 104"/>
                <a:gd name="T12" fmla="*/ 278511 w 107"/>
                <a:gd name="T13" fmla="*/ 52502 h 104"/>
                <a:gd name="T14" fmla="*/ 311997 w 107"/>
                <a:gd name="T15" fmla="*/ 108999 h 104"/>
                <a:gd name="T16" fmla="*/ 327367 w 107"/>
                <a:gd name="T17" fmla="*/ 175311 h 104"/>
                <a:gd name="T18" fmla="*/ 311997 w 107"/>
                <a:gd name="T19" fmla="*/ 242457 h 104"/>
                <a:gd name="T20" fmla="*/ 278511 w 107"/>
                <a:gd name="T21" fmla="*/ 301669 h 104"/>
                <a:gd name="T22" fmla="*/ 227104 w 107"/>
                <a:gd name="T23" fmla="*/ 338356 h 104"/>
                <a:gd name="T24" fmla="*/ 165367 w 107"/>
                <a:gd name="T25" fmla="*/ 345039 h 104"/>
                <a:gd name="T26" fmla="*/ 103873 w 107"/>
                <a:gd name="T27" fmla="*/ 338356 h 104"/>
                <a:gd name="T28" fmla="*/ 48897 w 107"/>
                <a:gd name="T29" fmla="*/ 301669 h 104"/>
                <a:gd name="T30" fmla="*/ 14936 w 107"/>
                <a:gd name="T31" fmla="*/ 242457 h 104"/>
                <a:gd name="T32" fmla="*/ 0 w 107"/>
                <a:gd name="T33" fmla="*/ 175311 h 10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07" h="104">
                  <a:moveTo>
                    <a:pt x="0" y="53"/>
                  </a:moveTo>
                  <a:lnTo>
                    <a:pt x="5" y="33"/>
                  </a:lnTo>
                  <a:lnTo>
                    <a:pt x="16" y="16"/>
                  </a:lnTo>
                  <a:lnTo>
                    <a:pt x="34" y="5"/>
                  </a:lnTo>
                  <a:lnTo>
                    <a:pt x="54" y="0"/>
                  </a:lnTo>
                  <a:lnTo>
                    <a:pt x="74" y="5"/>
                  </a:lnTo>
                  <a:lnTo>
                    <a:pt x="91" y="16"/>
                  </a:lnTo>
                  <a:lnTo>
                    <a:pt x="102" y="33"/>
                  </a:lnTo>
                  <a:lnTo>
                    <a:pt x="107" y="53"/>
                  </a:lnTo>
                  <a:lnTo>
                    <a:pt x="102" y="73"/>
                  </a:lnTo>
                  <a:lnTo>
                    <a:pt x="91" y="91"/>
                  </a:lnTo>
                  <a:lnTo>
                    <a:pt x="74" y="102"/>
                  </a:lnTo>
                  <a:lnTo>
                    <a:pt x="54" y="104"/>
                  </a:lnTo>
                  <a:lnTo>
                    <a:pt x="34" y="102"/>
                  </a:lnTo>
                  <a:lnTo>
                    <a:pt x="16" y="91"/>
                  </a:lnTo>
                  <a:lnTo>
                    <a:pt x="5" y="73"/>
                  </a:lnTo>
                  <a:lnTo>
                    <a:pt x="0" y="53"/>
                  </a:lnTo>
                  <a:close/>
                </a:path>
              </a:pathLst>
            </a:custGeom>
            <a:solidFill>
              <a:schemeClr val="bg2"/>
            </a:solidFill>
            <a:ln w="28575" cmpd="sng">
              <a:solidFill>
                <a:schemeClr val="tx2"/>
              </a:solidFill>
              <a:prstDash val="solid"/>
              <a:round/>
              <a:headEnd/>
              <a:tailEnd/>
            </a:ln>
          </p:spPr>
          <p:txBody>
            <a:bodyPr/>
            <a:lstStyle/>
            <a:p>
              <a:endParaRPr lang="zh-CN" altLang="en-US"/>
            </a:p>
          </p:txBody>
        </p:sp>
        <p:sp>
          <p:nvSpPr>
            <p:cNvPr id="49175" name="Freeform 48"/>
            <p:cNvSpPr>
              <a:spLocks/>
            </p:cNvSpPr>
            <p:nvPr/>
          </p:nvSpPr>
          <p:spPr bwMode="auto">
            <a:xfrm>
              <a:off x="4813" y="3005"/>
              <a:ext cx="261" cy="258"/>
            </a:xfrm>
            <a:custGeom>
              <a:avLst/>
              <a:gdLst>
                <a:gd name="T0" fmla="*/ 0 w 107"/>
                <a:gd name="T1" fmla="*/ 181987 h 104"/>
                <a:gd name="T2" fmla="*/ 14936 w 107"/>
                <a:gd name="T3" fmla="*/ 110474 h 104"/>
                <a:gd name="T4" fmla="*/ 48897 w 107"/>
                <a:gd name="T5" fmla="*/ 57296 h 104"/>
                <a:gd name="T6" fmla="*/ 103873 w 107"/>
                <a:gd name="T7" fmla="*/ 14475 h 104"/>
                <a:gd name="T8" fmla="*/ 165367 w 107"/>
                <a:gd name="T9" fmla="*/ 0 h 104"/>
                <a:gd name="T10" fmla="*/ 227104 w 107"/>
                <a:gd name="T11" fmla="*/ 14475 h 104"/>
                <a:gd name="T12" fmla="*/ 278511 w 107"/>
                <a:gd name="T13" fmla="*/ 57296 h 104"/>
                <a:gd name="T14" fmla="*/ 311997 w 107"/>
                <a:gd name="T15" fmla="*/ 110474 h 104"/>
                <a:gd name="T16" fmla="*/ 327367 w 107"/>
                <a:gd name="T17" fmla="*/ 181987 h 104"/>
                <a:gd name="T18" fmla="*/ 311997 w 107"/>
                <a:gd name="T19" fmla="*/ 252656 h 104"/>
                <a:gd name="T20" fmla="*/ 278511 w 107"/>
                <a:gd name="T21" fmla="*/ 316752 h 104"/>
                <a:gd name="T22" fmla="*/ 227104 w 107"/>
                <a:gd name="T23" fmla="*/ 355708 h 104"/>
                <a:gd name="T24" fmla="*/ 165367 w 107"/>
                <a:gd name="T25" fmla="*/ 370108 h 104"/>
                <a:gd name="T26" fmla="*/ 103873 w 107"/>
                <a:gd name="T27" fmla="*/ 355708 h 104"/>
                <a:gd name="T28" fmla="*/ 48897 w 107"/>
                <a:gd name="T29" fmla="*/ 316752 h 104"/>
                <a:gd name="T30" fmla="*/ 14936 w 107"/>
                <a:gd name="T31" fmla="*/ 252656 h 104"/>
                <a:gd name="T32" fmla="*/ 0 w 107"/>
                <a:gd name="T33" fmla="*/ 181987 h 10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07" h="104">
                  <a:moveTo>
                    <a:pt x="0" y="51"/>
                  </a:moveTo>
                  <a:lnTo>
                    <a:pt x="5" y="31"/>
                  </a:lnTo>
                  <a:lnTo>
                    <a:pt x="16" y="16"/>
                  </a:lnTo>
                  <a:lnTo>
                    <a:pt x="34" y="4"/>
                  </a:lnTo>
                  <a:lnTo>
                    <a:pt x="54" y="0"/>
                  </a:lnTo>
                  <a:lnTo>
                    <a:pt x="74" y="4"/>
                  </a:lnTo>
                  <a:lnTo>
                    <a:pt x="91" y="16"/>
                  </a:lnTo>
                  <a:lnTo>
                    <a:pt x="102" y="31"/>
                  </a:lnTo>
                  <a:lnTo>
                    <a:pt x="107" y="51"/>
                  </a:lnTo>
                  <a:lnTo>
                    <a:pt x="102" y="71"/>
                  </a:lnTo>
                  <a:lnTo>
                    <a:pt x="91" y="89"/>
                  </a:lnTo>
                  <a:lnTo>
                    <a:pt x="74" y="100"/>
                  </a:lnTo>
                  <a:lnTo>
                    <a:pt x="54" y="104"/>
                  </a:lnTo>
                  <a:lnTo>
                    <a:pt x="34" y="100"/>
                  </a:lnTo>
                  <a:lnTo>
                    <a:pt x="16" y="89"/>
                  </a:lnTo>
                  <a:lnTo>
                    <a:pt x="5" y="71"/>
                  </a:lnTo>
                  <a:lnTo>
                    <a:pt x="0" y="51"/>
                  </a:lnTo>
                  <a:close/>
                </a:path>
              </a:pathLst>
            </a:custGeom>
            <a:solidFill>
              <a:schemeClr val="bg2"/>
            </a:solidFill>
            <a:ln w="28575" cmpd="sng">
              <a:solidFill>
                <a:schemeClr val="tx2"/>
              </a:solidFill>
              <a:prstDash val="solid"/>
              <a:round/>
              <a:headEnd/>
              <a:tailEnd/>
            </a:ln>
          </p:spPr>
          <p:txBody>
            <a:bodyPr/>
            <a:lstStyle/>
            <a:p>
              <a:endParaRPr lang="zh-CN" altLang="en-US"/>
            </a:p>
          </p:txBody>
        </p:sp>
        <p:sp>
          <p:nvSpPr>
            <p:cNvPr id="49176" name="Line 49"/>
            <p:cNvSpPr>
              <a:spLocks noChangeShapeType="1"/>
            </p:cNvSpPr>
            <p:nvPr/>
          </p:nvSpPr>
          <p:spPr bwMode="auto">
            <a:xfrm flipH="1">
              <a:off x="3533" y="3777"/>
              <a:ext cx="1795" cy="3"/>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177" name="Freeform 50"/>
            <p:cNvSpPr>
              <a:spLocks/>
            </p:cNvSpPr>
            <p:nvPr/>
          </p:nvSpPr>
          <p:spPr bwMode="auto">
            <a:xfrm>
              <a:off x="3408" y="2097"/>
              <a:ext cx="125" cy="1680"/>
            </a:xfrm>
            <a:custGeom>
              <a:avLst/>
              <a:gdLst>
                <a:gd name="T0" fmla="*/ 162581 w 51"/>
                <a:gd name="T1" fmla="*/ 0 h 682"/>
                <a:gd name="T2" fmla="*/ 105777 w 51"/>
                <a:gd name="T3" fmla="*/ 210251 h 682"/>
                <a:gd name="T4" fmla="*/ 63767 w 51"/>
                <a:gd name="T5" fmla="*/ 417773 h 682"/>
                <a:gd name="T6" fmla="*/ 28654 w 51"/>
                <a:gd name="T7" fmla="*/ 625113 h 682"/>
                <a:gd name="T8" fmla="*/ 6272 w 51"/>
                <a:gd name="T9" fmla="*/ 831216 h 682"/>
                <a:gd name="T10" fmla="*/ 0 w 51"/>
                <a:gd name="T11" fmla="*/ 1038555 h 682"/>
                <a:gd name="T12" fmla="*/ 0 w 51"/>
                <a:gd name="T13" fmla="*/ 1246070 h 682"/>
                <a:gd name="T14" fmla="*/ 6272 w 51"/>
                <a:gd name="T15" fmla="*/ 1456328 h 682"/>
                <a:gd name="T16" fmla="*/ 28654 w 51"/>
                <a:gd name="T17" fmla="*/ 1663946 h 682"/>
                <a:gd name="T18" fmla="*/ 63767 w 51"/>
                <a:gd name="T19" fmla="*/ 1869672 h 682"/>
                <a:gd name="T20" fmla="*/ 105777 w 51"/>
                <a:gd name="T21" fmla="*/ 2077286 h 682"/>
                <a:gd name="T22" fmla="*/ 162581 w 51"/>
                <a:gd name="T23" fmla="*/ 2277476 h 68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1" h="682">
                  <a:moveTo>
                    <a:pt x="51" y="0"/>
                  </a:moveTo>
                  <a:lnTo>
                    <a:pt x="33" y="63"/>
                  </a:lnTo>
                  <a:lnTo>
                    <a:pt x="20" y="125"/>
                  </a:lnTo>
                  <a:lnTo>
                    <a:pt x="9" y="187"/>
                  </a:lnTo>
                  <a:lnTo>
                    <a:pt x="2" y="249"/>
                  </a:lnTo>
                  <a:lnTo>
                    <a:pt x="0" y="311"/>
                  </a:lnTo>
                  <a:lnTo>
                    <a:pt x="0" y="373"/>
                  </a:lnTo>
                  <a:lnTo>
                    <a:pt x="2" y="436"/>
                  </a:lnTo>
                  <a:lnTo>
                    <a:pt x="9" y="498"/>
                  </a:lnTo>
                  <a:lnTo>
                    <a:pt x="20" y="560"/>
                  </a:lnTo>
                  <a:lnTo>
                    <a:pt x="33" y="622"/>
                  </a:lnTo>
                  <a:lnTo>
                    <a:pt x="51" y="682"/>
                  </a:lnTo>
                </a:path>
              </a:pathLst>
            </a:custGeom>
            <a:noFill/>
            <a:ln w="28575" cmpd="sng">
              <a:solidFill>
                <a:schemeClr val="tx2"/>
              </a:solidFill>
              <a:prstDash val="solid"/>
              <a:round/>
              <a:headEnd/>
              <a:tailEnd/>
            </a:ln>
            <a:extLst>
              <a:ext uri="{909E8E84-426E-40DD-AFC4-6F175D3DCCD1}">
                <a14:hiddenFill xmlns:a14="http://schemas.microsoft.com/office/drawing/2010/main">
                  <a:solidFill>
                    <a:schemeClr val="bg1"/>
                  </a:solidFill>
                </a14:hiddenFill>
              </a:ext>
            </a:extLst>
          </p:spPr>
          <p:txBody>
            <a:bodyPr/>
            <a:lstStyle/>
            <a:p>
              <a:endParaRPr lang="zh-CN" altLang="en-US"/>
            </a:p>
          </p:txBody>
        </p:sp>
        <p:sp>
          <p:nvSpPr>
            <p:cNvPr id="49178" name="Freeform 51"/>
            <p:cNvSpPr>
              <a:spLocks/>
            </p:cNvSpPr>
            <p:nvPr/>
          </p:nvSpPr>
          <p:spPr bwMode="auto">
            <a:xfrm>
              <a:off x="5328" y="3132"/>
              <a:ext cx="125" cy="645"/>
            </a:xfrm>
            <a:custGeom>
              <a:avLst/>
              <a:gdLst>
                <a:gd name="T0" fmla="*/ 0 w 51"/>
                <a:gd name="T1" fmla="*/ 0 h 262"/>
                <a:gd name="T2" fmla="*/ 57483 w 51"/>
                <a:gd name="T3" fmla="*/ 79478 h 262"/>
                <a:gd name="T4" fmla="*/ 98887 w 51"/>
                <a:gd name="T5" fmla="*/ 163419 h 262"/>
                <a:gd name="T6" fmla="*/ 133988 w 51"/>
                <a:gd name="T7" fmla="*/ 242872 h 262"/>
                <a:gd name="T8" fmla="*/ 156292 w 51"/>
                <a:gd name="T9" fmla="*/ 318310 h 262"/>
                <a:gd name="T10" fmla="*/ 162581 w 51"/>
                <a:gd name="T11" fmla="*/ 397800 h 262"/>
                <a:gd name="T12" fmla="*/ 162581 w 51"/>
                <a:gd name="T13" fmla="*/ 479085 h 262"/>
                <a:gd name="T14" fmla="*/ 156292 w 51"/>
                <a:gd name="T15" fmla="*/ 561177 h 262"/>
                <a:gd name="T16" fmla="*/ 133988 w 51"/>
                <a:gd name="T17" fmla="*/ 633976 h 262"/>
                <a:gd name="T18" fmla="*/ 98887 w 51"/>
                <a:gd name="T19" fmla="*/ 713468 h 262"/>
                <a:gd name="T20" fmla="*/ 57483 w 51"/>
                <a:gd name="T21" fmla="*/ 797353 h 262"/>
                <a:gd name="T22" fmla="*/ 0 w 51"/>
                <a:gd name="T23" fmla="*/ 870164 h 26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1" h="262">
                  <a:moveTo>
                    <a:pt x="0" y="0"/>
                  </a:moveTo>
                  <a:lnTo>
                    <a:pt x="18" y="24"/>
                  </a:lnTo>
                  <a:lnTo>
                    <a:pt x="31" y="49"/>
                  </a:lnTo>
                  <a:lnTo>
                    <a:pt x="42" y="73"/>
                  </a:lnTo>
                  <a:lnTo>
                    <a:pt x="49" y="96"/>
                  </a:lnTo>
                  <a:lnTo>
                    <a:pt x="51" y="120"/>
                  </a:lnTo>
                  <a:lnTo>
                    <a:pt x="51" y="144"/>
                  </a:lnTo>
                  <a:lnTo>
                    <a:pt x="49" y="169"/>
                  </a:lnTo>
                  <a:lnTo>
                    <a:pt x="42" y="191"/>
                  </a:lnTo>
                  <a:lnTo>
                    <a:pt x="31" y="215"/>
                  </a:lnTo>
                  <a:lnTo>
                    <a:pt x="18" y="240"/>
                  </a:lnTo>
                  <a:lnTo>
                    <a:pt x="0" y="262"/>
                  </a:lnTo>
                </a:path>
              </a:pathLst>
            </a:custGeom>
            <a:noFill/>
            <a:ln w="28575" cmpd="sng">
              <a:solidFill>
                <a:schemeClr val="tx2"/>
              </a:solidFill>
              <a:prstDash val="solid"/>
              <a:round/>
              <a:headEnd/>
              <a:tailEnd/>
            </a:ln>
            <a:extLst>
              <a:ext uri="{909E8E84-426E-40DD-AFC4-6F175D3DCCD1}">
                <a14:hiddenFill xmlns:a14="http://schemas.microsoft.com/office/drawing/2010/main">
                  <a:solidFill>
                    <a:schemeClr val="bg1"/>
                  </a:solidFill>
                </a14:hiddenFill>
              </a:ext>
            </a:extLst>
          </p:spPr>
          <p:txBody>
            <a:bodyPr/>
            <a:lstStyle/>
            <a:p>
              <a:endParaRPr lang="zh-CN" altLang="en-US"/>
            </a:p>
          </p:txBody>
        </p:sp>
        <p:sp>
          <p:nvSpPr>
            <p:cNvPr id="49179" name="Freeform 52"/>
            <p:cNvSpPr>
              <a:spLocks/>
            </p:cNvSpPr>
            <p:nvPr/>
          </p:nvSpPr>
          <p:spPr bwMode="auto">
            <a:xfrm>
              <a:off x="3787" y="1971"/>
              <a:ext cx="261" cy="258"/>
            </a:xfrm>
            <a:custGeom>
              <a:avLst/>
              <a:gdLst>
                <a:gd name="T0" fmla="*/ 0 w 107"/>
                <a:gd name="T1" fmla="*/ 165960 h 105"/>
                <a:gd name="T2" fmla="*/ 14936 w 107"/>
                <a:gd name="T3" fmla="*/ 104986 h 105"/>
                <a:gd name="T4" fmla="*/ 48897 w 107"/>
                <a:gd name="T5" fmla="*/ 51934 h 105"/>
                <a:gd name="T6" fmla="*/ 103873 w 107"/>
                <a:gd name="T7" fmla="*/ 15608 h 105"/>
                <a:gd name="T8" fmla="*/ 165367 w 107"/>
                <a:gd name="T9" fmla="*/ 0 h 105"/>
                <a:gd name="T10" fmla="*/ 227104 w 107"/>
                <a:gd name="T11" fmla="*/ 15608 h 105"/>
                <a:gd name="T12" fmla="*/ 278511 w 107"/>
                <a:gd name="T13" fmla="*/ 51934 h 105"/>
                <a:gd name="T14" fmla="*/ 311997 w 107"/>
                <a:gd name="T15" fmla="*/ 104986 h 105"/>
                <a:gd name="T16" fmla="*/ 327367 w 107"/>
                <a:gd name="T17" fmla="*/ 165960 h 105"/>
                <a:gd name="T18" fmla="*/ 311997 w 107"/>
                <a:gd name="T19" fmla="*/ 231546 h 105"/>
                <a:gd name="T20" fmla="*/ 278511 w 107"/>
                <a:gd name="T21" fmla="*/ 290918 h 105"/>
                <a:gd name="T22" fmla="*/ 227104 w 107"/>
                <a:gd name="T23" fmla="*/ 326584 h 105"/>
                <a:gd name="T24" fmla="*/ 165367 w 107"/>
                <a:gd name="T25" fmla="*/ 342867 h 105"/>
                <a:gd name="T26" fmla="*/ 103873 w 107"/>
                <a:gd name="T27" fmla="*/ 326584 h 105"/>
                <a:gd name="T28" fmla="*/ 48897 w 107"/>
                <a:gd name="T29" fmla="*/ 290918 h 105"/>
                <a:gd name="T30" fmla="*/ 14936 w 107"/>
                <a:gd name="T31" fmla="*/ 231546 h 105"/>
                <a:gd name="T32" fmla="*/ 0 w 107"/>
                <a:gd name="T33" fmla="*/ 165960 h 10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07" h="105">
                  <a:moveTo>
                    <a:pt x="0" y="51"/>
                  </a:moveTo>
                  <a:lnTo>
                    <a:pt x="5" y="32"/>
                  </a:lnTo>
                  <a:lnTo>
                    <a:pt x="16" y="16"/>
                  </a:lnTo>
                  <a:lnTo>
                    <a:pt x="34" y="5"/>
                  </a:lnTo>
                  <a:lnTo>
                    <a:pt x="54" y="0"/>
                  </a:lnTo>
                  <a:lnTo>
                    <a:pt x="74" y="5"/>
                  </a:lnTo>
                  <a:lnTo>
                    <a:pt x="91" y="16"/>
                  </a:lnTo>
                  <a:lnTo>
                    <a:pt x="102" y="32"/>
                  </a:lnTo>
                  <a:lnTo>
                    <a:pt x="107" y="51"/>
                  </a:lnTo>
                  <a:lnTo>
                    <a:pt x="102" y="71"/>
                  </a:lnTo>
                  <a:lnTo>
                    <a:pt x="91" y="89"/>
                  </a:lnTo>
                  <a:lnTo>
                    <a:pt x="74" y="100"/>
                  </a:lnTo>
                  <a:lnTo>
                    <a:pt x="54" y="105"/>
                  </a:lnTo>
                  <a:lnTo>
                    <a:pt x="34" y="100"/>
                  </a:lnTo>
                  <a:lnTo>
                    <a:pt x="16" y="89"/>
                  </a:lnTo>
                  <a:lnTo>
                    <a:pt x="5" y="71"/>
                  </a:lnTo>
                  <a:lnTo>
                    <a:pt x="0" y="51"/>
                  </a:lnTo>
                  <a:close/>
                </a:path>
              </a:pathLst>
            </a:custGeom>
            <a:solidFill>
              <a:schemeClr val="bg2"/>
            </a:solidFill>
            <a:ln w="28575" cmpd="sng">
              <a:solidFill>
                <a:schemeClr val="tx2"/>
              </a:solidFill>
              <a:prstDash val="solid"/>
              <a:round/>
              <a:headEnd/>
              <a:tailEnd/>
            </a:ln>
          </p:spPr>
          <p:txBody>
            <a:bodyPr/>
            <a:lstStyle/>
            <a:p>
              <a:endParaRPr lang="zh-CN" altLang="en-US"/>
            </a:p>
          </p:txBody>
        </p:sp>
        <p:sp>
          <p:nvSpPr>
            <p:cNvPr id="49180" name="Freeform 53"/>
            <p:cNvSpPr>
              <a:spLocks/>
            </p:cNvSpPr>
            <p:nvPr/>
          </p:nvSpPr>
          <p:spPr bwMode="auto">
            <a:xfrm>
              <a:off x="3533" y="2871"/>
              <a:ext cx="386" cy="257"/>
            </a:xfrm>
            <a:custGeom>
              <a:avLst/>
              <a:gdLst>
                <a:gd name="T0" fmla="*/ 14189 w 246"/>
                <a:gd name="T1" fmla="*/ 0 h 163"/>
                <a:gd name="T2" fmla="*/ 4773 w 246"/>
                <a:gd name="T3" fmla="*/ 0 h 163"/>
                <a:gd name="T4" fmla="*/ 2959 w 246"/>
                <a:gd name="T5" fmla="*/ 197 h 163"/>
                <a:gd name="T6" fmla="*/ 1437 w 246"/>
                <a:gd name="T7" fmla="*/ 1469 h 163"/>
                <a:gd name="T8" fmla="*/ 468 w 246"/>
                <a:gd name="T9" fmla="*/ 2936 h 163"/>
                <a:gd name="T10" fmla="*/ 0 w 246"/>
                <a:gd name="T11" fmla="*/ 4820 h 163"/>
                <a:gd name="T12" fmla="*/ 0 w 246"/>
                <a:gd name="T13" fmla="*/ 4820 h 163"/>
                <a:gd name="T14" fmla="*/ 468 w 246"/>
                <a:gd name="T15" fmla="*/ 6687 h 163"/>
                <a:gd name="T16" fmla="*/ 1437 w 246"/>
                <a:gd name="T17" fmla="*/ 8360 h 163"/>
                <a:gd name="T18" fmla="*/ 2959 w 246"/>
                <a:gd name="T19" fmla="*/ 9462 h 163"/>
                <a:gd name="T20" fmla="*/ 4773 w 246"/>
                <a:gd name="T21" fmla="*/ 9820 h 163"/>
                <a:gd name="T22" fmla="*/ 14189 w 246"/>
                <a:gd name="T23" fmla="*/ 9820 h 16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46" h="163">
                  <a:moveTo>
                    <a:pt x="246" y="0"/>
                  </a:moveTo>
                  <a:lnTo>
                    <a:pt x="83" y="0"/>
                  </a:lnTo>
                  <a:lnTo>
                    <a:pt x="51" y="3"/>
                  </a:lnTo>
                  <a:lnTo>
                    <a:pt x="25" y="25"/>
                  </a:lnTo>
                  <a:lnTo>
                    <a:pt x="8" y="49"/>
                  </a:lnTo>
                  <a:lnTo>
                    <a:pt x="0" y="80"/>
                  </a:lnTo>
                  <a:lnTo>
                    <a:pt x="8" y="111"/>
                  </a:lnTo>
                  <a:lnTo>
                    <a:pt x="25" y="139"/>
                  </a:lnTo>
                  <a:lnTo>
                    <a:pt x="51" y="157"/>
                  </a:lnTo>
                  <a:lnTo>
                    <a:pt x="83" y="163"/>
                  </a:lnTo>
                  <a:lnTo>
                    <a:pt x="246" y="163"/>
                  </a:lnTo>
                </a:path>
              </a:pathLst>
            </a:custGeom>
            <a:noFill/>
            <a:ln w="28575" cmpd="sng">
              <a:solidFill>
                <a:schemeClr val="tx2"/>
              </a:solidFill>
              <a:prstDash val="solid"/>
              <a:round/>
              <a:headEnd/>
              <a:tailEnd/>
            </a:ln>
            <a:extLst>
              <a:ext uri="{909E8E84-426E-40DD-AFC4-6F175D3DCCD1}">
                <a14:hiddenFill xmlns:a14="http://schemas.microsoft.com/office/drawing/2010/main">
                  <a:solidFill>
                    <a:schemeClr val="bg1"/>
                  </a:solidFill>
                </a14:hiddenFill>
              </a:ext>
            </a:extLst>
          </p:spPr>
          <p:txBody>
            <a:bodyPr/>
            <a:lstStyle/>
            <a:p>
              <a:endParaRPr lang="zh-CN" altLang="en-US"/>
            </a:p>
          </p:txBody>
        </p:sp>
        <p:sp>
          <p:nvSpPr>
            <p:cNvPr id="49181" name="Freeform 54"/>
            <p:cNvSpPr>
              <a:spLocks/>
            </p:cNvSpPr>
            <p:nvPr/>
          </p:nvSpPr>
          <p:spPr bwMode="auto">
            <a:xfrm>
              <a:off x="5212" y="2100"/>
              <a:ext cx="260" cy="262"/>
            </a:xfrm>
            <a:custGeom>
              <a:avLst/>
              <a:gdLst>
                <a:gd name="T0" fmla="*/ 0 w 166"/>
                <a:gd name="T1" fmla="*/ 10096 h 166"/>
                <a:gd name="T2" fmla="*/ 4727 w 166"/>
                <a:gd name="T3" fmla="*/ 10096 h 166"/>
                <a:gd name="T4" fmla="*/ 6486 w 166"/>
                <a:gd name="T5" fmla="*/ 9585 h 166"/>
                <a:gd name="T6" fmla="*/ 8120 w 166"/>
                <a:gd name="T7" fmla="*/ 8602 h 166"/>
                <a:gd name="T8" fmla="*/ 9094 w 166"/>
                <a:gd name="T9" fmla="*/ 7167 h 166"/>
                <a:gd name="T10" fmla="*/ 9405 w 166"/>
                <a:gd name="T11" fmla="*/ 4976 h 166"/>
                <a:gd name="T12" fmla="*/ 9094 w 166"/>
                <a:gd name="T13" fmla="*/ 3046 h 166"/>
                <a:gd name="T14" fmla="*/ 8120 w 166"/>
                <a:gd name="T15" fmla="*/ 1654 h 166"/>
                <a:gd name="T16" fmla="*/ 6486 w 166"/>
                <a:gd name="T17" fmla="*/ 611 h 166"/>
                <a:gd name="T18" fmla="*/ 4727 w 166"/>
                <a:gd name="T19" fmla="*/ 129 h 166"/>
                <a:gd name="T20" fmla="*/ 0 w 166"/>
                <a:gd name="T21" fmla="*/ 0 h 16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66" h="166">
                  <a:moveTo>
                    <a:pt x="0" y="166"/>
                  </a:moveTo>
                  <a:lnTo>
                    <a:pt x="83" y="166"/>
                  </a:lnTo>
                  <a:lnTo>
                    <a:pt x="114" y="158"/>
                  </a:lnTo>
                  <a:lnTo>
                    <a:pt x="143" y="141"/>
                  </a:lnTo>
                  <a:lnTo>
                    <a:pt x="160" y="118"/>
                  </a:lnTo>
                  <a:lnTo>
                    <a:pt x="166" y="82"/>
                  </a:lnTo>
                  <a:lnTo>
                    <a:pt x="160" y="50"/>
                  </a:lnTo>
                  <a:lnTo>
                    <a:pt x="143" y="27"/>
                  </a:lnTo>
                  <a:lnTo>
                    <a:pt x="114" y="10"/>
                  </a:lnTo>
                  <a:lnTo>
                    <a:pt x="83" y="2"/>
                  </a:lnTo>
                  <a:lnTo>
                    <a:pt x="0" y="0"/>
                  </a:lnTo>
                </a:path>
              </a:pathLst>
            </a:custGeom>
            <a:noFill/>
            <a:ln w="28575" cmpd="sng">
              <a:solidFill>
                <a:schemeClr val="tx2"/>
              </a:solidFill>
              <a:prstDash val="solid"/>
              <a:round/>
              <a:headEnd/>
              <a:tailEnd/>
            </a:ln>
            <a:extLst>
              <a:ext uri="{909E8E84-426E-40DD-AFC4-6F175D3DCCD1}">
                <a14:hiddenFill xmlns:a14="http://schemas.microsoft.com/office/drawing/2010/main">
                  <a:solidFill>
                    <a:schemeClr val="bg1"/>
                  </a:solidFill>
                </a14:hiddenFill>
              </a:ext>
            </a:extLst>
          </p:spPr>
          <p:txBody>
            <a:bodyPr/>
            <a:lstStyle/>
            <a:p>
              <a:endParaRPr lang="zh-CN" altLang="en-US"/>
            </a:p>
          </p:txBody>
        </p:sp>
        <p:sp>
          <p:nvSpPr>
            <p:cNvPr id="49182" name="Freeform 55"/>
            <p:cNvSpPr>
              <a:spLocks/>
            </p:cNvSpPr>
            <p:nvPr/>
          </p:nvSpPr>
          <p:spPr bwMode="auto">
            <a:xfrm>
              <a:off x="3787" y="3005"/>
              <a:ext cx="261" cy="258"/>
            </a:xfrm>
            <a:custGeom>
              <a:avLst/>
              <a:gdLst>
                <a:gd name="T0" fmla="*/ 0 w 107"/>
                <a:gd name="T1" fmla="*/ 181987 h 104"/>
                <a:gd name="T2" fmla="*/ 14936 w 107"/>
                <a:gd name="T3" fmla="*/ 110474 h 104"/>
                <a:gd name="T4" fmla="*/ 48897 w 107"/>
                <a:gd name="T5" fmla="*/ 57296 h 104"/>
                <a:gd name="T6" fmla="*/ 103873 w 107"/>
                <a:gd name="T7" fmla="*/ 14475 h 104"/>
                <a:gd name="T8" fmla="*/ 165367 w 107"/>
                <a:gd name="T9" fmla="*/ 0 h 104"/>
                <a:gd name="T10" fmla="*/ 227104 w 107"/>
                <a:gd name="T11" fmla="*/ 14475 h 104"/>
                <a:gd name="T12" fmla="*/ 278511 w 107"/>
                <a:gd name="T13" fmla="*/ 57296 h 104"/>
                <a:gd name="T14" fmla="*/ 311997 w 107"/>
                <a:gd name="T15" fmla="*/ 110474 h 104"/>
                <a:gd name="T16" fmla="*/ 327367 w 107"/>
                <a:gd name="T17" fmla="*/ 181987 h 104"/>
                <a:gd name="T18" fmla="*/ 311997 w 107"/>
                <a:gd name="T19" fmla="*/ 252656 h 104"/>
                <a:gd name="T20" fmla="*/ 278511 w 107"/>
                <a:gd name="T21" fmla="*/ 316752 h 104"/>
                <a:gd name="T22" fmla="*/ 227104 w 107"/>
                <a:gd name="T23" fmla="*/ 355708 h 104"/>
                <a:gd name="T24" fmla="*/ 165367 w 107"/>
                <a:gd name="T25" fmla="*/ 370108 h 104"/>
                <a:gd name="T26" fmla="*/ 103873 w 107"/>
                <a:gd name="T27" fmla="*/ 355708 h 104"/>
                <a:gd name="T28" fmla="*/ 48897 w 107"/>
                <a:gd name="T29" fmla="*/ 316752 h 104"/>
                <a:gd name="T30" fmla="*/ 14936 w 107"/>
                <a:gd name="T31" fmla="*/ 252656 h 104"/>
                <a:gd name="T32" fmla="*/ 0 w 107"/>
                <a:gd name="T33" fmla="*/ 181987 h 10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07" h="104">
                  <a:moveTo>
                    <a:pt x="0" y="51"/>
                  </a:moveTo>
                  <a:lnTo>
                    <a:pt x="5" y="31"/>
                  </a:lnTo>
                  <a:lnTo>
                    <a:pt x="16" y="16"/>
                  </a:lnTo>
                  <a:lnTo>
                    <a:pt x="34" y="4"/>
                  </a:lnTo>
                  <a:lnTo>
                    <a:pt x="54" y="0"/>
                  </a:lnTo>
                  <a:lnTo>
                    <a:pt x="74" y="4"/>
                  </a:lnTo>
                  <a:lnTo>
                    <a:pt x="91" y="16"/>
                  </a:lnTo>
                  <a:lnTo>
                    <a:pt x="102" y="31"/>
                  </a:lnTo>
                  <a:lnTo>
                    <a:pt x="107" y="51"/>
                  </a:lnTo>
                  <a:lnTo>
                    <a:pt x="102" y="71"/>
                  </a:lnTo>
                  <a:lnTo>
                    <a:pt x="91" y="89"/>
                  </a:lnTo>
                  <a:lnTo>
                    <a:pt x="74" y="100"/>
                  </a:lnTo>
                  <a:lnTo>
                    <a:pt x="54" y="104"/>
                  </a:lnTo>
                  <a:lnTo>
                    <a:pt x="34" y="100"/>
                  </a:lnTo>
                  <a:lnTo>
                    <a:pt x="16" y="89"/>
                  </a:lnTo>
                  <a:lnTo>
                    <a:pt x="5" y="71"/>
                  </a:lnTo>
                  <a:lnTo>
                    <a:pt x="0" y="51"/>
                  </a:lnTo>
                  <a:close/>
                </a:path>
              </a:pathLst>
            </a:custGeom>
            <a:solidFill>
              <a:schemeClr val="bg2"/>
            </a:solidFill>
            <a:ln w="28575" cmpd="sng">
              <a:solidFill>
                <a:schemeClr val="tx2"/>
              </a:solidFill>
              <a:prstDash val="solid"/>
              <a:round/>
              <a:headEnd/>
              <a:tailEnd/>
            </a:ln>
          </p:spPr>
          <p:txBody>
            <a:bodyPr/>
            <a:lstStyle/>
            <a:p>
              <a:endParaRPr lang="zh-CN" altLang="en-US"/>
            </a:p>
          </p:txBody>
        </p:sp>
        <p:sp>
          <p:nvSpPr>
            <p:cNvPr id="49183" name="Text Box 57"/>
            <p:cNvSpPr txBox="1">
              <a:spLocks noChangeArrowheads="1"/>
            </p:cNvSpPr>
            <p:nvPr/>
          </p:nvSpPr>
          <p:spPr bwMode="auto">
            <a:xfrm>
              <a:off x="4560" y="1824"/>
              <a:ext cx="144"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2400">
                  <a:latin typeface="Comic Sans MS" pitchFamily="66" charset="0"/>
                  <a:ea typeface="宋体" charset="-122"/>
                </a:rPr>
                <a:t>1</a:t>
              </a:r>
            </a:p>
          </p:txBody>
        </p:sp>
        <p:sp>
          <p:nvSpPr>
            <p:cNvPr id="49184" name="Text Box 58"/>
            <p:cNvSpPr txBox="1">
              <a:spLocks noChangeArrowheads="1"/>
            </p:cNvSpPr>
            <p:nvPr/>
          </p:nvSpPr>
          <p:spPr bwMode="auto">
            <a:xfrm>
              <a:off x="4032" y="1824"/>
              <a:ext cx="144"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2400">
                  <a:latin typeface="Comic Sans MS" pitchFamily="66" charset="0"/>
                  <a:ea typeface="宋体" charset="-122"/>
                </a:rPr>
                <a:t>0</a:t>
              </a:r>
            </a:p>
          </p:txBody>
        </p:sp>
        <p:sp>
          <p:nvSpPr>
            <p:cNvPr id="49185" name="Text Box 59"/>
            <p:cNvSpPr txBox="1">
              <a:spLocks noChangeArrowheads="1"/>
            </p:cNvSpPr>
            <p:nvPr/>
          </p:nvSpPr>
          <p:spPr bwMode="auto">
            <a:xfrm>
              <a:off x="5040" y="1824"/>
              <a:ext cx="144"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2400">
                  <a:latin typeface="Comic Sans MS" pitchFamily="66" charset="0"/>
                  <a:ea typeface="宋体" charset="-122"/>
                </a:rPr>
                <a:t>2</a:t>
              </a:r>
            </a:p>
          </p:txBody>
        </p:sp>
        <p:sp>
          <p:nvSpPr>
            <p:cNvPr id="49186" name="Text Box 60"/>
            <p:cNvSpPr txBox="1">
              <a:spLocks noChangeArrowheads="1"/>
            </p:cNvSpPr>
            <p:nvPr/>
          </p:nvSpPr>
          <p:spPr bwMode="auto">
            <a:xfrm>
              <a:off x="4032" y="2352"/>
              <a:ext cx="144"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2400">
                  <a:latin typeface="Comic Sans MS" pitchFamily="66" charset="0"/>
                  <a:ea typeface="宋体" charset="-122"/>
                </a:rPr>
                <a:t>3</a:t>
              </a:r>
            </a:p>
          </p:txBody>
        </p:sp>
        <p:sp>
          <p:nvSpPr>
            <p:cNvPr id="49187" name="Text Box 61"/>
            <p:cNvSpPr txBox="1">
              <a:spLocks noChangeArrowheads="1"/>
            </p:cNvSpPr>
            <p:nvPr/>
          </p:nvSpPr>
          <p:spPr bwMode="auto">
            <a:xfrm>
              <a:off x="4560" y="2352"/>
              <a:ext cx="144"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2400">
                  <a:latin typeface="Comic Sans MS" pitchFamily="66" charset="0"/>
                  <a:ea typeface="宋体" charset="-122"/>
                </a:rPr>
                <a:t>4</a:t>
              </a:r>
            </a:p>
          </p:txBody>
        </p:sp>
        <p:sp>
          <p:nvSpPr>
            <p:cNvPr id="49188" name="Text Box 62"/>
            <p:cNvSpPr txBox="1">
              <a:spLocks noChangeArrowheads="1"/>
            </p:cNvSpPr>
            <p:nvPr/>
          </p:nvSpPr>
          <p:spPr bwMode="auto">
            <a:xfrm>
              <a:off x="5040" y="2352"/>
              <a:ext cx="144"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2400">
                  <a:latin typeface="Comic Sans MS" pitchFamily="66" charset="0"/>
                  <a:ea typeface="宋体" charset="-122"/>
                </a:rPr>
                <a:t>5</a:t>
              </a:r>
            </a:p>
          </p:txBody>
        </p:sp>
        <p:sp>
          <p:nvSpPr>
            <p:cNvPr id="49189" name="Text Box 63"/>
            <p:cNvSpPr txBox="1">
              <a:spLocks noChangeArrowheads="1"/>
            </p:cNvSpPr>
            <p:nvPr/>
          </p:nvSpPr>
          <p:spPr bwMode="auto">
            <a:xfrm>
              <a:off x="5040" y="2880"/>
              <a:ext cx="144"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2400">
                  <a:latin typeface="Comic Sans MS" pitchFamily="66" charset="0"/>
                  <a:ea typeface="宋体" charset="-122"/>
                </a:rPr>
                <a:t>8</a:t>
              </a:r>
            </a:p>
          </p:txBody>
        </p:sp>
        <p:sp>
          <p:nvSpPr>
            <p:cNvPr id="49190" name="Text Box 64"/>
            <p:cNvSpPr txBox="1">
              <a:spLocks noChangeArrowheads="1"/>
            </p:cNvSpPr>
            <p:nvPr/>
          </p:nvSpPr>
          <p:spPr bwMode="auto">
            <a:xfrm>
              <a:off x="4560" y="2880"/>
              <a:ext cx="144"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2400">
                  <a:latin typeface="Comic Sans MS" pitchFamily="66" charset="0"/>
                  <a:ea typeface="宋体" charset="-122"/>
                </a:rPr>
                <a:t>7</a:t>
              </a:r>
            </a:p>
          </p:txBody>
        </p:sp>
        <p:sp>
          <p:nvSpPr>
            <p:cNvPr id="49191" name="Text Box 65"/>
            <p:cNvSpPr txBox="1">
              <a:spLocks noChangeArrowheads="1"/>
            </p:cNvSpPr>
            <p:nvPr/>
          </p:nvSpPr>
          <p:spPr bwMode="auto">
            <a:xfrm>
              <a:off x="4032" y="2880"/>
              <a:ext cx="144"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2400">
                  <a:latin typeface="Comic Sans MS" pitchFamily="66" charset="0"/>
                  <a:ea typeface="宋体" charset="-122"/>
                </a:rPr>
                <a:t>6</a:t>
              </a:r>
            </a:p>
          </p:txBody>
        </p:sp>
      </p:grpSp>
      <p:sp>
        <p:nvSpPr>
          <p:cNvPr id="49158" name="Text Box 6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5 之 5</a:t>
            </a:r>
          </a:p>
        </p:txBody>
      </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3410" name="Rectangle 2"/>
          <p:cNvSpPr>
            <a:spLocks noGrp="1" noChangeArrowheads="1"/>
          </p:cNvSpPr>
          <p:nvPr>
            <p:ph type="title"/>
          </p:nvPr>
        </p:nvSpPr>
        <p:spPr/>
        <p:txBody>
          <a:bodyPr/>
          <a:lstStyle/>
          <a:p>
            <a:pPr eaLnBrk="1" hangingPunct="1">
              <a:defRPr/>
            </a:pPr>
            <a:r>
              <a:rPr lang="zh-CN" altLang="en-US" smtClean="0"/>
              <a:t>超立方体</a:t>
            </a:r>
          </a:p>
        </p:txBody>
      </p:sp>
      <p:sp>
        <p:nvSpPr>
          <p:cNvPr id="5017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互连网络种类</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静态互连网络</a:t>
            </a:r>
            <a:endParaRPr lang="zh-CN" altLang="en-US" sz="1200" b="0">
              <a:latin typeface="Times New Roman" pitchFamily="18" charset="0"/>
              <a:ea typeface="幼圆" pitchFamily="49" charset="-122"/>
            </a:endParaRPr>
          </a:p>
        </p:txBody>
      </p:sp>
      <p:sp>
        <p:nvSpPr>
          <p:cNvPr id="913412" name="Rectangle 4"/>
          <p:cNvSpPr>
            <a:spLocks noGrp="1" noChangeArrowheads="1"/>
          </p:cNvSpPr>
          <p:nvPr>
            <p:ph type="body" idx="1"/>
          </p:nvPr>
        </p:nvSpPr>
        <p:spPr/>
        <p:txBody>
          <a:bodyPr/>
          <a:lstStyle/>
          <a:p>
            <a:pPr marL="0" indent="0" eaLnBrk="1" hangingPunct="1">
              <a:lnSpc>
                <a:spcPct val="120000"/>
              </a:lnSpc>
              <a:buFont typeface="Wingdings" pitchFamily="2" charset="2"/>
              <a:buNone/>
              <a:defRPr/>
            </a:pPr>
            <a:r>
              <a:rPr lang="zh-CN" altLang="en-US" sz="2400" dirty="0" smtClean="0"/>
              <a:t>       </a:t>
            </a:r>
            <a:r>
              <a:rPr lang="zh-CN" altLang="en-US" sz="2400" dirty="0" smtClean="0">
                <a:solidFill>
                  <a:srgbClr val="FF0000"/>
                </a:solidFill>
                <a:effectLst>
                  <a:outerShdw blurRad="38100" dist="38100" dir="2700000" algn="tl">
                    <a:srgbClr val="C0C0C0"/>
                  </a:outerShdw>
                </a:effectLst>
              </a:rPr>
              <a:t>超立方体也称 </a:t>
            </a:r>
            <a:r>
              <a:rPr lang="en-US" altLang="zh-CN" sz="2400" dirty="0" smtClean="0">
                <a:solidFill>
                  <a:srgbClr val="FF0000"/>
                </a:solidFill>
                <a:effectLst>
                  <a:outerShdw blurRad="38100" dist="38100" dir="2700000" algn="tl">
                    <a:srgbClr val="C0C0C0"/>
                  </a:outerShdw>
                </a:effectLst>
              </a:rPr>
              <a:t>n </a:t>
            </a:r>
            <a:r>
              <a:rPr lang="zh-CN" altLang="en-US" sz="2400" dirty="0" smtClean="0">
                <a:solidFill>
                  <a:srgbClr val="FF0000"/>
                </a:solidFill>
                <a:effectLst>
                  <a:outerShdw blurRad="38100" dist="38100" dir="2700000" algn="tl">
                    <a:srgbClr val="C0C0C0"/>
                  </a:outerShdw>
                </a:effectLst>
              </a:rPr>
              <a:t>维立方体（</a:t>
            </a:r>
            <a:r>
              <a:rPr lang="zh-CN" altLang="en-US" sz="2400" dirty="0" smtClean="0">
                <a:solidFill>
                  <a:srgbClr val="0000FF"/>
                </a:solidFill>
                <a:effectLst>
                  <a:outerShdw blurRad="38100" dist="38100" dir="2700000" algn="tl">
                    <a:srgbClr val="C0C0C0"/>
                  </a:outerShdw>
                </a:effectLst>
              </a:rPr>
              <a:t>二元</a:t>
            </a:r>
            <a:r>
              <a:rPr lang="en-US" altLang="zh-CN" sz="2400" dirty="0" smtClean="0">
                <a:solidFill>
                  <a:srgbClr val="0000FF"/>
                </a:solidFill>
                <a:effectLst>
                  <a:outerShdw blurRad="38100" dist="38100" dir="2700000" algn="tl">
                    <a:srgbClr val="C0C0C0"/>
                  </a:outerShdw>
                </a:effectLst>
              </a:rPr>
              <a:t>n-</a:t>
            </a:r>
            <a:r>
              <a:rPr lang="zh-CN" altLang="en-US" sz="2400" dirty="0" smtClean="0">
                <a:solidFill>
                  <a:srgbClr val="0000FF"/>
                </a:solidFill>
                <a:effectLst>
                  <a:outerShdw blurRad="38100" dist="38100" dir="2700000" algn="tl">
                    <a:srgbClr val="C0C0C0"/>
                  </a:outerShdw>
                </a:effectLst>
              </a:rPr>
              <a:t>立方体</a:t>
            </a:r>
            <a:r>
              <a:rPr lang="zh-CN" altLang="en-US" sz="2400" dirty="0" smtClean="0">
                <a:solidFill>
                  <a:srgbClr val="FF0000"/>
                </a:solidFill>
                <a:effectLst>
                  <a:outerShdw blurRad="38100" dist="38100" dir="2700000" algn="tl">
                    <a:srgbClr val="C0C0C0"/>
                  </a:outerShdw>
                </a:effectLst>
              </a:rPr>
              <a:t>）</a:t>
            </a:r>
            <a:r>
              <a:rPr lang="zh-CN" altLang="en-US" sz="2400" dirty="0" smtClean="0"/>
              <a:t>，由</a:t>
            </a:r>
            <a:r>
              <a:rPr lang="en-US" altLang="zh-CN" sz="2400" dirty="0" smtClean="0"/>
              <a:t>N＝2</a:t>
            </a:r>
            <a:r>
              <a:rPr lang="en-US" altLang="zh-CN" sz="2400" baseline="30000" dirty="0" smtClean="0"/>
              <a:t>n</a:t>
            </a:r>
            <a:r>
              <a:rPr lang="en-US" altLang="zh-CN" sz="2400" dirty="0" smtClean="0"/>
              <a:t> </a:t>
            </a:r>
            <a:r>
              <a:rPr lang="zh-CN" altLang="en-US" sz="2400" dirty="0" smtClean="0"/>
              <a:t>个节点组成，分布在</a:t>
            </a:r>
            <a:r>
              <a:rPr lang="en-US" altLang="zh-CN" sz="2400" dirty="0" smtClean="0"/>
              <a:t>n</a:t>
            </a:r>
            <a:r>
              <a:rPr lang="zh-CN" altLang="en-US" sz="2400" dirty="0" smtClean="0"/>
              <a:t>维上，每维有两个节点。超立方体节点度</a:t>
            </a:r>
            <a:r>
              <a:rPr lang="en-US" altLang="zh-CN" sz="2400" dirty="0" smtClean="0"/>
              <a:t>d=n，</a:t>
            </a:r>
            <a:r>
              <a:rPr lang="zh-CN" altLang="en-US" sz="2400" dirty="0" smtClean="0"/>
              <a:t>网络直径</a:t>
            </a:r>
            <a:r>
              <a:rPr lang="en-US" altLang="zh-CN" sz="2400" dirty="0" smtClean="0"/>
              <a:t>D=n</a:t>
            </a:r>
            <a:r>
              <a:rPr lang="zh-CN" altLang="en-US" sz="2400" dirty="0" smtClean="0"/>
              <a:t>，等分宽度</a:t>
            </a:r>
            <a:r>
              <a:rPr lang="en-US" altLang="zh-CN" sz="2400" dirty="0" smtClean="0"/>
              <a:t>b=N/2，</a:t>
            </a:r>
            <a:r>
              <a:rPr lang="zh-CN" altLang="en-US" sz="2400" dirty="0" smtClean="0"/>
              <a:t>网络结构是对称的。每个节点由</a:t>
            </a:r>
            <a:r>
              <a:rPr lang="en-US" altLang="zh-CN" sz="2400" dirty="0" smtClean="0"/>
              <a:t>n</a:t>
            </a:r>
            <a:r>
              <a:rPr lang="zh-CN" altLang="en-US" sz="2400" dirty="0" smtClean="0"/>
              <a:t>个二进制数实行编号，相邻节点只能有一个数字不同。</a:t>
            </a:r>
            <a:endParaRPr lang="en-US" altLang="zh-CN" sz="2400" dirty="0" smtClean="0"/>
          </a:p>
          <a:p>
            <a:pPr marL="0" indent="0" eaLnBrk="1" hangingPunct="1">
              <a:lnSpc>
                <a:spcPct val="120000"/>
              </a:lnSpc>
              <a:buNone/>
              <a:defRPr/>
            </a:pPr>
            <a:r>
              <a:rPr lang="zh-CN" altLang="en-US" sz="2400" dirty="0" smtClean="0"/>
              <a:t>       为</a:t>
            </a:r>
            <a:r>
              <a:rPr lang="zh-CN" altLang="en-US" sz="2400" dirty="0"/>
              <a:t>实现一个</a:t>
            </a:r>
            <a:r>
              <a:rPr lang="en-US" altLang="zh-CN" sz="2400" dirty="0"/>
              <a:t>n</a:t>
            </a:r>
            <a:r>
              <a:rPr lang="zh-CN" altLang="en-US" sz="2400" dirty="0"/>
              <a:t>维立方体，只要把两</a:t>
            </a:r>
            <a:r>
              <a:rPr lang="zh-CN" altLang="en-US" sz="2400" dirty="0" smtClean="0"/>
              <a:t>个</a:t>
            </a:r>
            <a:r>
              <a:rPr lang="en-US" altLang="zh-CN" sz="2400" dirty="0" smtClean="0"/>
              <a:t>n-1</a:t>
            </a:r>
            <a:r>
              <a:rPr lang="zh-CN" altLang="en-US" sz="2400" dirty="0" smtClean="0"/>
              <a:t>维</a:t>
            </a:r>
            <a:r>
              <a:rPr lang="zh-CN" altLang="en-US" sz="2400" dirty="0"/>
              <a:t>立方体中相对应的结点用链路连接起来即可。共需要</a:t>
            </a:r>
            <a:r>
              <a:rPr lang="en-US" altLang="zh-CN" sz="2400" dirty="0"/>
              <a:t>2</a:t>
            </a:r>
            <a:r>
              <a:rPr lang="en-US" altLang="zh-CN" sz="2400" baseline="30000" dirty="0"/>
              <a:t>n-1</a:t>
            </a:r>
            <a:r>
              <a:rPr lang="zh-CN" altLang="en-US" sz="2400" dirty="0"/>
              <a:t>条链路</a:t>
            </a:r>
            <a:r>
              <a:rPr lang="zh-CN" altLang="en-US" sz="2400" dirty="0" smtClean="0"/>
              <a:t>。</a:t>
            </a:r>
          </a:p>
          <a:p>
            <a:pPr marL="0" indent="0" eaLnBrk="1" hangingPunct="1">
              <a:lnSpc>
                <a:spcPct val="120000"/>
              </a:lnSpc>
              <a:buFont typeface="Wingdings" pitchFamily="2" charset="2"/>
              <a:buNone/>
              <a:defRPr/>
            </a:pPr>
            <a:r>
              <a:rPr lang="zh-CN" altLang="en-US" sz="2400" dirty="0" smtClean="0"/>
              <a:t>       </a:t>
            </a:r>
            <a:r>
              <a:rPr lang="zh-CN" altLang="en-US" sz="2400" dirty="0" smtClean="0">
                <a:solidFill>
                  <a:srgbClr val="FF0000"/>
                </a:solidFill>
              </a:rPr>
              <a:t>特点：</a:t>
            </a:r>
            <a:r>
              <a:rPr lang="zh-CN" altLang="en-US" sz="2400" dirty="0" smtClean="0"/>
              <a:t>超立方体缺乏可扩展性，难以组成高维超立方体（难以打包成模块化）。</a:t>
            </a:r>
          </a:p>
        </p:txBody>
      </p:sp>
      <p:sp>
        <p:nvSpPr>
          <p:cNvPr id="50181" name="Text Box 5"/>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en-US" altLang="zh-CN" sz="1200" b="0" dirty="0" smtClean="0">
                <a:latin typeface="幼圆" pitchFamily="49" charset="-122"/>
                <a:ea typeface="幼圆" pitchFamily="49" charset="-122"/>
              </a:rPr>
              <a:t>7</a:t>
            </a:r>
            <a:r>
              <a:rPr lang="zh-CN" altLang="en-US" sz="1200" b="0" dirty="0" smtClean="0">
                <a:latin typeface="幼圆" pitchFamily="49" charset="-122"/>
                <a:ea typeface="幼圆" pitchFamily="49" charset="-122"/>
              </a:rPr>
              <a:t> </a:t>
            </a:r>
            <a:r>
              <a:rPr lang="zh-CN" altLang="en-US" sz="1200" b="0" dirty="0">
                <a:latin typeface="幼圆" pitchFamily="49" charset="-122"/>
                <a:ea typeface="幼圆" pitchFamily="49" charset="-122"/>
              </a:rPr>
              <a:t>之 1</a:t>
            </a:r>
          </a:p>
        </p:txBody>
      </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6722" name="Rectangle 2"/>
          <p:cNvSpPr>
            <a:spLocks noGrp="1" noChangeArrowheads="1"/>
          </p:cNvSpPr>
          <p:nvPr>
            <p:ph type="title"/>
          </p:nvPr>
        </p:nvSpPr>
        <p:spPr/>
        <p:txBody>
          <a:bodyPr/>
          <a:lstStyle/>
          <a:p>
            <a:pPr eaLnBrk="1" hangingPunct="1">
              <a:defRPr/>
            </a:pPr>
            <a:r>
              <a:rPr lang="zh-CN" altLang="en-US" smtClean="0"/>
              <a:t>超立方体</a:t>
            </a:r>
          </a:p>
        </p:txBody>
      </p:sp>
      <p:sp>
        <p:nvSpPr>
          <p:cNvPr id="5120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互连网络种类</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静态互连网络</a:t>
            </a:r>
            <a:endParaRPr lang="zh-CN" altLang="en-US" sz="1200" b="0">
              <a:latin typeface="Times New Roman" pitchFamily="18" charset="0"/>
              <a:ea typeface="幼圆" pitchFamily="49" charset="-122"/>
            </a:endParaRPr>
          </a:p>
        </p:txBody>
      </p:sp>
      <p:sp>
        <p:nvSpPr>
          <p:cNvPr id="51204" name="Text Box 90"/>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en-US" altLang="zh-CN" sz="1200" b="0" dirty="0" smtClean="0">
                <a:latin typeface="幼圆" pitchFamily="49" charset="-122"/>
                <a:ea typeface="幼圆" pitchFamily="49" charset="-122"/>
              </a:rPr>
              <a:t>7</a:t>
            </a:r>
            <a:r>
              <a:rPr lang="zh-CN" altLang="en-US" sz="1200" b="0" dirty="0" smtClean="0">
                <a:latin typeface="幼圆" pitchFamily="49" charset="-122"/>
                <a:ea typeface="幼圆" pitchFamily="49" charset="-122"/>
              </a:rPr>
              <a:t> </a:t>
            </a:r>
            <a:r>
              <a:rPr lang="zh-CN" altLang="en-US" sz="1200" b="0" dirty="0">
                <a:latin typeface="幼圆" pitchFamily="49" charset="-122"/>
                <a:ea typeface="幼圆" pitchFamily="49" charset="-122"/>
              </a:rPr>
              <a:t>之 2</a:t>
            </a:r>
          </a:p>
        </p:txBody>
      </p:sp>
      <p:sp>
        <p:nvSpPr>
          <p:cNvPr id="51205" name="Line 6"/>
          <p:cNvSpPr>
            <a:spLocks noChangeShapeType="1"/>
          </p:cNvSpPr>
          <p:nvPr/>
        </p:nvSpPr>
        <p:spPr bwMode="auto">
          <a:xfrm flipH="1">
            <a:off x="6704013" y="2525713"/>
            <a:ext cx="20637" cy="1582737"/>
          </a:xfrm>
          <a:prstGeom prst="line">
            <a:avLst/>
          </a:prstGeom>
          <a:noFill/>
          <a:ln w="28575">
            <a:solidFill>
              <a:schemeClr val="tx2"/>
            </a:solidFill>
            <a:round/>
            <a:headEnd type="stealth"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51206" name="Line 7"/>
          <p:cNvSpPr>
            <a:spLocks noChangeShapeType="1"/>
          </p:cNvSpPr>
          <p:nvPr/>
        </p:nvSpPr>
        <p:spPr bwMode="auto">
          <a:xfrm flipH="1" flipV="1">
            <a:off x="6704013" y="4108450"/>
            <a:ext cx="1816100" cy="0"/>
          </a:xfrm>
          <a:prstGeom prst="line">
            <a:avLst/>
          </a:prstGeom>
          <a:noFill/>
          <a:ln w="28575">
            <a:solidFill>
              <a:schemeClr val="tx2"/>
            </a:solidFill>
            <a:round/>
            <a:headEnd type="stealth"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51207" name="Line 8"/>
          <p:cNvSpPr>
            <a:spLocks noChangeShapeType="1"/>
          </p:cNvSpPr>
          <p:nvPr/>
        </p:nvSpPr>
        <p:spPr bwMode="auto">
          <a:xfrm flipV="1">
            <a:off x="5786438" y="4108450"/>
            <a:ext cx="917575" cy="1038225"/>
          </a:xfrm>
          <a:prstGeom prst="line">
            <a:avLst/>
          </a:prstGeom>
          <a:noFill/>
          <a:ln w="28575">
            <a:solidFill>
              <a:schemeClr val="tx2"/>
            </a:solidFill>
            <a:round/>
            <a:headEnd type="stealth"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51208" name="Line 9"/>
          <p:cNvSpPr>
            <a:spLocks noChangeShapeType="1"/>
          </p:cNvSpPr>
          <p:nvPr/>
        </p:nvSpPr>
        <p:spPr bwMode="auto">
          <a:xfrm>
            <a:off x="6704013" y="3138488"/>
            <a:ext cx="1089025" cy="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09" name="Line 10"/>
          <p:cNvSpPr>
            <a:spLocks noChangeShapeType="1"/>
          </p:cNvSpPr>
          <p:nvPr/>
        </p:nvSpPr>
        <p:spPr bwMode="auto">
          <a:xfrm>
            <a:off x="6238875" y="4665663"/>
            <a:ext cx="1087438" cy="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10" name="Line 11"/>
          <p:cNvSpPr>
            <a:spLocks noChangeShapeType="1"/>
          </p:cNvSpPr>
          <p:nvPr/>
        </p:nvSpPr>
        <p:spPr bwMode="auto">
          <a:xfrm>
            <a:off x="7793038" y="3138488"/>
            <a:ext cx="0" cy="969962"/>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11" name="Line 12"/>
          <p:cNvSpPr>
            <a:spLocks noChangeShapeType="1"/>
          </p:cNvSpPr>
          <p:nvPr/>
        </p:nvSpPr>
        <p:spPr bwMode="auto">
          <a:xfrm flipH="1">
            <a:off x="7326313" y="4108450"/>
            <a:ext cx="466725" cy="557213"/>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12" name="Line 13"/>
          <p:cNvSpPr>
            <a:spLocks noChangeShapeType="1"/>
          </p:cNvSpPr>
          <p:nvPr/>
        </p:nvSpPr>
        <p:spPr bwMode="auto">
          <a:xfrm>
            <a:off x="6238875" y="3695700"/>
            <a:ext cx="0" cy="969963"/>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13" name="Line 14"/>
          <p:cNvSpPr>
            <a:spLocks noChangeShapeType="1"/>
          </p:cNvSpPr>
          <p:nvPr/>
        </p:nvSpPr>
        <p:spPr bwMode="auto">
          <a:xfrm flipH="1">
            <a:off x="6238875" y="3138488"/>
            <a:ext cx="465138" cy="557212"/>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14" name="Line 15"/>
          <p:cNvSpPr>
            <a:spLocks noChangeShapeType="1"/>
          </p:cNvSpPr>
          <p:nvPr/>
        </p:nvSpPr>
        <p:spPr bwMode="auto">
          <a:xfrm flipH="1">
            <a:off x="7326313" y="3138488"/>
            <a:ext cx="466725" cy="557212"/>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15" name="Line 16"/>
          <p:cNvSpPr>
            <a:spLocks noChangeShapeType="1"/>
          </p:cNvSpPr>
          <p:nvPr/>
        </p:nvSpPr>
        <p:spPr bwMode="auto">
          <a:xfrm>
            <a:off x="7326313" y="3695700"/>
            <a:ext cx="0" cy="969963"/>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16" name="Line 17"/>
          <p:cNvSpPr>
            <a:spLocks noChangeShapeType="1"/>
          </p:cNvSpPr>
          <p:nvPr/>
        </p:nvSpPr>
        <p:spPr bwMode="auto">
          <a:xfrm>
            <a:off x="6238875" y="3695700"/>
            <a:ext cx="1087438" cy="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17" name="Rectangle 18"/>
          <p:cNvSpPr>
            <a:spLocks noChangeArrowheads="1"/>
          </p:cNvSpPr>
          <p:nvPr/>
        </p:nvSpPr>
        <p:spPr bwMode="auto">
          <a:xfrm>
            <a:off x="6724650" y="2514600"/>
            <a:ext cx="384175"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1800" b="0">
                <a:solidFill>
                  <a:schemeClr val="tx2"/>
                </a:solidFill>
                <a:latin typeface="Comic Sans MS" pitchFamily="66" charset="0"/>
              </a:rPr>
              <a:t>Y</a:t>
            </a:r>
            <a:endParaRPr lang="en-US" altLang="zh-CN" sz="1800" b="0">
              <a:solidFill>
                <a:schemeClr val="tx2"/>
              </a:solidFill>
              <a:latin typeface="Comic Sans MS" pitchFamily="66" charset="0"/>
            </a:endParaRPr>
          </a:p>
        </p:txBody>
      </p:sp>
      <p:sp>
        <p:nvSpPr>
          <p:cNvPr id="51218" name="Rectangle 19"/>
          <p:cNvSpPr>
            <a:spLocks noChangeArrowheads="1"/>
          </p:cNvSpPr>
          <p:nvPr/>
        </p:nvSpPr>
        <p:spPr bwMode="auto">
          <a:xfrm>
            <a:off x="8453438" y="3900488"/>
            <a:ext cx="385762"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1800" b="0">
                <a:solidFill>
                  <a:schemeClr val="tx2"/>
                </a:solidFill>
                <a:latin typeface="Comic Sans MS" pitchFamily="66" charset="0"/>
              </a:rPr>
              <a:t>X</a:t>
            </a:r>
            <a:endParaRPr lang="en-US" altLang="zh-CN" sz="1800" b="0">
              <a:solidFill>
                <a:schemeClr val="tx2"/>
              </a:solidFill>
              <a:latin typeface="Comic Sans MS" pitchFamily="66" charset="0"/>
            </a:endParaRPr>
          </a:p>
        </p:txBody>
      </p:sp>
      <p:sp>
        <p:nvSpPr>
          <p:cNvPr id="51219" name="Rectangle 20"/>
          <p:cNvSpPr>
            <a:spLocks noChangeArrowheads="1"/>
          </p:cNvSpPr>
          <p:nvPr/>
        </p:nvSpPr>
        <p:spPr bwMode="auto">
          <a:xfrm>
            <a:off x="5507038" y="4691063"/>
            <a:ext cx="384175" cy="46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1800" b="0">
                <a:solidFill>
                  <a:schemeClr val="tx2"/>
                </a:solidFill>
                <a:latin typeface="Comic Sans MS" pitchFamily="66" charset="0"/>
              </a:rPr>
              <a:t>Z</a:t>
            </a:r>
            <a:endParaRPr lang="en-US" altLang="zh-CN" sz="1800" b="0">
              <a:solidFill>
                <a:schemeClr val="tx2"/>
              </a:solidFill>
              <a:latin typeface="Comic Sans MS" pitchFamily="66" charset="0"/>
            </a:endParaRPr>
          </a:p>
        </p:txBody>
      </p:sp>
      <p:sp>
        <p:nvSpPr>
          <p:cNvPr id="51220" name="Rectangle 21"/>
          <p:cNvSpPr>
            <a:spLocks noChangeArrowheads="1"/>
          </p:cNvSpPr>
          <p:nvPr/>
        </p:nvSpPr>
        <p:spPr bwMode="auto">
          <a:xfrm>
            <a:off x="7916863" y="2874963"/>
            <a:ext cx="512762"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1800" b="0">
                <a:solidFill>
                  <a:schemeClr val="tx2"/>
                </a:solidFill>
                <a:latin typeface="Comic Sans MS" pitchFamily="66" charset="0"/>
              </a:rPr>
              <a:t>011</a:t>
            </a:r>
          </a:p>
        </p:txBody>
      </p:sp>
      <p:sp>
        <p:nvSpPr>
          <p:cNvPr id="51221" name="Rectangle 22"/>
          <p:cNvSpPr>
            <a:spLocks noChangeArrowheads="1"/>
          </p:cNvSpPr>
          <p:nvPr/>
        </p:nvSpPr>
        <p:spPr bwMode="auto">
          <a:xfrm>
            <a:off x="6724650" y="4186238"/>
            <a:ext cx="512763"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1800" b="0">
                <a:solidFill>
                  <a:schemeClr val="tx2"/>
                </a:solidFill>
                <a:latin typeface="Comic Sans MS" pitchFamily="66" charset="0"/>
              </a:rPr>
              <a:t>000</a:t>
            </a:r>
          </a:p>
        </p:txBody>
      </p:sp>
      <p:sp>
        <p:nvSpPr>
          <p:cNvPr id="51222" name="Rectangle 23"/>
          <p:cNvSpPr>
            <a:spLocks noChangeArrowheads="1"/>
          </p:cNvSpPr>
          <p:nvPr/>
        </p:nvSpPr>
        <p:spPr bwMode="auto">
          <a:xfrm>
            <a:off x="6042025" y="2874963"/>
            <a:ext cx="511175"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1800" b="0">
                <a:solidFill>
                  <a:schemeClr val="tx2"/>
                </a:solidFill>
                <a:latin typeface="Comic Sans MS" pitchFamily="66" charset="0"/>
              </a:rPr>
              <a:t>010</a:t>
            </a:r>
          </a:p>
        </p:txBody>
      </p:sp>
      <p:sp>
        <p:nvSpPr>
          <p:cNvPr id="51223" name="Rectangle 24"/>
          <p:cNvSpPr>
            <a:spLocks noChangeArrowheads="1"/>
          </p:cNvSpPr>
          <p:nvPr/>
        </p:nvSpPr>
        <p:spPr bwMode="auto">
          <a:xfrm>
            <a:off x="5532438" y="3486150"/>
            <a:ext cx="512762" cy="46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1800" b="0">
                <a:solidFill>
                  <a:schemeClr val="tx2"/>
                </a:solidFill>
                <a:latin typeface="Comic Sans MS" pitchFamily="66" charset="0"/>
              </a:rPr>
              <a:t>110</a:t>
            </a:r>
          </a:p>
        </p:txBody>
      </p:sp>
      <p:sp>
        <p:nvSpPr>
          <p:cNvPr id="51224" name="Rectangle 25"/>
          <p:cNvSpPr>
            <a:spLocks noChangeArrowheads="1"/>
          </p:cNvSpPr>
          <p:nvPr/>
        </p:nvSpPr>
        <p:spPr bwMode="auto">
          <a:xfrm>
            <a:off x="6724650" y="3224213"/>
            <a:ext cx="511175"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1800" b="0">
                <a:solidFill>
                  <a:schemeClr val="tx2"/>
                </a:solidFill>
                <a:latin typeface="Comic Sans MS" pitchFamily="66" charset="0"/>
              </a:rPr>
              <a:t>111</a:t>
            </a:r>
          </a:p>
        </p:txBody>
      </p:sp>
      <p:sp>
        <p:nvSpPr>
          <p:cNvPr id="51225" name="Rectangle 26"/>
          <p:cNvSpPr>
            <a:spLocks noChangeArrowheads="1"/>
          </p:cNvSpPr>
          <p:nvPr/>
        </p:nvSpPr>
        <p:spPr bwMode="auto">
          <a:xfrm>
            <a:off x="7319963" y="4710113"/>
            <a:ext cx="514350"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1800" b="0">
                <a:solidFill>
                  <a:schemeClr val="tx2"/>
                </a:solidFill>
                <a:latin typeface="Comic Sans MS" pitchFamily="66" charset="0"/>
              </a:rPr>
              <a:t>101</a:t>
            </a:r>
          </a:p>
        </p:txBody>
      </p:sp>
      <p:sp>
        <p:nvSpPr>
          <p:cNvPr id="51226" name="Rectangle 27"/>
          <p:cNvSpPr>
            <a:spLocks noChangeArrowheads="1"/>
          </p:cNvSpPr>
          <p:nvPr/>
        </p:nvSpPr>
        <p:spPr bwMode="auto">
          <a:xfrm>
            <a:off x="6213475" y="4710113"/>
            <a:ext cx="511175"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1800" b="0">
                <a:solidFill>
                  <a:schemeClr val="tx2"/>
                </a:solidFill>
                <a:latin typeface="Comic Sans MS" pitchFamily="66" charset="0"/>
              </a:rPr>
              <a:t>100</a:t>
            </a:r>
          </a:p>
        </p:txBody>
      </p:sp>
      <p:sp>
        <p:nvSpPr>
          <p:cNvPr id="51227" name="Rectangle 28"/>
          <p:cNvSpPr>
            <a:spLocks noChangeArrowheads="1"/>
          </p:cNvSpPr>
          <p:nvPr/>
        </p:nvSpPr>
        <p:spPr bwMode="auto">
          <a:xfrm>
            <a:off x="7831138" y="4186238"/>
            <a:ext cx="512762"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1800" b="0">
                <a:solidFill>
                  <a:schemeClr val="tx2"/>
                </a:solidFill>
                <a:latin typeface="Comic Sans MS" pitchFamily="66" charset="0"/>
              </a:rPr>
              <a:t>00</a:t>
            </a:r>
            <a:r>
              <a:rPr lang="zh-CN" altLang="en-US" sz="1800" b="0">
                <a:solidFill>
                  <a:schemeClr val="tx2"/>
                </a:solidFill>
                <a:latin typeface="Comic Sans MS" pitchFamily="66" charset="0"/>
              </a:rPr>
              <a:t>1</a:t>
            </a:r>
            <a:endParaRPr lang="zh-CN" altLang="zh-CN" sz="1800" b="0">
              <a:solidFill>
                <a:schemeClr val="tx2"/>
              </a:solidFill>
              <a:latin typeface="Comic Sans MS" pitchFamily="66" charset="0"/>
            </a:endParaRPr>
          </a:p>
        </p:txBody>
      </p:sp>
      <p:sp>
        <p:nvSpPr>
          <p:cNvPr id="51228" name="Rectangle 34"/>
          <p:cNvSpPr>
            <a:spLocks noChangeArrowheads="1"/>
          </p:cNvSpPr>
          <p:nvPr/>
        </p:nvSpPr>
        <p:spPr bwMode="auto">
          <a:xfrm>
            <a:off x="4849813" y="2962275"/>
            <a:ext cx="512762"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1800" b="0">
                <a:solidFill>
                  <a:schemeClr val="tx2"/>
                </a:solidFill>
                <a:latin typeface="Comic Sans MS" pitchFamily="66" charset="0"/>
              </a:rPr>
              <a:t>11</a:t>
            </a:r>
          </a:p>
        </p:txBody>
      </p:sp>
      <p:sp>
        <p:nvSpPr>
          <p:cNvPr id="51229" name="Rectangle 35"/>
          <p:cNvSpPr>
            <a:spLocks noChangeArrowheads="1"/>
          </p:cNvSpPr>
          <p:nvPr/>
        </p:nvSpPr>
        <p:spPr bwMode="auto">
          <a:xfrm>
            <a:off x="3062288" y="4448175"/>
            <a:ext cx="512762"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1800" b="0">
                <a:solidFill>
                  <a:schemeClr val="tx2"/>
                </a:solidFill>
                <a:latin typeface="Comic Sans MS" pitchFamily="66" charset="0"/>
              </a:rPr>
              <a:t>00</a:t>
            </a:r>
          </a:p>
        </p:txBody>
      </p:sp>
      <p:sp>
        <p:nvSpPr>
          <p:cNvPr id="51230" name="Rectangle 36"/>
          <p:cNvSpPr>
            <a:spLocks noChangeArrowheads="1"/>
          </p:cNvSpPr>
          <p:nvPr/>
        </p:nvSpPr>
        <p:spPr bwMode="auto">
          <a:xfrm>
            <a:off x="3062288" y="3049588"/>
            <a:ext cx="511175"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1800" b="0">
                <a:solidFill>
                  <a:schemeClr val="tx2"/>
                </a:solidFill>
                <a:latin typeface="Comic Sans MS" pitchFamily="66" charset="0"/>
              </a:rPr>
              <a:t>10</a:t>
            </a:r>
          </a:p>
        </p:txBody>
      </p:sp>
      <p:sp>
        <p:nvSpPr>
          <p:cNvPr id="51231" name="Rectangle 37"/>
          <p:cNvSpPr>
            <a:spLocks noChangeArrowheads="1"/>
          </p:cNvSpPr>
          <p:nvPr/>
        </p:nvSpPr>
        <p:spPr bwMode="auto">
          <a:xfrm>
            <a:off x="4765675" y="4448175"/>
            <a:ext cx="512763"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1800" b="0">
                <a:solidFill>
                  <a:schemeClr val="tx2"/>
                </a:solidFill>
                <a:latin typeface="Comic Sans MS" pitchFamily="66" charset="0"/>
              </a:rPr>
              <a:t>0</a:t>
            </a:r>
            <a:r>
              <a:rPr lang="zh-CN" altLang="en-US" sz="1800" b="0">
                <a:solidFill>
                  <a:schemeClr val="tx2"/>
                </a:solidFill>
                <a:latin typeface="Comic Sans MS" pitchFamily="66" charset="0"/>
              </a:rPr>
              <a:t>1</a:t>
            </a:r>
            <a:endParaRPr lang="zh-CN" altLang="zh-CN" sz="1800" b="0">
              <a:solidFill>
                <a:schemeClr val="tx2"/>
              </a:solidFill>
              <a:latin typeface="Comic Sans MS" pitchFamily="66" charset="0"/>
            </a:endParaRPr>
          </a:p>
        </p:txBody>
      </p:sp>
      <p:sp>
        <p:nvSpPr>
          <p:cNvPr id="51232" name="Text Box 86"/>
          <p:cNvSpPr txBox="1">
            <a:spLocks noChangeArrowheads="1"/>
          </p:cNvSpPr>
          <p:nvPr/>
        </p:nvSpPr>
        <p:spPr bwMode="auto">
          <a:xfrm>
            <a:off x="3208338" y="5359400"/>
            <a:ext cx="183038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a:spcBef>
                <a:spcPct val="0"/>
              </a:spcBef>
              <a:buClrTx/>
              <a:buFontTx/>
              <a:buNone/>
            </a:pPr>
            <a:r>
              <a:rPr kumimoji="0" lang="zh-CN" altLang="en-US" sz="2800">
                <a:latin typeface="Comic Sans MS" pitchFamily="66" charset="0"/>
              </a:rPr>
              <a:t>2维立方体</a:t>
            </a:r>
          </a:p>
        </p:txBody>
      </p:sp>
      <p:sp>
        <p:nvSpPr>
          <p:cNvPr id="51233" name="Text Box 87"/>
          <p:cNvSpPr txBox="1">
            <a:spLocks noChangeArrowheads="1"/>
          </p:cNvSpPr>
          <p:nvPr/>
        </p:nvSpPr>
        <p:spPr bwMode="auto">
          <a:xfrm>
            <a:off x="6015038" y="5359400"/>
            <a:ext cx="183038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a:spcBef>
                <a:spcPct val="0"/>
              </a:spcBef>
              <a:buClrTx/>
              <a:buFontTx/>
              <a:buNone/>
            </a:pPr>
            <a:r>
              <a:rPr kumimoji="0" lang="zh-CN" altLang="en-US" sz="2800">
                <a:latin typeface="Comic Sans MS" pitchFamily="66" charset="0"/>
              </a:rPr>
              <a:t>3维立方体</a:t>
            </a:r>
          </a:p>
        </p:txBody>
      </p:sp>
      <p:sp>
        <p:nvSpPr>
          <p:cNvPr id="51234" name="Rectangle 89"/>
          <p:cNvSpPr>
            <a:spLocks noChangeArrowheads="1"/>
          </p:cNvSpPr>
          <p:nvPr/>
        </p:nvSpPr>
        <p:spPr bwMode="auto">
          <a:xfrm>
            <a:off x="3616325" y="3346450"/>
            <a:ext cx="1193800" cy="1047750"/>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51235" name="Oval 94"/>
          <p:cNvSpPr>
            <a:spLocks noChangeArrowheads="1"/>
          </p:cNvSpPr>
          <p:nvPr/>
        </p:nvSpPr>
        <p:spPr bwMode="auto">
          <a:xfrm>
            <a:off x="3487738" y="3224213"/>
            <a:ext cx="339725" cy="349250"/>
          </a:xfrm>
          <a:prstGeom prst="ellipse">
            <a:avLst/>
          </a:prstGeom>
          <a:solidFill>
            <a:srgbClr val="FFFF00"/>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1600">
                <a:latin typeface="Comic Sans MS" pitchFamily="66" charset="0"/>
                <a:ea typeface="宋体" charset="-122"/>
              </a:rPr>
              <a:t>2</a:t>
            </a:r>
          </a:p>
        </p:txBody>
      </p:sp>
      <p:sp>
        <p:nvSpPr>
          <p:cNvPr id="51236" name="Oval 95"/>
          <p:cNvSpPr>
            <a:spLocks noChangeArrowheads="1"/>
          </p:cNvSpPr>
          <p:nvPr/>
        </p:nvSpPr>
        <p:spPr bwMode="auto">
          <a:xfrm>
            <a:off x="4594225" y="3224213"/>
            <a:ext cx="341313" cy="349250"/>
          </a:xfrm>
          <a:prstGeom prst="ellipse">
            <a:avLst/>
          </a:prstGeom>
          <a:solidFill>
            <a:srgbClr val="FFFF00"/>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1600">
                <a:latin typeface="Comic Sans MS" pitchFamily="66" charset="0"/>
                <a:ea typeface="宋体" charset="-122"/>
              </a:rPr>
              <a:t>3</a:t>
            </a:r>
          </a:p>
        </p:txBody>
      </p:sp>
      <p:sp>
        <p:nvSpPr>
          <p:cNvPr id="51237" name="Oval 96"/>
          <p:cNvSpPr>
            <a:spLocks noChangeArrowheads="1"/>
          </p:cNvSpPr>
          <p:nvPr/>
        </p:nvSpPr>
        <p:spPr bwMode="auto">
          <a:xfrm>
            <a:off x="4594225" y="4186238"/>
            <a:ext cx="341313" cy="349250"/>
          </a:xfrm>
          <a:prstGeom prst="ellipse">
            <a:avLst/>
          </a:prstGeom>
          <a:solidFill>
            <a:srgbClr val="FFFF00"/>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1600">
                <a:latin typeface="Comic Sans MS" pitchFamily="66" charset="0"/>
                <a:ea typeface="宋体" charset="-122"/>
              </a:rPr>
              <a:t>1</a:t>
            </a:r>
          </a:p>
        </p:txBody>
      </p:sp>
      <p:sp>
        <p:nvSpPr>
          <p:cNvPr id="51238" name="Oval 97"/>
          <p:cNvSpPr>
            <a:spLocks noChangeArrowheads="1"/>
          </p:cNvSpPr>
          <p:nvPr/>
        </p:nvSpPr>
        <p:spPr bwMode="auto">
          <a:xfrm>
            <a:off x="3487738" y="4186238"/>
            <a:ext cx="339725" cy="349250"/>
          </a:xfrm>
          <a:prstGeom prst="ellipse">
            <a:avLst/>
          </a:prstGeom>
          <a:solidFill>
            <a:srgbClr val="FFFF00"/>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1600">
                <a:latin typeface="Comic Sans MS" pitchFamily="66" charset="0"/>
                <a:ea typeface="宋体" charset="-122"/>
              </a:rPr>
              <a:t>0</a:t>
            </a:r>
          </a:p>
        </p:txBody>
      </p:sp>
      <p:sp>
        <p:nvSpPr>
          <p:cNvPr id="51239" name="Oval 98"/>
          <p:cNvSpPr>
            <a:spLocks noChangeArrowheads="1"/>
          </p:cNvSpPr>
          <p:nvPr/>
        </p:nvSpPr>
        <p:spPr bwMode="auto">
          <a:xfrm>
            <a:off x="6042025" y="3486150"/>
            <a:ext cx="341313" cy="349250"/>
          </a:xfrm>
          <a:prstGeom prst="ellipse">
            <a:avLst/>
          </a:prstGeom>
          <a:solidFill>
            <a:srgbClr val="FFFF00"/>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1600">
                <a:latin typeface="Comic Sans MS" pitchFamily="66" charset="0"/>
                <a:ea typeface="宋体" charset="-122"/>
              </a:rPr>
              <a:t>6</a:t>
            </a:r>
          </a:p>
        </p:txBody>
      </p:sp>
      <p:sp>
        <p:nvSpPr>
          <p:cNvPr id="51240" name="Oval 99"/>
          <p:cNvSpPr>
            <a:spLocks noChangeArrowheads="1"/>
          </p:cNvSpPr>
          <p:nvPr/>
        </p:nvSpPr>
        <p:spPr bwMode="auto">
          <a:xfrm>
            <a:off x="7150100" y="3486150"/>
            <a:ext cx="341313" cy="349250"/>
          </a:xfrm>
          <a:prstGeom prst="ellipse">
            <a:avLst/>
          </a:prstGeom>
          <a:solidFill>
            <a:srgbClr val="FFFF00"/>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1600">
                <a:latin typeface="Comic Sans MS" pitchFamily="66" charset="0"/>
                <a:ea typeface="宋体" charset="-122"/>
              </a:rPr>
              <a:t>7</a:t>
            </a:r>
          </a:p>
        </p:txBody>
      </p:sp>
      <p:sp>
        <p:nvSpPr>
          <p:cNvPr id="51241" name="Oval 100"/>
          <p:cNvSpPr>
            <a:spLocks noChangeArrowheads="1"/>
          </p:cNvSpPr>
          <p:nvPr/>
        </p:nvSpPr>
        <p:spPr bwMode="auto">
          <a:xfrm>
            <a:off x="7575550" y="2962275"/>
            <a:ext cx="341313" cy="349250"/>
          </a:xfrm>
          <a:prstGeom prst="ellipse">
            <a:avLst/>
          </a:prstGeom>
          <a:solidFill>
            <a:srgbClr val="FFFF00"/>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1600">
                <a:latin typeface="Comic Sans MS" pitchFamily="66" charset="0"/>
                <a:ea typeface="宋体" charset="-122"/>
              </a:rPr>
              <a:t>3</a:t>
            </a:r>
          </a:p>
        </p:txBody>
      </p:sp>
      <p:sp>
        <p:nvSpPr>
          <p:cNvPr id="51242" name="Oval 101"/>
          <p:cNvSpPr>
            <a:spLocks noChangeArrowheads="1"/>
          </p:cNvSpPr>
          <p:nvPr/>
        </p:nvSpPr>
        <p:spPr bwMode="auto">
          <a:xfrm>
            <a:off x="6553200" y="2962275"/>
            <a:ext cx="341313" cy="349250"/>
          </a:xfrm>
          <a:prstGeom prst="ellipse">
            <a:avLst/>
          </a:prstGeom>
          <a:solidFill>
            <a:srgbClr val="FFFF00"/>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1600">
                <a:latin typeface="Comic Sans MS" pitchFamily="66" charset="0"/>
                <a:ea typeface="宋体" charset="-122"/>
              </a:rPr>
              <a:t>2</a:t>
            </a:r>
          </a:p>
        </p:txBody>
      </p:sp>
      <p:sp>
        <p:nvSpPr>
          <p:cNvPr id="51243" name="Oval 102"/>
          <p:cNvSpPr>
            <a:spLocks noChangeArrowheads="1"/>
          </p:cNvSpPr>
          <p:nvPr/>
        </p:nvSpPr>
        <p:spPr bwMode="auto">
          <a:xfrm>
            <a:off x="6553200" y="3924300"/>
            <a:ext cx="341313" cy="349250"/>
          </a:xfrm>
          <a:prstGeom prst="ellipse">
            <a:avLst/>
          </a:prstGeom>
          <a:solidFill>
            <a:srgbClr val="FFFF00"/>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1600">
                <a:latin typeface="Comic Sans MS" pitchFamily="66" charset="0"/>
                <a:ea typeface="宋体" charset="-122"/>
              </a:rPr>
              <a:t>0</a:t>
            </a:r>
          </a:p>
        </p:txBody>
      </p:sp>
      <p:sp>
        <p:nvSpPr>
          <p:cNvPr id="51244" name="Oval 103"/>
          <p:cNvSpPr>
            <a:spLocks noChangeArrowheads="1"/>
          </p:cNvSpPr>
          <p:nvPr/>
        </p:nvSpPr>
        <p:spPr bwMode="auto">
          <a:xfrm>
            <a:off x="7575550" y="3924300"/>
            <a:ext cx="341313" cy="349250"/>
          </a:xfrm>
          <a:prstGeom prst="ellipse">
            <a:avLst/>
          </a:prstGeom>
          <a:solidFill>
            <a:srgbClr val="FFFF00"/>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1600">
                <a:latin typeface="Comic Sans MS" pitchFamily="66" charset="0"/>
                <a:ea typeface="宋体" charset="-122"/>
              </a:rPr>
              <a:t>1</a:t>
            </a:r>
          </a:p>
        </p:txBody>
      </p:sp>
      <p:sp>
        <p:nvSpPr>
          <p:cNvPr id="51245" name="Oval 104"/>
          <p:cNvSpPr>
            <a:spLocks noChangeArrowheads="1"/>
          </p:cNvSpPr>
          <p:nvPr/>
        </p:nvSpPr>
        <p:spPr bwMode="auto">
          <a:xfrm>
            <a:off x="7150100" y="4448175"/>
            <a:ext cx="341313" cy="349250"/>
          </a:xfrm>
          <a:prstGeom prst="ellipse">
            <a:avLst/>
          </a:prstGeom>
          <a:solidFill>
            <a:srgbClr val="FFFF00"/>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1600">
                <a:latin typeface="Comic Sans MS" pitchFamily="66" charset="0"/>
                <a:ea typeface="宋体" charset="-122"/>
              </a:rPr>
              <a:t>5</a:t>
            </a:r>
          </a:p>
        </p:txBody>
      </p:sp>
      <p:sp>
        <p:nvSpPr>
          <p:cNvPr id="51246" name="Oval 105"/>
          <p:cNvSpPr>
            <a:spLocks noChangeArrowheads="1"/>
          </p:cNvSpPr>
          <p:nvPr/>
        </p:nvSpPr>
        <p:spPr bwMode="auto">
          <a:xfrm>
            <a:off x="6042025" y="4448175"/>
            <a:ext cx="341313" cy="349250"/>
          </a:xfrm>
          <a:prstGeom prst="ellipse">
            <a:avLst/>
          </a:prstGeom>
          <a:solidFill>
            <a:srgbClr val="FFFF00"/>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1600">
                <a:latin typeface="Comic Sans MS" pitchFamily="66" charset="0"/>
                <a:ea typeface="宋体" charset="-122"/>
              </a:rPr>
              <a:t>4</a:t>
            </a:r>
          </a:p>
        </p:txBody>
      </p:sp>
      <p:sp>
        <p:nvSpPr>
          <p:cNvPr id="51247" name="Oval 106"/>
          <p:cNvSpPr>
            <a:spLocks noChangeArrowheads="1"/>
          </p:cNvSpPr>
          <p:nvPr/>
        </p:nvSpPr>
        <p:spPr bwMode="auto">
          <a:xfrm>
            <a:off x="847725" y="3748088"/>
            <a:ext cx="339725" cy="350837"/>
          </a:xfrm>
          <a:prstGeom prst="ellipse">
            <a:avLst/>
          </a:prstGeom>
          <a:solidFill>
            <a:srgbClr val="FFFF00"/>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1600">
                <a:latin typeface="Comic Sans MS" pitchFamily="66" charset="0"/>
                <a:ea typeface="宋体" charset="-122"/>
              </a:rPr>
              <a:t>0</a:t>
            </a:r>
          </a:p>
        </p:txBody>
      </p:sp>
      <p:sp>
        <p:nvSpPr>
          <p:cNvPr id="51248" name="Line 108"/>
          <p:cNvSpPr>
            <a:spLocks noChangeShapeType="1"/>
          </p:cNvSpPr>
          <p:nvPr/>
        </p:nvSpPr>
        <p:spPr bwMode="auto">
          <a:xfrm>
            <a:off x="1187450" y="3924300"/>
            <a:ext cx="1085850" cy="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49" name="Oval 107"/>
          <p:cNvSpPr>
            <a:spLocks noChangeArrowheads="1"/>
          </p:cNvSpPr>
          <p:nvPr/>
        </p:nvSpPr>
        <p:spPr bwMode="auto">
          <a:xfrm>
            <a:off x="2209800" y="3748088"/>
            <a:ext cx="341313" cy="350837"/>
          </a:xfrm>
          <a:prstGeom prst="ellipse">
            <a:avLst/>
          </a:prstGeom>
          <a:solidFill>
            <a:srgbClr val="FFFF00"/>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1600">
                <a:latin typeface="Comic Sans MS" pitchFamily="66" charset="0"/>
                <a:ea typeface="宋体" charset="-122"/>
              </a:rPr>
              <a:t>1</a:t>
            </a:r>
          </a:p>
        </p:txBody>
      </p:sp>
      <p:sp>
        <p:nvSpPr>
          <p:cNvPr id="51250" name="Text Box 109"/>
          <p:cNvSpPr txBox="1">
            <a:spLocks noChangeArrowheads="1"/>
          </p:cNvSpPr>
          <p:nvPr/>
        </p:nvSpPr>
        <p:spPr bwMode="auto">
          <a:xfrm>
            <a:off x="735013" y="5359400"/>
            <a:ext cx="183038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a:spcBef>
                <a:spcPct val="0"/>
              </a:spcBef>
              <a:buClrTx/>
              <a:buFontTx/>
              <a:buNone/>
            </a:pPr>
            <a:r>
              <a:rPr kumimoji="0" lang="zh-CN" altLang="en-US" sz="2800">
                <a:latin typeface="Comic Sans MS" pitchFamily="66" charset="0"/>
              </a:rPr>
              <a:t>1维立方体</a:t>
            </a:r>
          </a:p>
        </p:txBody>
      </p:sp>
      <p:sp>
        <p:nvSpPr>
          <p:cNvPr id="51251" name="Rectangle 110"/>
          <p:cNvSpPr>
            <a:spLocks noChangeArrowheads="1"/>
          </p:cNvSpPr>
          <p:nvPr/>
        </p:nvSpPr>
        <p:spPr bwMode="auto">
          <a:xfrm>
            <a:off x="762000" y="4186238"/>
            <a:ext cx="512763"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1800" b="0">
                <a:solidFill>
                  <a:schemeClr val="tx2"/>
                </a:solidFill>
                <a:latin typeface="Comic Sans MS" pitchFamily="66" charset="0"/>
              </a:rPr>
              <a:t>0</a:t>
            </a:r>
          </a:p>
        </p:txBody>
      </p:sp>
      <p:sp>
        <p:nvSpPr>
          <p:cNvPr id="51252" name="Rectangle 111"/>
          <p:cNvSpPr>
            <a:spLocks noChangeArrowheads="1"/>
          </p:cNvSpPr>
          <p:nvPr/>
        </p:nvSpPr>
        <p:spPr bwMode="auto">
          <a:xfrm>
            <a:off x="2124075" y="4186238"/>
            <a:ext cx="512763"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1800" b="0">
                <a:solidFill>
                  <a:schemeClr val="tx2"/>
                </a:solidFill>
                <a:latin typeface="Comic Sans MS" pitchFamily="66" charset="0"/>
              </a:rPr>
              <a:t>1</a:t>
            </a:r>
            <a:endParaRPr lang="zh-CN" altLang="zh-CN" sz="1800" b="0">
              <a:solidFill>
                <a:schemeClr val="tx2"/>
              </a:solidFill>
              <a:latin typeface="Comic Sans MS" pitchFamily="66" charset="0"/>
            </a:endParaRPr>
          </a:p>
        </p:txBody>
      </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7746" name="Rectangle 2"/>
          <p:cNvSpPr>
            <a:spLocks noGrp="1" noChangeArrowheads="1"/>
          </p:cNvSpPr>
          <p:nvPr>
            <p:ph type="title"/>
          </p:nvPr>
        </p:nvSpPr>
        <p:spPr/>
        <p:txBody>
          <a:bodyPr/>
          <a:lstStyle/>
          <a:p>
            <a:pPr eaLnBrk="1" hangingPunct="1">
              <a:defRPr/>
            </a:pPr>
            <a:r>
              <a:rPr lang="zh-CN" altLang="en-US" smtClean="0"/>
              <a:t>超立方体</a:t>
            </a:r>
          </a:p>
        </p:txBody>
      </p:sp>
      <p:sp>
        <p:nvSpPr>
          <p:cNvPr id="5222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互连网络种类</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静态互连网络</a:t>
            </a:r>
            <a:endParaRPr lang="zh-CN" altLang="en-US" sz="1200" b="0">
              <a:latin typeface="Times New Roman" pitchFamily="18" charset="0"/>
              <a:ea typeface="幼圆" pitchFamily="49" charset="-122"/>
            </a:endParaRPr>
          </a:p>
        </p:txBody>
      </p:sp>
      <p:sp>
        <p:nvSpPr>
          <p:cNvPr id="52228" name="Text Box 4"/>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en-US" altLang="zh-CN" sz="1200" b="0" dirty="0" smtClean="0">
                <a:latin typeface="幼圆" pitchFamily="49" charset="-122"/>
                <a:ea typeface="幼圆" pitchFamily="49" charset="-122"/>
              </a:rPr>
              <a:t>7</a:t>
            </a:r>
            <a:r>
              <a:rPr lang="zh-CN" altLang="en-US" sz="1200" b="0" dirty="0" smtClean="0">
                <a:latin typeface="幼圆" pitchFamily="49" charset="-122"/>
                <a:ea typeface="幼圆" pitchFamily="49" charset="-122"/>
              </a:rPr>
              <a:t> </a:t>
            </a:r>
            <a:r>
              <a:rPr lang="zh-CN" altLang="en-US" sz="1200" b="0" dirty="0">
                <a:latin typeface="幼圆" pitchFamily="49" charset="-122"/>
                <a:ea typeface="幼圆" pitchFamily="49" charset="-122"/>
              </a:rPr>
              <a:t>之 3</a:t>
            </a:r>
          </a:p>
        </p:txBody>
      </p:sp>
      <p:grpSp>
        <p:nvGrpSpPr>
          <p:cNvPr id="52229" name="Group 93"/>
          <p:cNvGrpSpPr>
            <a:grpSpLocks/>
          </p:cNvGrpSpPr>
          <p:nvPr/>
        </p:nvGrpSpPr>
        <p:grpSpPr bwMode="auto">
          <a:xfrm>
            <a:off x="1524000" y="1772816"/>
            <a:ext cx="6169025" cy="3125788"/>
            <a:chOff x="712" y="1253"/>
            <a:chExt cx="3886" cy="1969"/>
          </a:xfrm>
        </p:grpSpPr>
        <p:sp>
          <p:nvSpPr>
            <p:cNvPr id="52230" name="Freeform 88"/>
            <p:cNvSpPr>
              <a:spLocks/>
            </p:cNvSpPr>
            <p:nvPr/>
          </p:nvSpPr>
          <p:spPr bwMode="auto">
            <a:xfrm>
              <a:off x="1920" y="2064"/>
              <a:ext cx="1920" cy="192"/>
            </a:xfrm>
            <a:custGeom>
              <a:avLst/>
              <a:gdLst>
                <a:gd name="T0" fmla="*/ 0 w 1968"/>
                <a:gd name="T1" fmla="*/ 0 h 456"/>
                <a:gd name="T2" fmla="*/ 500 w 1968"/>
                <a:gd name="T3" fmla="*/ 0 h 456"/>
                <a:gd name="T4" fmla="*/ 923 w 1968"/>
                <a:gd name="T5" fmla="*/ 0 h 456"/>
                <a:gd name="T6" fmla="*/ 1346 w 1968"/>
                <a:gd name="T7" fmla="*/ 0 h 456"/>
                <a:gd name="T8" fmla="*/ 1577 w 1968"/>
                <a:gd name="T9" fmla="*/ 0 h 4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68" h="456">
                  <a:moveTo>
                    <a:pt x="0" y="408"/>
                  </a:moveTo>
                  <a:cubicBezTo>
                    <a:pt x="216" y="272"/>
                    <a:pt x="432" y="136"/>
                    <a:pt x="624" y="72"/>
                  </a:cubicBezTo>
                  <a:cubicBezTo>
                    <a:pt x="816" y="8"/>
                    <a:pt x="976" y="0"/>
                    <a:pt x="1152" y="24"/>
                  </a:cubicBezTo>
                  <a:cubicBezTo>
                    <a:pt x="1328" y="48"/>
                    <a:pt x="1544" y="144"/>
                    <a:pt x="1680" y="216"/>
                  </a:cubicBezTo>
                  <a:cubicBezTo>
                    <a:pt x="1816" y="288"/>
                    <a:pt x="1920" y="416"/>
                    <a:pt x="1968" y="456"/>
                  </a:cubicBezTo>
                </a:path>
              </a:pathLst>
            </a:custGeom>
            <a:noFill/>
            <a:ln w="31750"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2231" name="Freeform 91"/>
            <p:cNvSpPr>
              <a:spLocks/>
            </p:cNvSpPr>
            <p:nvPr/>
          </p:nvSpPr>
          <p:spPr bwMode="auto">
            <a:xfrm>
              <a:off x="2208" y="2352"/>
              <a:ext cx="1920" cy="192"/>
            </a:xfrm>
            <a:custGeom>
              <a:avLst/>
              <a:gdLst>
                <a:gd name="T0" fmla="*/ 0 w 1968"/>
                <a:gd name="T1" fmla="*/ 0 h 456"/>
                <a:gd name="T2" fmla="*/ 500 w 1968"/>
                <a:gd name="T3" fmla="*/ 0 h 456"/>
                <a:gd name="T4" fmla="*/ 923 w 1968"/>
                <a:gd name="T5" fmla="*/ 0 h 456"/>
                <a:gd name="T6" fmla="*/ 1346 w 1968"/>
                <a:gd name="T7" fmla="*/ 0 h 456"/>
                <a:gd name="T8" fmla="*/ 1577 w 1968"/>
                <a:gd name="T9" fmla="*/ 0 h 4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68" h="456">
                  <a:moveTo>
                    <a:pt x="0" y="408"/>
                  </a:moveTo>
                  <a:cubicBezTo>
                    <a:pt x="216" y="272"/>
                    <a:pt x="432" y="136"/>
                    <a:pt x="624" y="72"/>
                  </a:cubicBezTo>
                  <a:cubicBezTo>
                    <a:pt x="816" y="8"/>
                    <a:pt x="976" y="0"/>
                    <a:pt x="1152" y="24"/>
                  </a:cubicBezTo>
                  <a:cubicBezTo>
                    <a:pt x="1328" y="48"/>
                    <a:pt x="1544" y="144"/>
                    <a:pt x="1680" y="216"/>
                  </a:cubicBezTo>
                  <a:cubicBezTo>
                    <a:pt x="1816" y="288"/>
                    <a:pt x="1920" y="416"/>
                    <a:pt x="1968" y="456"/>
                  </a:cubicBezTo>
                </a:path>
              </a:pathLst>
            </a:custGeom>
            <a:noFill/>
            <a:ln w="31750"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2232" name="Freeform 90"/>
            <p:cNvSpPr>
              <a:spLocks/>
            </p:cNvSpPr>
            <p:nvPr/>
          </p:nvSpPr>
          <p:spPr bwMode="auto">
            <a:xfrm>
              <a:off x="1920" y="2688"/>
              <a:ext cx="1920" cy="192"/>
            </a:xfrm>
            <a:custGeom>
              <a:avLst/>
              <a:gdLst>
                <a:gd name="T0" fmla="*/ 0 w 1968"/>
                <a:gd name="T1" fmla="*/ 0 h 456"/>
                <a:gd name="T2" fmla="*/ 500 w 1968"/>
                <a:gd name="T3" fmla="*/ 0 h 456"/>
                <a:gd name="T4" fmla="*/ 923 w 1968"/>
                <a:gd name="T5" fmla="*/ 0 h 456"/>
                <a:gd name="T6" fmla="*/ 1346 w 1968"/>
                <a:gd name="T7" fmla="*/ 0 h 456"/>
                <a:gd name="T8" fmla="*/ 1577 w 1968"/>
                <a:gd name="T9" fmla="*/ 0 h 4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68" h="456">
                  <a:moveTo>
                    <a:pt x="0" y="408"/>
                  </a:moveTo>
                  <a:cubicBezTo>
                    <a:pt x="216" y="272"/>
                    <a:pt x="432" y="136"/>
                    <a:pt x="624" y="72"/>
                  </a:cubicBezTo>
                  <a:cubicBezTo>
                    <a:pt x="816" y="8"/>
                    <a:pt x="976" y="0"/>
                    <a:pt x="1152" y="24"/>
                  </a:cubicBezTo>
                  <a:cubicBezTo>
                    <a:pt x="1328" y="48"/>
                    <a:pt x="1544" y="144"/>
                    <a:pt x="1680" y="216"/>
                  </a:cubicBezTo>
                  <a:cubicBezTo>
                    <a:pt x="1816" y="288"/>
                    <a:pt x="1920" y="416"/>
                    <a:pt x="1968" y="456"/>
                  </a:cubicBezTo>
                </a:path>
              </a:pathLst>
            </a:custGeom>
            <a:noFill/>
            <a:ln w="31750"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2233" name="Freeform 89"/>
            <p:cNvSpPr>
              <a:spLocks/>
            </p:cNvSpPr>
            <p:nvPr/>
          </p:nvSpPr>
          <p:spPr bwMode="auto">
            <a:xfrm>
              <a:off x="1248" y="2688"/>
              <a:ext cx="1920" cy="192"/>
            </a:xfrm>
            <a:custGeom>
              <a:avLst/>
              <a:gdLst>
                <a:gd name="T0" fmla="*/ 0 w 1968"/>
                <a:gd name="T1" fmla="*/ 0 h 456"/>
                <a:gd name="T2" fmla="*/ 500 w 1968"/>
                <a:gd name="T3" fmla="*/ 0 h 456"/>
                <a:gd name="T4" fmla="*/ 923 w 1968"/>
                <a:gd name="T5" fmla="*/ 0 h 456"/>
                <a:gd name="T6" fmla="*/ 1346 w 1968"/>
                <a:gd name="T7" fmla="*/ 0 h 456"/>
                <a:gd name="T8" fmla="*/ 1577 w 1968"/>
                <a:gd name="T9" fmla="*/ 0 h 4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68" h="456">
                  <a:moveTo>
                    <a:pt x="0" y="408"/>
                  </a:moveTo>
                  <a:cubicBezTo>
                    <a:pt x="216" y="272"/>
                    <a:pt x="432" y="136"/>
                    <a:pt x="624" y="72"/>
                  </a:cubicBezTo>
                  <a:cubicBezTo>
                    <a:pt x="816" y="8"/>
                    <a:pt x="976" y="0"/>
                    <a:pt x="1152" y="24"/>
                  </a:cubicBezTo>
                  <a:cubicBezTo>
                    <a:pt x="1328" y="48"/>
                    <a:pt x="1544" y="144"/>
                    <a:pt x="1680" y="216"/>
                  </a:cubicBezTo>
                  <a:cubicBezTo>
                    <a:pt x="1816" y="288"/>
                    <a:pt x="1920" y="416"/>
                    <a:pt x="1968" y="456"/>
                  </a:cubicBezTo>
                </a:path>
              </a:pathLst>
            </a:custGeom>
            <a:noFill/>
            <a:ln w="31750"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2234" name="Freeform 85"/>
            <p:cNvSpPr>
              <a:spLocks/>
            </p:cNvSpPr>
            <p:nvPr/>
          </p:nvSpPr>
          <p:spPr bwMode="auto">
            <a:xfrm>
              <a:off x="1248" y="2064"/>
              <a:ext cx="1920" cy="192"/>
            </a:xfrm>
            <a:custGeom>
              <a:avLst/>
              <a:gdLst>
                <a:gd name="T0" fmla="*/ 0 w 1968"/>
                <a:gd name="T1" fmla="*/ 0 h 456"/>
                <a:gd name="T2" fmla="*/ 500 w 1968"/>
                <a:gd name="T3" fmla="*/ 0 h 456"/>
                <a:gd name="T4" fmla="*/ 923 w 1968"/>
                <a:gd name="T5" fmla="*/ 0 h 456"/>
                <a:gd name="T6" fmla="*/ 1346 w 1968"/>
                <a:gd name="T7" fmla="*/ 0 h 456"/>
                <a:gd name="T8" fmla="*/ 1577 w 1968"/>
                <a:gd name="T9" fmla="*/ 0 h 4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68" h="456">
                  <a:moveTo>
                    <a:pt x="0" y="408"/>
                  </a:moveTo>
                  <a:cubicBezTo>
                    <a:pt x="216" y="272"/>
                    <a:pt x="432" y="136"/>
                    <a:pt x="624" y="72"/>
                  </a:cubicBezTo>
                  <a:cubicBezTo>
                    <a:pt x="816" y="8"/>
                    <a:pt x="976" y="0"/>
                    <a:pt x="1152" y="24"/>
                  </a:cubicBezTo>
                  <a:cubicBezTo>
                    <a:pt x="1328" y="48"/>
                    <a:pt x="1544" y="144"/>
                    <a:pt x="1680" y="216"/>
                  </a:cubicBezTo>
                  <a:cubicBezTo>
                    <a:pt x="1816" y="288"/>
                    <a:pt x="1920" y="416"/>
                    <a:pt x="1968" y="456"/>
                  </a:cubicBezTo>
                </a:path>
              </a:pathLst>
            </a:custGeom>
            <a:noFill/>
            <a:ln w="31750"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2235" name="Line 55"/>
            <p:cNvSpPr>
              <a:spLocks noChangeShapeType="1"/>
            </p:cNvSpPr>
            <p:nvPr/>
          </p:nvSpPr>
          <p:spPr bwMode="auto">
            <a:xfrm flipH="1">
              <a:off x="1200" y="2496"/>
              <a:ext cx="293" cy="351"/>
            </a:xfrm>
            <a:prstGeom prst="line">
              <a:avLst/>
            </a:prstGeom>
            <a:noFill/>
            <a:ln w="28575">
              <a:solidFill>
                <a:schemeClr val="tx2"/>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236" name="Line 54"/>
            <p:cNvSpPr>
              <a:spLocks noChangeShapeType="1"/>
            </p:cNvSpPr>
            <p:nvPr/>
          </p:nvSpPr>
          <p:spPr bwMode="auto">
            <a:xfrm>
              <a:off x="1488" y="1968"/>
              <a:ext cx="0" cy="611"/>
            </a:xfrm>
            <a:prstGeom prst="line">
              <a:avLst/>
            </a:prstGeom>
            <a:noFill/>
            <a:ln w="28575">
              <a:solidFill>
                <a:schemeClr val="tx2"/>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237" name="Line 53"/>
            <p:cNvSpPr>
              <a:spLocks noChangeShapeType="1"/>
            </p:cNvSpPr>
            <p:nvPr/>
          </p:nvSpPr>
          <p:spPr bwMode="auto">
            <a:xfrm>
              <a:off x="1440" y="2544"/>
              <a:ext cx="685" cy="0"/>
            </a:xfrm>
            <a:prstGeom prst="line">
              <a:avLst/>
            </a:prstGeom>
            <a:noFill/>
            <a:ln w="28575">
              <a:solidFill>
                <a:schemeClr val="tx2"/>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238" name="Line 8"/>
            <p:cNvSpPr>
              <a:spLocks noChangeShapeType="1"/>
            </p:cNvSpPr>
            <p:nvPr/>
          </p:nvSpPr>
          <p:spPr bwMode="auto">
            <a:xfrm>
              <a:off x="1450" y="1932"/>
              <a:ext cx="686" cy="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239" name="Line 9"/>
            <p:cNvSpPr>
              <a:spLocks noChangeShapeType="1"/>
            </p:cNvSpPr>
            <p:nvPr/>
          </p:nvSpPr>
          <p:spPr bwMode="auto">
            <a:xfrm>
              <a:off x="1157" y="2894"/>
              <a:ext cx="685" cy="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240" name="Line 10"/>
            <p:cNvSpPr>
              <a:spLocks noChangeShapeType="1"/>
            </p:cNvSpPr>
            <p:nvPr/>
          </p:nvSpPr>
          <p:spPr bwMode="auto">
            <a:xfrm>
              <a:off x="2136" y="1932"/>
              <a:ext cx="0" cy="611"/>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241" name="Line 11"/>
            <p:cNvSpPr>
              <a:spLocks noChangeShapeType="1"/>
            </p:cNvSpPr>
            <p:nvPr/>
          </p:nvSpPr>
          <p:spPr bwMode="auto">
            <a:xfrm flipH="1">
              <a:off x="1842" y="2543"/>
              <a:ext cx="294" cy="351"/>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242" name="Line 12"/>
            <p:cNvSpPr>
              <a:spLocks noChangeShapeType="1"/>
            </p:cNvSpPr>
            <p:nvPr/>
          </p:nvSpPr>
          <p:spPr bwMode="auto">
            <a:xfrm>
              <a:off x="1157" y="2283"/>
              <a:ext cx="0" cy="611"/>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243" name="Line 13"/>
            <p:cNvSpPr>
              <a:spLocks noChangeShapeType="1"/>
            </p:cNvSpPr>
            <p:nvPr/>
          </p:nvSpPr>
          <p:spPr bwMode="auto">
            <a:xfrm flipH="1">
              <a:off x="1157" y="1932"/>
              <a:ext cx="293" cy="351"/>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244" name="Line 14"/>
            <p:cNvSpPr>
              <a:spLocks noChangeShapeType="1"/>
            </p:cNvSpPr>
            <p:nvPr/>
          </p:nvSpPr>
          <p:spPr bwMode="auto">
            <a:xfrm flipH="1">
              <a:off x="1842" y="1932"/>
              <a:ext cx="294" cy="351"/>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245" name="Line 15"/>
            <p:cNvSpPr>
              <a:spLocks noChangeShapeType="1"/>
            </p:cNvSpPr>
            <p:nvPr/>
          </p:nvSpPr>
          <p:spPr bwMode="auto">
            <a:xfrm>
              <a:off x="1842" y="2283"/>
              <a:ext cx="0" cy="611"/>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246" name="Line 16"/>
            <p:cNvSpPr>
              <a:spLocks noChangeShapeType="1"/>
            </p:cNvSpPr>
            <p:nvPr/>
          </p:nvSpPr>
          <p:spPr bwMode="auto">
            <a:xfrm>
              <a:off x="1157" y="2283"/>
              <a:ext cx="685" cy="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247" name="Rectangle 20"/>
            <p:cNvSpPr>
              <a:spLocks noChangeArrowheads="1"/>
            </p:cNvSpPr>
            <p:nvPr/>
          </p:nvSpPr>
          <p:spPr bwMode="auto">
            <a:xfrm>
              <a:off x="2256" y="1776"/>
              <a:ext cx="323"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1800" b="0">
                  <a:solidFill>
                    <a:schemeClr val="tx2"/>
                  </a:solidFill>
                  <a:latin typeface="Comic Sans MS" pitchFamily="66" charset="0"/>
                </a:rPr>
                <a:t>0</a:t>
              </a:r>
              <a:r>
                <a:rPr lang="zh-CN" altLang="zh-CN" sz="1800" b="0">
                  <a:solidFill>
                    <a:schemeClr val="tx2"/>
                  </a:solidFill>
                  <a:latin typeface="Comic Sans MS" pitchFamily="66" charset="0"/>
                </a:rPr>
                <a:t>011</a:t>
              </a:r>
            </a:p>
          </p:txBody>
        </p:sp>
        <p:sp>
          <p:nvSpPr>
            <p:cNvPr id="52248" name="Rectangle 21"/>
            <p:cNvSpPr>
              <a:spLocks noChangeArrowheads="1"/>
            </p:cNvSpPr>
            <p:nvPr/>
          </p:nvSpPr>
          <p:spPr bwMode="auto">
            <a:xfrm>
              <a:off x="1584" y="2496"/>
              <a:ext cx="323"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1800" b="0">
                  <a:solidFill>
                    <a:schemeClr val="tx2"/>
                  </a:solidFill>
                  <a:latin typeface="Comic Sans MS" pitchFamily="66" charset="0"/>
                </a:rPr>
                <a:t>0</a:t>
              </a:r>
              <a:r>
                <a:rPr lang="zh-CN" altLang="zh-CN" sz="1800" b="0">
                  <a:solidFill>
                    <a:schemeClr val="tx2"/>
                  </a:solidFill>
                  <a:latin typeface="Comic Sans MS" pitchFamily="66" charset="0"/>
                </a:rPr>
                <a:t>000</a:t>
              </a:r>
            </a:p>
          </p:txBody>
        </p:sp>
        <p:sp>
          <p:nvSpPr>
            <p:cNvPr id="52249" name="Rectangle 22"/>
            <p:cNvSpPr>
              <a:spLocks noChangeArrowheads="1"/>
            </p:cNvSpPr>
            <p:nvPr/>
          </p:nvSpPr>
          <p:spPr bwMode="auto">
            <a:xfrm>
              <a:off x="1033" y="1766"/>
              <a:ext cx="322"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1800" b="0">
                  <a:solidFill>
                    <a:schemeClr val="tx2"/>
                  </a:solidFill>
                  <a:latin typeface="Comic Sans MS" pitchFamily="66" charset="0"/>
                </a:rPr>
                <a:t>0</a:t>
              </a:r>
              <a:r>
                <a:rPr lang="zh-CN" altLang="zh-CN" sz="1800" b="0">
                  <a:solidFill>
                    <a:schemeClr val="tx2"/>
                  </a:solidFill>
                  <a:latin typeface="Comic Sans MS" pitchFamily="66" charset="0"/>
                </a:rPr>
                <a:t>010</a:t>
              </a:r>
            </a:p>
          </p:txBody>
        </p:sp>
        <p:sp>
          <p:nvSpPr>
            <p:cNvPr id="52250" name="Rectangle 23"/>
            <p:cNvSpPr>
              <a:spLocks noChangeArrowheads="1"/>
            </p:cNvSpPr>
            <p:nvPr/>
          </p:nvSpPr>
          <p:spPr bwMode="auto">
            <a:xfrm>
              <a:off x="712" y="2151"/>
              <a:ext cx="323" cy="2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1800" b="0">
                  <a:solidFill>
                    <a:schemeClr val="tx2"/>
                  </a:solidFill>
                  <a:latin typeface="Comic Sans MS" pitchFamily="66" charset="0"/>
                </a:rPr>
                <a:t>0</a:t>
              </a:r>
              <a:r>
                <a:rPr lang="zh-CN" altLang="zh-CN" sz="1800" b="0">
                  <a:solidFill>
                    <a:schemeClr val="tx2"/>
                  </a:solidFill>
                  <a:latin typeface="Comic Sans MS" pitchFamily="66" charset="0"/>
                </a:rPr>
                <a:t>110</a:t>
              </a:r>
            </a:p>
          </p:txBody>
        </p:sp>
        <p:sp>
          <p:nvSpPr>
            <p:cNvPr id="52251" name="Rectangle 24"/>
            <p:cNvSpPr>
              <a:spLocks noChangeArrowheads="1"/>
            </p:cNvSpPr>
            <p:nvPr/>
          </p:nvSpPr>
          <p:spPr bwMode="auto">
            <a:xfrm>
              <a:off x="1536" y="1968"/>
              <a:ext cx="322"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1800" b="0">
                  <a:solidFill>
                    <a:schemeClr val="tx2"/>
                  </a:solidFill>
                  <a:latin typeface="Comic Sans MS" pitchFamily="66" charset="0"/>
                </a:rPr>
                <a:t>0</a:t>
              </a:r>
              <a:r>
                <a:rPr lang="zh-CN" altLang="zh-CN" sz="1800" b="0">
                  <a:solidFill>
                    <a:schemeClr val="tx2"/>
                  </a:solidFill>
                  <a:latin typeface="Comic Sans MS" pitchFamily="66" charset="0"/>
                </a:rPr>
                <a:t>111</a:t>
              </a:r>
            </a:p>
          </p:txBody>
        </p:sp>
        <p:sp>
          <p:nvSpPr>
            <p:cNvPr id="52252" name="Rectangle 25"/>
            <p:cNvSpPr>
              <a:spLocks noChangeArrowheads="1"/>
            </p:cNvSpPr>
            <p:nvPr/>
          </p:nvSpPr>
          <p:spPr bwMode="auto">
            <a:xfrm>
              <a:off x="1838" y="2922"/>
              <a:ext cx="324"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1800" b="0">
                  <a:solidFill>
                    <a:schemeClr val="tx2"/>
                  </a:solidFill>
                  <a:latin typeface="Comic Sans MS" pitchFamily="66" charset="0"/>
                </a:rPr>
                <a:t>0</a:t>
              </a:r>
              <a:r>
                <a:rPr lang="zh-CN" altLang="zh-CN" sz="1800" b="0">
                  <a:solidFill>
                    <a:schemeClr val="tx2"/>
                  </a:solidFill>
                  <a:latin typeface="Comic Sans MS" pitchFamily="66" charset="0"/>
                </a:rPr>
                <a:t>101</a:t>
              </a:r>
            </a:p>
          </p:txBody>
        </p:sp>
        <p:sp>
          <p:nvSpPr>
            <p:cNvPr id="52253" name="Rectangle 26"/>
            <p:cNvSpPr>
              <a:spLocks noChangeArrowheads="1"/>
            </p:cNvSpPr>
            <p:nvPr/>
          </p:nvSpPr>
          <p:spPr bwMode="auto">
            <a:xfrm>
              <a:off x="1141" y="2922"/>
              <a:ext cx="322"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1800" b="0">
                  <a:solidFill>
                    <a:schemeClr val="tx2"/>
                  </a:solidFill>
                  <a:latin typeface="Comic Sans MS" pitchFamily="66" charset="0"/>
                </a:rPr>
                <a:t>0</a:t>
              </a:r>
              <a:r>
                <a:rPr lang="zh-CN" altLang="zh-CN" sz="1800" b="0">
                  <a:solidFill>
                    <a:schemeClr val="tx2"/>
                  </a:solidFill>
                  <a:latin typeface="Comic Sans MS" pitchFamily="66" charset="0"/>
                </a:rPr>
                <a:t>100</a:t>
              </a:r>
            </a:p>
          </p:txBody>
        </p:sp>
        <p:sp>
          <p:nvSpPr>
            <p:cNvPr id="52254" name="Rectangle 27"/>
            <p:cNvSpPr>
              <a:spLocks noChangeArrowheads="1"/>
            </p:cNvSpPr>
            <p:nvPr/>
          </p:nvSpPr>
          <p:spPr bwMode="auto">
            <a:xfrm>
              <a:off x="2208" y="2496"/>
              <a:ext cx="323"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1800" b="0">
                  <a:solidFill>
                    <a:schemeClr val="tx2"/>
                  </a:solidFill>
                  <a:latin typeface="Comic Sans MS" pitchFamily="66" charset="0"/>
                </a:rPr>
                <a:t>0</a:t>
              </a:r>
              <a:r>
                <a:rPr lang="zh-CN" altLang="zh-CN" sz="1800" b="0">
                  <a:solidFill>
                    <a:schemeClr val="tx2"/>
                  </a:solidFill>
                  <a:latin typeface="Comic Sans MS" pitchFamily="66" charset="0"/>
                </a:rPr>
                <a:t>00</a:t>
              </a:r>
              <a:r>
                <a:rPr lang="zh-CN" altLang="en-US" sz="1800" b="0">
                  <a:solidFill>
                    <a:schemeClr val="tx2"/>
                  </a:solidFill>
                  <a:latin typeface="Comic Sans MS" pitchFamily="66" charset="0"/>
                </a:rPr>
                <a:t>1</a:t>
              </a:r>
              <a:endParaRPr lang="zh-CN" altLang="zh-CN" sz="1800" b="0">
                <a:solidFill>
                  <a:schemeClr val="tx2"/>
                </a:solidFill>
                <a:latin typeface="Comic Sans MS" pitchFamily="66" charset="0"/>
              </a:endParaRPr>
            </a:p>
          </p:txBody>
        </p:sp>
        <p:sp>
          <p:nvSpPr>
            <p:cNvPr id="52255" name="Text Box 33"/>
            <p:cNvSpPr txBox="1">
              <a:spLocks noChangeArrowheads="1"/>
            </p:cNvSpPr>
            <p:nvPr/>
          </p:nvSpPr>
          <p:spPr bwMode="auto">
            <a:xfrm>
              <a:off x="2070" y="1253"/>
              <a:ext cx="1153"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a:spcBef>
                  <a:spcPct val="0"/>
                </a:spcBef>
                <a:buClrTx/>
                <a:buFontTx/>
                <a:buNone/>
              </a:pPr>
              <a:r>
                <a:rPr kumimoji="0" lang="zh-CN" altLang="en-US" sz="2800" dirty="0">
                  <a:latin typeface="Comic Sans MS" pitchFamily="66" charset="0"/>
                </a:rPr>
                <a:t>4维立方体</a:t>
              </a:r>
            </a:p>
          </p:txBody>
        </p:sp>
        <p:sp>
          <p:nvSpPr>
            <p:cNvPr id="52256" name="Oval 39"/>
            <p:cNvSpPr>
              <a:spLocks noChangeArrowheads="1"/>
            </p:cNvSpPr>
            <p:nvPr/>
          </p:nvSpPr>
          <p:spPr bwMode="auto">
            <a:xfrm>
              <a:off x="1033" y="2151"/>
              <a:ext cx="215" cy="220"/>
            </a:xfrm>
            <a:prstGeom prst="ellipse">
              <a:avLst/>
            </a:prstGeom>
            <a:solidFill>
              <a:srgbClr val="FFFF00"/>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1600">
                  <a:latin typeface="Comic Sans MS" pitchFamily="66" charset="0"/>
                  <a:ea typeface="宋体" charset="-122"/>
                </a:rPr>
                <a:t>6</a:t>
              </a:r>
            </a:p>
          </p:txBody>
        </p:sp>
        <p:sp>
          <p:nvSpPr>
            <p:cNvPr id="52257" name="Oval 40"/>
            <p:cNvSpPr>
              <a:spLocks noChangeArrowheads="1"/>
            </p:cNvSpPr>
            <p:nvPr/>
          </p:nvSpPr>
          <p:spPr bwMode="auto">
            <a:xfrm>
              <a:off x="1731" y="2151"/>
              <a:ext cx="215" cy="220"/>
            </a:xfrm>
            <a:prstGeom prst="ellipse">
              <a:avLst/>
            </a:prstGeom>
            <a:solidFill>
              <a:srgbClr val="FFFF00"/>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1600">
                  <a:latin typeface="Comic Sans MS" pitchFamily="66" charset="0"/>
                  <a:ea typeface="宋体" charset="-122"/>
                </a:rPr>
                <a:t>7</a:t>
              </a:r>
            </a:p>
          </p:txBody>
        </p:sp>
        <p:sp>
          <p:nvSpPr>
            <p:cNvPr id="52258" name="Oval 41"/>
            <p:cNvSpPr>
              <a:spLocks noChangeArrowheads="1"/>
            </p:cNvSpPr>
            <p:nvPr/>
          </p:nvSpPr>
          <p:spPr bwMode="auto">
            <a:xfrm>
              <a:off x="1999" y="1821"/>
              <a:ext cx="215" cy="220"/>
            </a:xfrm>
            <a:prstGeom prst="ellipse">
              <a:avLst/>
            </a:prstGeom>
            <a:solidFill>
              <a:srgbClr val="FFFF00"/>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1600">
                  <a:latin typeface="Comic Sans MS" pitchFamily="66" charset="0"/>
                  <a:ea typeface="宋体" charset="-122"/>
                </a:rPr>
                <a:t>3</a:t>
              </a:r>
            </a:p>
          </p:txBody>
        </p:sp>
        <p:sp>
          <p:nvSpPr>
            <p:cNvPr id="52259" name="Oval 42"/>
            <p:cNvSpPr>
              <a:spLocks noChangeArrowheads="1"/>
            </p:cNvSpPr>
            <p:nvPr/>
          </p:nvSpPr>
          <p:spPr bwMode="auto">
            <a:xfrm>
              <a:off x="1355" y="1821"/>
              <a:ext cx="215" cy="220"/>
            </a:xfrm>
            <a:prstGeom prst="ellipse">
              <a:avLst/>
            </a:prstGeom>
            <a:solidFill>
              <a:srgbClr val="FFFF00"/>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1600">
                  <a:latin typeface="Comic Sans MS" pitchFamily="66" charset="0"/>
                  <a:ea typeface="宋体" charset="-122"/>
                </a:rPr>
                <a:t>2</a:t>
              </a:r>
            </a:p>
          </p:txBody>
        </p:sp>
        <p:sp>
          <p:nvSpPr>
            <p:cNvPr id="52260" name="Oval 43"/>
            <p:cNvSpPr>
              <a:spLocks noChangeArrowheads="1"/>
            </p:cNvSpPr>
            <p:nvPr/>
          </p:nvSpPr>
          <p:spPr bwMode="auto">
            <a:xfrm>
              <a:off x="1355" y="2427"/>
              <a:ext cx="215" cy="220"/>
            </a:xfrm>
            <a:prstGeom prst="ellipse">
              <a:avLst/>
            </a:prstGeom>
            <a:solidFill>
              <a:srgbClr val="FFFF00"/>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1600">
                  <a:latin typeface="Comic Sans MS" pitchFamily="66" charset="0"/>
                  <a:ea typeface="宋体" charset="-122"/>
                </a:rPr>
                <a:t>0</a:t>
              </a:r>
            </a:p>
          </p:txBody>
        </p:sp>
        <p:sp>
          <p:nvSpPr>
            <p:cNvPr id="52261" name="Oval 44"/>
            <p:cNvSpPr>
              <a:spLocks noChangeArrowheads="1"/>
            </p:cNvSpPr>
            <p:nvPr/>
          </p:nvSpPr>
          <p:spPr bwMode="auto">
            <a:xfrm>
              <a:off x="1999" y="2427"/>
              <a:ext cx="215" cy="220"/>
            </a:xfrm>
            <a:prstGeom prst="ellipse">
              <a:avLst/>
            </a:prstGeom>
            <a:solidFill>
              <a:srgbClr val="FFFF00"/>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1600">
                  <a:latin typeface="Comic Sans MS" pitchFamily="66" charset="0"/>
                  <a:ea typeface="宋体" charset="-122"/>
                </a:rPr>
                <a:t>1</a:t>
              </a:r>
            </a:p>
          </p:txBody>
        </p:sp>
        <p:sp>
          <p:nvSpPr>
            <p:cNvPr id="52262" name="Oval 45"/>
            <p:cNvSpPr>
              <a:spLocks noChangeArrowheads="1"/>
            </p:cNvSpPr>
            <p:nvPr/>
          </p:nvSpPr>
          <p:spPr bwMode="auto">
            <a:xfrm>
              <a:off x="1731" y="2757"/>
              <a:ext cx="215" cy="220"/>
            </a:xfrm>
            <a:prstGeom prst="ellipse">
              <a:avLst/>
            </a:prstGeom>
            <a:solidFill>
              <a:srgbClr val="FFFF00"/>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1600">
                  <a:latin typeface="Comic Sans MS" pitchFamily="66" charset="0"/>
                  <a:ea typeface="宋体" charset="-122"/>
                </a:rPr>
                <a:t>5</a:t>
              </a:r>
            </a:p>
          </p:txBody>
        </p:sp>
        <p:sp>
          <p:nvSpPr>
            <p:cNvPr id="52263" name="Oval 46"/>
            <p:cNvSpPr>
              <a:spLocks noChangeArrowheads="1"/>
            </p:cNvSpPr>
            <p:nvPr/>
          </p:nvSpPr>
          <p:spPr bwMode="auto">
            <a:xfrm>
              <a:off x="1033" y="2757"/>
              <a:ext cx="215" cy="220"/>
            </a:xfrm>
            <a:prstGeom prst="ellipse">
              <a:avLst/>
            </a:prstGeom>
            <a:solidFill>
              <a:srgbClr val="FFFF00"/>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1600">
                  <a:latin typeface="Comic Sans MS" pitchFamily="66" charset="0"/>
                  <a:ea typeface="宋体" charset="-122"/>
                </a:rPr>
                <a:t>4</a:t>
              </a:r>
            </a:p>
          </p:txBody>
        </p:sp>
        <p:sp>
          <p:nvSpPr>
            <p:cNvPr id="52264" name="Line 56"/>
            <p:cNvSpPr>
              <a:spLocks noChangeShapeType="1"/>
            </p:cNvSpPr>
            <p:nvPr/>
          </p:nvSpPr>
          <p:spPr bwMode="auto">
            <a:xfrm flipH="1">
              <a:off x="3261" y="2505"/>
              <a:ext cx="293" cy="351"/>
            </a:xfrm>
            <a:prstGeom prst="line">
              <a:avLst/>
            </a:prstGeom>
            <a:noFill/>
            <a:ln w="28575">
              <a:solidFill>
                <a:schemeClr val="tx2"/>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265" name="Line 57"/>
            <p:cNvSpPr>
              <a:spLocks noChangeShapeType="1"/>
            </p:cNvSpPr>
            <p:nvPr/>
          </p:nvSpPr>
          <p:spPr bwMode="auto">
            <a:xfrm>
              <a:off x="3549" y="1977"/>
              <a:ext cx="0" cy="611"/>
            </a:xfrm>
            <a:prstGeom prst="line">
              <a:avLst/>
            </a:prstGeom>
            <a:noFill/>
            <a:ln w="28575">
              <a:solidFill>
                <a:schemeClr val="tx2"/>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266" name="Line 58"/>
            <p:cNvSpPr>
              <a:spLocks noChangeShapeType="1"/>
            </p:cNvSpPr>
            <p:nvPr/>
          </p:nvSpPr>
          <p:spPr bwMode="auto">
            <a:xfrm>
              <a:off x="3501" y="2553"/>
              <a:ext cx="685" cy="0"/>
            </a:xfrm>
            <a:prstGeom prst="line">
              <a:avLst/>
            </a:prstGeom>
            <a:noFill/>
            <a:ln w="28575">
              <a:solidFill>
                <a:schemeClr val="tx2"/>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267" name="Line 59"/>
            <p:cNvSpPr>
              <a:spLocks noChangeShapeType="1"/>
            </p:cNvSpPr>
            <p:nvPr/>
          </p:nvSpPr>
          <p:spPr bwMode="auto">
            <a:xfrm>
              <a:off x="3511" y="1941"/>
              <a:ext cx="686" cy="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268" name="Line 60"/>
            <p:cNvSpPr>
              <a:spLocks noChangeShapeType="1"/>
            </p:cNvSpPr>
            <p:nvPr/>
          </p:nvSpPr>
          <p:spPr bwMode="auto">
            <a:xfrm>
              <a:off x="3218" y="2903"/>
              <a:ext cx="685" cy="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269" name="Line 61"/>
            <p:cNvSpPr>
              <a:spLocks noChangeShapeType="1"/>
            </p:cNvSpPr>
            <p:nvPr/>
          </p:nvSpPr>
          <p:spPr bwMode="auto">
            <a:xfrm>
              <a:off x="4197" y="1941"/>
              <a:ext cx="0" cy="611"/>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270" name="Line 62"/>
            <p:cNvSpPr>
              <a:spLocks noChangeShapeType="1"/>
            </p:cNvSpPr>
            <p:nvPr/>
          </p:nvSpPr>
          <p:spPr bwMode="auto">
            <a:xfrm flipH="1">
              <a:off x="3903" y="2552"/>
              <a:ext cx="294" cy="351"/>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271" name="Line 63"/>
            <p:cNvSpPr>
              <a:spLocks noChangeShapeType="1"/>
            </p:cNvSpPr>
            <p:nvPr/>
          </p:nvSpPr>
          <p:spPr bwMode="auto">
            <a:xfrm>
              <a:off x="3218" y="2292"/>
              <a:ext cx="0" cy="611"/>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272" name="Line 64"/>
            <p:cNvSpPr>
              <a:spLocks noChangeShapeType="1"/>
            </p:cNvSpPr>
            <p:nvPr/>
          </p:nvSpPr>
          <p:spPr bwMode="auto">
            <a:xfrm flipH="1">
              <a:off x="3218" y="1941"/>
              <a:ext cx="293" cy="351"/>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273" name="Line 65"/>
            <p:cNvSpPr>
              <a:spLocks noChangeShapeType="1"/>
            </p:cNvSpPr>
            <p:nvPr/>
          </p:nvSpPr>
          <p:spPr bwMode="auto">
            <a:xfrm flipH="1">
              <a:off x="3903" y="1941"/>
              <a:ext cx="294" cy="351"/>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274" name="Line 66"/>
            <p:cNvSpPr>
              <a:spLocks noChangeShapeType="1"/>
            </p:cNvSpPr>
            <p:nvPr/>
          </p:nvSpPr>
          <p:spPr bwMode="auto">
            <a:xfrm>
              <a:off x="3903" y="2292"/>
              <a:ext cx="0" cy="611"/>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275" name="Line 67"/>
            <p:cNvSpPr>
              <a:spLocks noChangeShapeType="1"/>
            </p:cNvSpPr>
            <p:nvPr/>
          </p:nvSpPr>
          <p:spPr bwMode="auto">
            <a:xfrm>
              <a:off x="3218" y="2292"/>
              <a:ext cx="685" cy="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276" name="Rectangle 68"/>
            <p:cNvSpPr>
              <a:spLocks noChangeArrowheads="1"/>
            </p:cNvSpPr>
            <p:nvPr/>
          </p:nvSpPr>
          <p:spPr bwMode="auto">
            <a:xfrm>
              <a:off x="4275" y="1775"/>
              <a:ext cx="323"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1800" b="0">
                  <a:solidFill>
                    <a:schemeClr val="tx2"/>
                  </a:solidFill>
                  <a:latin typeface="Comic Sans MS" pitchFamily="66" charset="0"/>
                </a:rPr>
                <a:t>1</a:t>
              </a:r>
              <a:r>
                <a:rPr lang="zh-CN" altLang="zh-CN" sz="1800" b="0">
                  <a:solidFill>
                    <a:schemeClr val="tx2"/>
                  </a:solidFill>
                  <a:latin typeface="Comic Sans MS" pitchFamily="66" charset="0"/>
                </a:rPr>
                <a:t>011</a:t>
              </a:r>
            </a:p>
          </p:txBody>
        </p:sp>
        <p:sp>
          <p:nvSpPr>
            <p:cNvPr id="52277" name="Rectangle 69"/>
            <p:cNvSpPr>
              <a:spLocks noChangeArrowheads="1"/>
            </p:cNvSpPr>
            <p:nvPr/>
          </p:nvSpPr>
          <p:spPr bwMode="auto">
            <a:xfrm>
              <a:off x="3524" y="2601"/>
              <a:ext cx="323"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1800" b="0">
                  <a:solidFill>
                    <a:schemeClr val="tx2"/>
                  </a:solidFill>
                  <a:latin typeface="Comic Sans MS" pitchFamily="66" charset="0"/>
                </a:rPr>
                <a:t>1</a:t>
              </a:r>
              <a:r>
                <a:rPr lang="zh-CN" altLang="zh-CN" sz="1800" b="0">
                  <a:solidFill>
                    <a:schemeClr val="tx2"/>
                  </a:solidFill>
                  <a:latin typeface="Comic Sans MS" pitchFamily="66" charset="0"/>
                </a:rPr>
                <a:t>000</a:t>
              </a:r>
            </a:p>
          </p:txBody>
        </p:sp>
        <p:sp>
          <p:nvSpPr>
            <p:cNvPr id="52278" name="Rectangle 70"/>
            <p:cNvSpPr>
              <a:spLocks noChangeArrowheads="1"/>
            </p:cNvSpPr>
            <p:nvPr/>
          </p:nvSpPr>
          <p:spPr bwMode="auto">
            <a:xfrm>
              <a:off x="3094" y="1775"/>
              <a:ext cx="322"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1800" b="0">
                  <a:solidFill>
                    <a:schemeClr val="tx2"/>
                  </a:solidFill>
                  <a:latin typeface="Comic Sans MS" pitchFamily="66" charset="0"/>
                </a:rPr>
                <a:t>1</a:t>
              </a:r>
              <a:r>
                <a:rPr lang="zh-CN" altLang="zh-CN" sz="1800" b="0">
                  <a:solidFill>
                    <a:schemeClr val="tx2"/>
                  </a:solidFill>
                  <a:latin typeface="Comic Sans MS" pitchFamily="66" charset="0"/>
                </a:rPr>
                <a:t>010</a:t>
              </a:r>
            </a:p>
          </p:txBody>
        </p:sp>
        <p:sp>
          <p:nvSpPr>
            <p:cNvPr id="52279" name="Rectangle 71"/>
            <p:cNvSpPr>
              <a:spLocks noChangeArrowheads="1"/>
            </p:cNvSpPr>
            <p:nvPr/>
          </p:nvSpPr>
          <p:spPr bwMode="auto">
            <a:xfrm>
              <a:off x="2773" y="2160"/>
              <a:ext cx="323" cy="2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1800" b="0">
                  <a:solidFill>
                    <a:schemeClr val="tx2"/>
                  </a:solidFill>
                  <a:latin typeface="Comic Sans MS" pitchFamily="66" charset="0"/>
                </a:rPr>
                <a:t>1</a:t>
              </a:r>
              <a:r>
                <a:rPr lang="zh-CN" altLang="zh-CN" sz="1800" b="0">
                  <a:solidFill>
                    <a:schemeClr val="tx2"/>
                  </a:solidFill>
                  <a:latin typeface="Comic Sans MS" pitchFamily="66" charset="0"/>
                </a:rPr>
                <a:t>110</a:t>
              </a:r>
            </a:p>
          </p:txBody>
        </p:sp>
        <p:sp>
          <p:nvSpPr>
            <p:cNvPr id="52280" name="Rectangle 72"/>
            <p:cNvSpPr>
              <a:spLocks noChangeArrowheads="1"/>
            </p:cNvSpPr>
            <p:nvPr/>
          </p:nvSpPr>
          <p:spPr bwMode="auto">
            <a:xfrm>
              <a:off x="3696" y="1968"/>
              <a:ext cx="322" cy="2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1800" b="0">
                  <a:solidFill>
                    <a:schemeClr val="tx2"/>
                  </a:solidFill>
                  <a:latin typeface="Comic Sans MS" pitchFamily="66" charset="0"/>
                </a:rPr>
                <a:t>1</a:t>
              </a:r>
              <a:r>
                <a:rPr lang="zh-CN" altLang="zh-CN" sz="1800" b="0">
                  <a:solidFill>
                    <a:schemeClr val="tx2"/>
                  </a:solidFill>
                  <a:latin typeface="Comic Sans MS" pitchFamily="66" charset="0"/>
                </a:rPr>
                <a:t>111</a:t>
              </a:r>
            </a:p>
          </p:txBody>
        </p:sp>
        <p:sp>
          <p:nvSpPr>
            <p:cNvPr id="52281" name="Rectangle 73"/>
            <p:cNvSpPr>
              <a:spLocks noChangeArrowheads="1"/>
            </p:cNvSpPr>
            <p:nvPr/>
          </p:nvSpPr>
          <p:spPr bwMode="auto">
            <a:xfrm>
              <a:off x="3899" y="2931"/>
              <a:ext cx="324"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1800" b="0">
                  <a:solidFill>
                    <a:schemeClr val="tx2"/>
                  </a:solidFill>
                  <a:latin typeface="Comic Sans MS" pitchFamily="66" charset="0"/>
                </a:rPr>
                <a:t>1</a:t>
              </a:r>
              <a:r>
                <a:rPr lang="zh-CN" altLang="zh-CN" sz="1800" b="0">
                  <a:solidFill>
                    <a:schemeClr val="tx2"/>
                  </a:solidFill>
                  <a:latin typeface="Comic Sans MS" pitchFamily="66" charset="0"/>
                </a:rPr>
                <a:t>101</a:t>
              </a:r>
            </a:p>
          </p:txBody>
        </p:sp>
        <p:sp>
          <p:nvSpPr>
            <p:cNvPr id="52282" name="Rectangle 74"/>
            <p:cNvSpPr>
              <a:spLocks noChangeArrowheads="1"/>
            </p:cNvSpPr>
            <p:nvPr/>
          </p:nvSpPr>
          <p:spPr bwMode="auto">
            <a:xfrm>
              <a:off x="3202" y="2931"/>
              <a:ext cx="322"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1800" b="0">
                  <a:solidFill>
                    <a:schemeClr val="tx2"/>
                  </a:solidFill>
                  <a:latin typeface="Comic Sans MS" pitchFamily="66" charset="0"/>
                </a:rPr>
                <a:t>1</a:t>
              </a:r>
              <a:r>
                <a:rPr lang="zh-CN" altLang="zh-CN" sz="1800" b="0">
                  <a:solidFill>
                    <a:schemeClr val="tx2"/>
                  </a:solidFill>
                  <a:latin typeface="Comic Sans MS" pitchFamily="66" charset="0"/>
                </a:rPr>
                <a:t>100</a:t>
              </a:r>
            </a:p>
          </p:txBody>
        </p:sp>
        <p:sp>
          <p:nvSpPr>
            <p:cNvPr id="52283" name="Rectangle 75"/>
            <p:cNvSpPr>
              <a:spLocks noChangeArrowheads="1"/>
            </p:cNvSpPr>
            <p:nvPr/>
          </p:nvSpPr>
          <p:spPr bwMode="auto">
            <a:xfrm>
              <a:off x="4221" y="2601"/>
              <a:ext cx="323"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1800" b="0">
                  <a:solidFill>
                    <a:schemeClr val="tx2"/>
                  </a:solidFill>
                  <a:latin typeface="Comic Sans MS" pitchFamily="66" charset="0"/>
                </a:rPr>
                <a:t>1</a:t>
              </a:r>
              <a:r>
                <a:rPr lang="zh-CN" altLang="zh-CN" sz="1800" b="0">
                  <a:solidFill>
                    <a:schemeClr val="tx2"/>
                  </a:solidFill>
                  <a:latin typeface="Comic Sans MS" pitchFamily="66" charset="0"/>
                </a:rPr>
                <a:t>00</a:t>
              </a:r>
              <a:r>
                <a:rPr lang="zh-CN" altLang="en-US" sz="1800" b="0">
                  <a:solidFill>
                    <a:schemeClr val="tx2"/>
                  </a:solidFill>
                  <a:latin typeface="Comic Sans MS" pitchFamily="66" charset="0"/>
                </a:rPr>
                <a:t>1</a:t>
              </a:r>
              <a:endParaRPr lang="zh-CN" altLang="zh-CN" sz="1800" b="0">
                <a:solidFill>
                  <a:schemeClr val="tx2"/>
                </a:solidFill>
                <a:latin typeface="Comic Sans MS" pitchFamily="66" charset="0"/>
              </a:endParaRPr>
            </a:p>
          </p:txBody>
        </p:sp>
        <p:sp>
          <p:nvSpPr>
            <p:cNvPr id="52284" name="Oval 76"/>
            <p:cNvSpPr>
              <a:spLocks noChangeArrowheads="1"/>
            </p:cNvSpPr>
            <p:nvPr/>
          </p:nvSpPr>
          <p:spPr bwMode="auto">
            <a:xfrm>
              <a:off x="3094" y="2160"/>
              <a:ext cx="215" cy="220"/>
            </a:xfrm>
            <a:prstGeom prst="ellipse">
              <a:avLst/>
            </a:prstGeom>
            <a:solidFill>
              <a:srgbClr val="FFFF00"/>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1600">
                  <a:latin typeface="Comic Sans MS" pitchFamily="66" charset="0"/>
                  <a:ea typeface="宋体" charset="-122"/>
                </a:rPr>
                <a:t>14</a:t>
              </a:r>
            </a:p>
          </p:txBody>
        </p:sp>
        <p:sp>
          <p:nvSpPr>
            <p:cNvPr id="52285" name="Oval 77"/>
            <p:cNvSpPr>
              <a:spLocks noChangeArrowheads="1"/>
            </p:cNvSpPr>
            <p:nvPr/>
          </p:nvSpPr>
          <p:spPr bwMode="auto">
            <a:xfrm>
              <a:off x="3792" y="2160"/>
              <a:ext cx="215" cy="220"/>
            </a:xfrm>
            <a:prstGeom prst="ellipse">
              <a:avLst/>
            </a:prstGeom>
            <a:solidFill>
              <a:srgbClr val="FFFF00"/>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1600">
                  <a:latin typeface="Comic Sans MS" pitchFamily="66" charset="0"/>
                  <a:ea typeface="宋体" charset="-122"/>
                </a:rPr>
                <a:t>15</a:t>
              </a:r>
            </a:p>
          </p:txBody>
        </p:sp>
        <p:sp>
          <p:nvSpPr>
            <p:cNvPr id="52286" name="Oval 78"/>
            <p:cNvSpPr>
              <a:spLocks noChangeArrowheads="1"/>
            </p:cNvSpPr>
            <p:nvPr/>
          </p:nvSpPr>
          <p:spPr bwMode="auto">
            <a:xfrm>
              <a:off x="4060" y="1830"/>
              <a:ext cx="215" cy="220"/>
            </a:xfrm>
            <a:prstGeom prst="ellipse">
              <a:avLst/>
            </a:prstGeom>
            <a:solidFill>
              <a:srgbClr val="FFFF00"/>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1600">
                  <a:latin typeface="Comic Sans MS" pitchFamily="66" charset="0"/>
                  <a:ea typeface="宋体" charset="-122"/>
                </a:rPr>
                <a:t>11</a:t>
              </a:r>
            </a:p>
          </p:txBody>
        </p:sp>
        <p:sp>
          <p:nvSpPr>
            <p:cNvPr id="52287" name="Oval 79"/>
            <p:cNvSpPr>
              <a:spLocks noChangeArrowheads="1"/>
            </p:cNvSpPr>
            <p:nvPr/>
          </p:nvSpPr>
          <p:spPr bwMode="auto">
            <a:xfrm>
              <a:off x="3416" y="1830"/>
              <a:ext cx="215" cy="220"/>
            </a:xfrm>
            <a:prstGeom prst="ellipse">
              <a:avLst/>
            </a:prstGeom>
            <a:solidFill>
              <a:srgbClr val="FFFF00"/>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1600">
                  <a:latin typeface="Comic Sans MS" pitchFamily="66" charset="0"/>
                  <a:ea typeface="宋体" charset="-122"/>
                </a:rPr>
                <a:t>10</a:t>
              </a:r>
            </a:p>
          </p:txBody>
        </p:sp>
        <p:sp>
          <p:nvSpPr>
            <p:cNvPr id="52288" name="Oval 80"/>
            <p:cNvSpPr>
              <a:spLocks noChangeArrowheads="1"/>
            </p:cNvSpPr>
            <p:nvPr/>
          </p:nvSpPr>
          <p:spPr bwMode="auto">
            <a:xfrm>
              <a:off x="3416" y="2436"/>
              <a:ext cx="215" cy="220"/>
            </a:xfrm>
            <a:prstGeom prst="ellipse">
              <a:avLst/>
            </a:prstGeom>
            <a:solidFill>
              <a:srgbClr val="FFFF00"/>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1600">
                  <a:latin typeface="Comic Sans MS" pitchFamily="66" charset="0"/>
                  <a:ea typeface="宋体" charset="-122"/>
                </a:rPr>
                <a:t>8</a:t>
              </a:r>
            </a:p>
          </p:txBody>
        </p:sp>
        <p:sp>
          <p:nvSpPr>
            <p:cNvPr id="52289" name="Oval 81"/>
            <p:cNvSpPr>
              <a:spLocks noChangeArrowheads="1"/>
            </p:cNvSpPr>
            <p:nvPr/>
          </p:nvSpPr>
          <p:spPr bwMode="auto">
            <a:xfrm>
              <a:off x="4060" y="2436"/>
              <a:ext cx="215" cy="220"/>
            </a:xfrm>
            <a:prstGeom prst="ellipse">
              <a:avLst/>
            </a:prstGeom>
            <a:solidFill>
              <a:srgbClr val="FFFF00"/>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1600">
                  <a:latin typeface="Comic Sans MS" pitchFamily="66" charset="0"/>
                  <a:ea typeface="宋体" charset="-122"/>
                </a:rPr>
                <a:t>9</a:t>
              </a:r>
            </a:p>
          </p:txBody>
        </p:sp>
        <p:sp>
          <p:nvSpPr>
            <p:cNvPr id="52290" name="Oval 82"/>
            <p:cNvSpPr>
              <a:spLocks noChangeArrowheads="1"/>
            </p:cNvSpPr>
            <p:nvPr/>
          </p:nvSpPr>
          <p:spPr bwMode="auto">
            <a:xfrm>
              <a:off x="3792" y="2766"/>
              <a:ext cx="215" cy="220"/>
            </a:xfrm>
            <a:prstGeom prst="ellipse">
              <a:avLst/>
            </a:prstGeom>
            <a:solidFill>
              <a:srgbClr val="FFFF00"/>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1600">
                  <a:latin typeface="Comic Sans MS" pitchFamily="66" charset="0"/>
                  <a:ea typeface="宋体" charset="-122"/>
                </a:rPr>
                <a:t>13</a:t>
              </a:r>
            </a:p>
          </p:txBody>
        </p:sp>
        <p:sp>
          <p:nvSpPr>
            <p:cNvPr id="52291" name="Oval 83"/>
            <p:cNvSpPr>
              <a:spLocks noChangeArrowheads="1"/>
            </p:cNvSpPr>
            <p:nvPr/>
          </p:nvSpPr>
          <p:spPr bwMode="auto">
            <a:xfrm>
              <a:off x="3094" y="2766"/>
              <a:ext cx="215" cy="220"/>
            </a:xfrm>
            <a:prstGeom prst="ellipse">
              <a:avLst/>
            </a:prstGeom>
            <a:solidFill>
              <a:srgbClr val="FFFF00"/>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1600">
                  <a:latin typeface="Comic Sans MS" pitchFamily="66" charset="0"/>
                  <a:ea typeface="宋体" charset="-122"/>
                </a:rPr>
                <a:t>12</a:t>
              </a:r>
            </a:p>
          </p:txBody>
        </p:sp>
        <p:sp>
          <p:nvSpPr>
            <p:cNvPr id="52292" name="Freeform 86"/>
            <p:cNvSpPr>
              <a:spLocks/>
            </p:cNvSpPr>
            <p:nvPr/>
          </p:nvSpPr>
          <p:spPr bwMode="auto">
            <a:xfrm>
              <a:off x="1536" y="1680"/>
              <a:ext cx="1920" cy="192"/>
            </a:xfrm>
            <a:custGeom>
              <a:avLst/>
              <a:gdLst>
                <a:gd name="T0" fmla="*/ 0 w 1968"/>
                <a:gd name="T1" fmla="*/ 0 h 456"/>
                <a:gd name="T2" fmla="*/ 500 w 1968"/>
                <a:gd name="T3" fmla="*/ 0 h 456"/>
                <a:gd name="T4" fmla="*/ 923 w 1968"/>
                <a:gd name="T5" fmla="*/ 0 h 456"/>
                <a:gd name="T6" fmla="*/ 1346 w 1968"/>
                <a:gd name="T7" fmla="*/ 0 h 456"/>
                <a:gd name="T8" fmla="*/ 1577 w 1968"/>
                <a:gd name="T9" fmla="*/ 0 h 4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68" h="456">
                  <a:moveTo>
                    <a:pt x="0" y="408"/>
                  </a:moveTo>
                  <a:cubicBezTo>
                    <a:pt x="216" y="272"/>
                    <a:pt x="432" y="136"/>
                    <a:pt x="624" y="72"/>
                  </a:cubicBezTo>
                  <a:cubicBezTo>
                    <a:pt x="816" y="8"/>
                    <a:pt x="976" y="0"/>
                    <a:pt x="1152" y="24"/>
                  </a:cubicBezTo>
                  <a:cubicBezTo>
                    <a:pt x="1328" y="48"/>
                    <a:pt x="1544" y="144"/>
                    <a:pt x="1680" y="216"/>
                  </a:cubicBezTo>
                  <a:cubicBezTo>
                    <a:pt x="1816" y="288"/>
                    <a:pt x="1920" y="416"/>
                    <a:pt x="1968" y="456"/>
                  </a:cubicBezTo>
                </a:path>
              </a:pathLst>
            </a:custGeom>
            <a:noFill/>
            <a:ln w="31750"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2293" name="Freeform 87"/>
            <p:cNvSpPr>
              <a:spLocks/>
            </p:cNvSpPr>
            <p:nvPr/>
          </p:nvSpPr>
          <p:spPr bwMode="auto">
            <a:xfrm>
              <a:off x="2160" y="1680"/>
              <a:ext cx="1920" cy="192"/>
            </a:xfrm>
            <a:custGeom>
              <a:avLst/>
              <a:gdLst>
                <a:gd name="T0" fmla="*/ 0 w 1968"/>
                <a:gd name="T1" fmla="*/ 0 h 456"/>
                <a:gd name="T2" fmla="*/ 500 w 1968"/>
                <a:gd name="T3" fmla="*/ 0 h 456"/>
                <a:gd name="T4" fmla="*/ 923 w 1968"/>
                <a:gd name="T5" fmla="*/ 0 h 456"/>
                <a:gd name="T6" fmla="*/ 1346 w 1968"/>
                <a:gd name="T7" fmla="*/ 0 h 456"/>
                <a:gd name="T8" fmla="*/ 1577 w 1968"/>
                <a:gd name="T9" fmla="*/ 0 h 4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68" h="456">
                  <a:moveTo>
                    <a:pt x="0" y="408"/>
                  </a:moveTo>
                  <a:cubicBezTo>
                    <a:pt x="216" y="272"/>
                    <a:pt x="432" y="136"/>
                    <a:pt x="624" y="72"/>
                  </a:cubicBezTo>
                  <a:cubicBezTo>
                    <a:pt x="816" y="8"/>
                    <a:pt x="976" y="0"/>
                    <a:pt x="1152" y="24"/>
                  </a:cubicBezTo>
                  <a:cubicBezTo>
                    <a:pt x="1328" y="48"/>
                    <a:pt x="1544" y="144"/>
                    <a:pt x="1680" y="216"/>
                  </a:cubicBezTo>
                  <a:cubicBezTo>
                    <a:pt x="1816" y="288"/>
                    <a:pt x="1920" y="416"/>
                    <a:pt x="1968" y="456"/>
                  </a:cubicBezTo>
                </a:path>
              </a:pathLst>
            </a:custGeom>
            <a:noFill/>
            <a:ln w="31750"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2294" name="Freeform 92"/>
            <p:cNvSpPr>
              <a:spLocks/>
            </p:cNvSpPr>
            <p:nvPr/>
          </p:nvSpPr>
          <p:spPr bwMode="auto">
            <a:xfrm>
              <a:off x="1536" y="2304"/>
              <a:ext cx="1920" cy="192"/>
            </a:xfrm>
            <a:custGeom>
              <a:avLst/>
              <a:gdLst>
                <a:gd name="T0" fmla="*/ 0 w 1968"/>
                <a:gd name="T1" fmla="*/ 0 h 456"/>
                <a:gd name="T2" fmla="*/ 500 w 1968"/>
                <a:gd name="T3" fmla="*/ 0 h 456"/>
                <a:gd name="T4" fmla="*/ 923 w 1968"/>
                <a:gd name="T5" fmla="*/ 0 h 456"/>
                <a:gd name="T6" fmla="*/ 1346 w 1968"/>
                <a:gd name="T7" fmla="*/ 0 h 456"/>
                <a:gd name="T8" fmla="*/ 1577 w 1968"/>
                <a:gd name="T9" fmla="*/ 0 h 4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68" h="456">
                  <a:moveTo>
                    <a:pt x="0" y="408"/>
                  </a:moveTo>
                  <a:cubicBezTo>
                    <a:pt x="216" y="272"/>
                    <a:pt x="432" y="136"/>
                    <a:pt x="624" y="72"/>
                  </a:cubicBezTo>
                  <a:cubicBezTo>
                    <a:pt x="816" y="8"/>
                    <a:pt x="976" y="0"/>
                    <a:pt x="1152" y="24"/>
                  </a:cubicBezTo>
                  <a:cubicBezTo>
                    <a:pt x="1328" y="48"/>
                    <a:pt x="1544" y="144"/>
                    <a:pt x="1680" y="216"/>
                  </a:cubicBezTo>
                  <a:cubicBezTo>
                    <a:pt x="1816" y="288"/>
                    <a:pt x="1920" y="416"/>
                    <a:pt x="1968" y="456"/>
                  </a:cubicBezTo>
                </a:path>
              </a:pathLst>
            </a:custGeom>
            <a:noFill/>
            <a:ln w="31750"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71" name="Rectangle 4"/>
          <p:cNvSpPr txBox="1">
            <a:spLocks noChangeArrowheads="1"/>
          </p:cNvSpPr>
          <p:nvPr/>
        </p:nvSpPr>
        <p:spPr bwMode="auto">
          <a:xfrm>
            <a:off x="809625" y="5013176"/>
            <a:ext cx="7958138" cy="1440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tx1"/>
              </a:buClr>
              <a:buFont typeface="Wingdings" pitchFamily="2" charset="2"/>
              <a:buChar char="w"/>
              <a:defRPr kumimoji="1" sz="3200" b="1">
                <a:solidFill>
                  <a:schemeClr val="tx1"/>
                </a:solidFill>
                <a:latin typeface="+mn-lt"/>
                <a:ea typeface="宋体" panose="02010600030101010101" pitchFamily="2" charset="-122"/>
                <a:cs typeface="+mn-cs"/>
              </a:defRPr>
            </a:lvl1pPr>
            <a:lvl2pPr marL="742950" indent="-285750" algn="l" rtl="0" eaLnBrk="0" fontAlgn="base" hangingPunct="0">
              <a:spcBef>
                <a:spcPct val="20000"/>
              </a:spcBef>
              <a:spcAft>
                <a:spcPct val="0"/>
              </a:spcAft>
              <a:buClr>
                <a:schemeClr val="accent2"/>
              </a:buClr>
              <a:buSzPct val="55000"/>
              <a:buFont typeface="Wingdings" pitchFamily="2" charset="2"/>
              <a:buChar char="Ø"/>
              <a:defRPr kumimoji="1" sz="2800" b="1">
                <a:solidFill>
                  <a:schemeClr val="tx1"/>
                </a:solidFill>
                <a:latin typeface="+mn-lt"/>
                <a:ea typeface="宋体" panose="02010600030101010101" pitchFamily="2" charset="-122"/>
              </a:defRPr>
            </a:lvl2pPr>
            <a:lvl3pPr marL="1085850" indent="-228600" algn="l" rtl="0" eaLnBrk="0" fontAlgn="base" hangingPunct="0">
              <a:spcBef>
                <a:spcPct val="20000"/>
              </a:spcBef>
              <a:spcAft>
                <a:spcPct val="0"/>
              </a:spcAft>
              <a:buClr>
                <a:schemeClr val="accent2"/>
              </a:buClr>
              <a:buSzPct val="65000"/>
              <a:buFont typeface="Wingdings" pitchFamily="2" charset="2"/>
              <a:buChar char="l"/>
              <a:defRPr kumimoji="1" sz="2400" b="1">
                <a:solidFill>
                  <a:schemeClr val="tx1"/>
                </a:solidFill>
                <a:latin typeface="+mn-lt"/>
                <a:ea typeface="宋体" panose="02010600030101010101" pitchFamily="2" charset="-122"/>
              </a:defRPr>
            </a:lvl3pPr>
            <a:lvl4pPr marL="1428750" indent="-228600" algn="l" rtl="0" eaLnBrk="0" fontAlgn="base" hangingPunct="0">
              <a:spcBef>
                <a:spcPct val="20000"/>
              </a:spcBef>
              <a:spcAft>
                <a:spcPct val="0"/>
              </a:spcAft>
              <a:buClr>
                <a:schemeClr val="accent2"/>
              </a:buClr>
              <a:buSzPct val="85000"/>
              <a:buFont typeface="Wingdings" pitchFamily="2" charset="2"/>
              <a:buChar char="w"/>
              <a:defRPr kumimoji="1" sz="2000" b="1">
                <a:solidFill>
                  <a:schemeClr val="tx1"/>
                </a:solidFill>
                <a:latin typeface="+mn-lt"/>
                <a:ea typeface="宋体" panose="02010600030101010101" pitchFamily="2" charset="-122"/>
              </a:defRPr>
            </a:lvl4pPr>
            <a:lvl5pPr marL="1771650" indent="-228600" algn="l" rtl="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mn-lt"/>
                <a:ea typeface="宋体" panose="02010600030101010101" pitchFamily="2" charset="-122"/>
              </a:defRPr>
            </a:lvl5pPr>
            <a:lvl6pPr marL="2228850" indent="-228600" algn="l" rtl="0" fontAlgn="base">
              <a:spcBef>
                <a:spcPct val="20000"/>
              </a:spcBef>
              <a:spcAft>
                <a:spcPct val="0"/>
              </a:spcAft>
              <a:buClr>
                <a:schemeClr val="accent2"/>
              </a:buClr>
              <a:buSzPct val="80000"/>
              <a:buFont typeface="Wingdings" pitchFamily="2" charset="2"/>
              <a:buChar char="§"/>
              <a:defRPr kumimoji="1" b="1">
                <a:solidFill>
                  <a:schemeClr val="tx1"/>
                </a:solidFill>
                <a:latin typeface="+mn-lt"/>
                <a:ea typeface="+mn-ea"/>
              </a:defRPr>
            </a:lvl6pPr>
            <a:lvl7pPr marL="2686050" indent="-228600" algn="l" rtl="0" fontAlgn="base">
              <a:spcBef>
                <a:spcPct val="20000"/>
              </a:spcBef>
              <a:spcAft>
                <a:spcPct val="0"/>
              </a:spcAft>
              <a:buClr>
                <a:schemeClr val="accent2"/>
              </a:buClr>
              <a:buSzPct val="80000"/>
              <a:buFont typeface="Wingdings" pitchFamily="2" charset="2"/>
              <a:buChar char="§"/>
              <a:defRPr kumimoji="1" b="1">
                <a:solidFill>
                  <a:schemeClr val="tx1"/>
                </a:solidFill>
                <a:latin typeface="+mn-lt"/>
                <a:ea typeface="+mn-ea"/>
              </a:defRPr>
            </a:lvl7pPr>
            <a:lvl8pPr marL="3143250" indent="-228600" algn="l" rtl="0" fontAlgn="base">
              <a:spcBef>
                <a:spcPct val="20000"/>
              </a:spcBef>
              <a:spcAft>
                <a:spcPct val="0"/>
              </a:spcAft>
              <a:buClr>
                <a:schemeClr val="accent2"/>
              </a:buClr>
              <a:buSzPct val="80000"/>
              <a:buFont typeface="Wingdings" pitchFamily="2" charset="2"/>
              <a:buChar char="§"/>
              <a:defRPr kumimoji="1" b="1">
                <a:solidFill>
                  <a:schemeClr val="tx1"/>
                </a:solidFill>
                <a:latin typeface="+mn-lt"/>
                <a:ea typeface="+mn-ea"/>
              </a:defRPr>
            </a:lvl8pPr>
            <a:lvl9pPr marL="3600450" indent="-228600" algn="l" rtl="0" fontAlgn="base">
              <a:spcBef>
                <a:spcPct val="20000"/>
              </a:spcBef>
              <a:spcAft>
                <a:spcPct val="0"/>
              </a:spcAft>
              <a:buClr>
                <a:schemeClr val="accent2"/>
              </a:buClr>
              <a:buSzPct val="80000"/>
              <a:buFont typeface="Wingdings" pitchFamily="2" charset="2"/>
              <a:buChar char="§"/>
              <a:defRPr kumimoji="1" b="1">
                <a:solidFill>
                  <a:schemeClr val="tx1"/>
                </a:solidFill>
                <a:latin typeface="+mn-lt"/>
                <a:ea typeface="+mn-ea"/>
              </a:defRPr>
            </a:lvl9pPr>
          </a:lstStyle>
          <a:p>
            <a:pPr marL="0" indent="0" eaLnBrk="1" hangingPunct="1">
              <a:lnSpc>
                <a:spcPct val="120000"/>
              </a:lnSpc>
              <a:buNone/>
              <a:defRPr/>
            </a:pPr>
            <a:r>
              <a:rPr lang="zh-CN" altLang="en-US" sz="2400" kern="0" dirty="0" smtClean="0"/>
              <a:t>       在</a:t>
            </a:r>
            <a:r>
              <a:rPr lang="en-US" altLang="zh-CN" sz="2400" kern="0" dirty="0" smtClean="0"/>
              <a:t>20</a:t>
            </a:r>
            <a:r>
              <a:rPr lang="zh-CN" altLang="en-US" sz="2400" kern="0" dirty="0" smtClean="0"/>
              <a:t>世纪</a:t>
            </a:r>
            <a:r>
              <a:rPr lang="en-US" altLang="zh-CN" sz="2400" kern="0" dirty="0" smtClean="0"/>
              <a:t>80</a:t>
            </a:r>
            <a:r>
              <a:rPr lang="zh-CN" altLang="en-US" sz="2400" kern="0" dirty="0" smtClean="0"/>
              <a:t>年代，超立方体网络是一种非常流行的结构。</a:t>
            </a:r>
            <a:r>
              <a:rPr lang="en-US" altLang="zh-CN" sz="2400" kern="0" dirty="0" smtClean="0"/>
              <a:t>Intel</a:t>
            </a:r>
            <a:r>
              <a:rPr lang="zh-CN" altLang="en-US" sz="2400" kern="0" dirty="0" smtClean="0"/>
              <a:t>公司的</a:t>
            </a:r>
            <a:r>
              <a:rPr lang="en-US" altLang="zh-CN" sz="2400" kern="0" dirty="0" smtClean="0"/>
              <a:t>iPSC/1</a:t>
            </a:r>
            <a:r>
              <a:rPr lang="zh-CN" altLang="en-US" sz="2400" kern="0" dirty="0" smtClean="0"/>
              <a:t>、</a:t>
            </a:r>
            <a:r>
              <a:rPr lang="en-US" altLang="zh-CN" sz="2400" kern="0" dirty="0" smtClean="0"/>
              <a:t>iPSC/2</a:t>
            </a:r>
            <a:r>
              <a:rPr lang="zh-CN" altLang="en-US" sz="2400" kern="0" dirty="0" smtClean="0"/>
              <a:t>和</a:t>
            </a:r>
            <a:r>
              <a:rPr lang="en-US" altLang="zh-CN" sz="2400" kern="0" dirty="0" err="1" smtClean="0"/>
              <a:t>nCUBE</a:t>
            </a:r>
            <a:r>
              <a:rPr lang="zh-CN" altLang="en-US" sz="2400" kern="0" dirty="0" smtClean="0"/>
              <a:t>都采用了此结构。其他诸如二叉树和网格状等结构都可以嵌入超立方体。</a:t>
            </a:r>
          </a:p>
        </p:txBody>
      </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7746" name="Rectangle 2"/>
          <p:cNvSpPr>
            <a:spLocks noGrp="1" noChangeArrowheads="1"/>
          </p:cNvSpPr>
          <p:nvPr>
            <p:ph type="title"/>
          </p:nvPr>
        </p:nvSpPr>
        <p:spPr/>
        <p:txBody>
          <a:bodyPr/>
          <a:lstStyle/>
          <a:p>
            <a:pPr eaLnBrk="1" hangingPunct="1">
              <a:defRPr/>
            </a:pPr>
            <a:r>
              <a:rPr lang="zh-CN" altLang="en-US" dirty="0"/>
              <a:t>带环</a:t>
            </a:r>
            <a:r>
              <a:rPr lang="zh-CN" altLang="en-US" dirty="0" smtClean="0"/>
              <a:t>立方体</a:t>
            </a:r>
            <a:endParaRPr lang="zh-CN" altLang="en-US" sz="3200" dirty="0"/>
          </a:p>
        </p:txBody>
      </p:sp>
      <p:sp>
        <p:nvSpPr>
          <p:cNvPr id="2" name="内容占位符 1"/>
          <p:cNvSpPr>
            <a:spLocks noGrp="1"/>
          </p:cNvSpPr>
          <p:nvPr>
            <p:ph idx="1"/>
          </p:nvPr>
        </p:nvSpPr>
        <p:spPr/>
        <p:txBody>
          <a:bodyPr/>
          <a:lstStyle/>
          <a:p>
            <a:r>
              <a:rPr lang="zh-CN" altLang="en-US" sz="2400" dirty="0" smtClean="0">
                <a:solidFill>
                  <a:srgbClr val="FF0000"/>
                </a:solidFill>
              </a:rPr>
              <a:t>带环</a:t>
            </a:r>
            <a:r>
              <a:rPr lang="en-US" altLang="zh-CN" sz="2400" dirty="0" smtClean="0">
                <a:solidFill>
                  <a:srgbClr val="FF0000"/>
                </a:solidFill>
              </a:rPr>
              <a:t>3-</a:t>
            </a:r>
            <a:r>
              <a:rPr lang="zh-CN" altLang="en-US" sz="2400" dirty="0" smtClean="0">
                <a:solidFill>
                  <a:srgbClr val="FF0000"/>
                </a:solidFill>
              </a:rPr>
              <a:t>立方体</a:t>
            </a:r>
            <a:r>
              <a:rPr lang="zh-CN" altLang="en-US" sz="2400" dirty="0" smtClean="0"/>
              <a:t>（</a:t>
            </a:r>
            <a:r>
              <a:rPr lang="en-US" altLang="zh-CN" sz="2400" dirty="0" smtClean="0">
                <a:solidFill>
                  <a:srgbClr val="0000FF"/>
                </a:solidFill>
              </a:rPr>
              <a:t>3-CCC</a:t>
            </a:r>
            <a:r>
              <a:rPr lang="zh-CN" altLang="en-US" sz="2400" dirty="0" smtClean="0"/>
              <a:t>）：把</a:t>
            </a:r>
            <a:r>
              <a:rPr lang="en-US" altLang="zh-CN" sz="2400" dirty="0" smtClean="0"/>
              <a:t>3</a:t>
            </a:r>
            <a:r>
              <a:rPr lang="zh-CN" altLang="en-US" sz="2400" dirty="0" smtClean="0"/>
              <a:t>维立方体</a:t>
            </a:r>
            <a:r>
              <a:rPr lang="zh-CN" altLang="en-US" sz="2400" dirty="0"/>
              <a:t>的</a:t>
            </a:r>
            <a:r>
              <a:rPr lang="zh-CN" altLang="en-US" sz="2400" dirty="0" smtClean="0"/>
              <a:t>每个节点换</a:t>
            </a:r>
            <a:r>
              <a:rPr lang="zh-CN" altLang="en-US" sz="2400" dirty="0"/>
              <a:t>成一个由</a:t>
            </a:r>
            <a:r>
              <a:rPr lang="en-US" altLang="zh-CN" sz="2400" dirty="0"/>
              <a:t>3</a:t>
            </a:r>
            <a:r>
              <a:rPr lang="zh-CN" altLang="en-US" sz="2400" dirty="0" smtClean="0"/>
              <a:t>个节点构成</a:t>
            </a:r>
            <a:r>
              <a:rPr lang="zh-CN" altLang="en-US" sz="2400" dirty="0"/>
              <a:t>的环而形成的。</a:t>
            </a:r>
          </a:p>
          <a:p>
            <a:r>
              <a:rPr lang="zh-CN" altLang="en-US" sz="2400" dirty="0" smtClean="0"/>
              <a:t>高维化：</a:t>
            </a:r>
            <a:r>
              <a:rPr lang="zh-CN" altLang="en-US" sz="2400" dirty="0" smtClean="0">
                <a:solidFill>
                  <a:srgbClr val="FF0000"/>
                </a:solidFill>
              </a:rPr>
              <a:t>带环</a:t>
            </a:r>
            <a:r>
              <a:rPr lang="en-US" altLang="zh-CN" sz="2400" dirty="0">
                <a:solidFill>
                  <a:srgbClr val="FF0000"/>
                </a:solidFill>
              </a:rPr>
              <a:t>k-</a:t>
            </a:r>
            <a:r>
              <a:rPr lang="zh-CN" altLang="en-US" sz="2400" dirty="0">
                <a:solidFill>
                  <a:srgbClr val="FF0000"/>
                </a:solidFill>
              </a:rPr>
              <a:t>立方体</a:t>
            </a:r>
            <a:r>
              <a:rPr lang="zh-CN" altLang="en-US" sz="2400" dirty="0"/>
              <a:t>（简称</a:t>
            </a:r>
            <a:r>
              <a:rPr lang="en-US" altLang="zh-CN" sz="2400" dirty="0">
                <a:solidFill>
                  <a:srgbClr val="0000FF"/>
                </a:solidFill>
              </a:rPr>
              <a:t>k-CCC</a:t>
            </a:r>
            <a:r>
              <a:rPr lang="zh-CN" altLang="en-US" sz="2400" dirty="0"/>
              <a:t>）</a:t>
            </a:r>
          </a:p>
          <a:p>
            <a:pPr lvl="1"/>
            <a:r>
              <a:rPr lang="en-US" altLang="zh-CN" sz="2400" dirty="0" smtClean="0"/>
              <a:t>k</a:t>
            </a:r>
            <a:r>
              <a:rPr lang="zh-CN" altLang="en-US" sz="2400" dirty="0" smtClean="0"/>
              <a:t>维立方体</a:t>
            </a:r>
            <a:r>
              <a:rPr lang="zh-CN" altLang="en-US" sz="2400" dirty="0"/>
              <a:t>的变形，它是通过用</a:t>
            </a:r>
            <a:r>
              <a:rPr lang="en-US" altLang="zh-CN" sz="2400" dirty="0"/>
              <a:t>k</a:t>
            </a:r>
            <a:r>
              <a:rPr lang="zh-CN" altLang="en-US" sz="2400" dirty="0" smtClean="0"/>
              <a:t>个节点构成</a:t>
            </a:r>
            <a:r>
              <a:rPr lang="zh-CN" altLang="en-US" sz="2400" dirty="0"/>
              <a:t>的环取代</a:t>
            </a:r>
            <a:r>
              <a:rPr lang="en-US" altLang="zh-CN" sz="2400" dirty="0" smtClean="0"/>
              <a:t>k</a:t>
            </a:r>
            <a:r>
              <a:rPr lang="zh-CN" altLang="en-US" sz="2400" dirty="0" smtClean="0"/>
              <a:t>维立方体</a:t>
            </a:r>
            <a:r>
              <a:rPr lang="zh-CN" altLang="en-US" sz="2400" dirty="0"/>
              <a:t>中的</a:t>
            </a:r>
            <a:r>
              <a:rPr lang="zh-CN" altLang="en-US" sz="2400" dirty="0" smtClean="0"/>
              <a:t>每个节点而</a:t>
            </a:r>
            <a:r>
              <a:rPr lang="zh-CN" altLang="en-US" sz="2400" dirty="0"/>
              <a:t>形成的。</a:t>
            </a:r>
          </a:p>
          <a:p>
            <a:pPr lvl="1"/>
            <a:r>
              <a:rPr lang="zh-CN" altLang="en-US" sz="2400" dirty="0"/>
              <a:t>网络规模为</a:t>
            </a:r>
            <a:r>
              <a:rPr lang="en-US" altLang="zh-CN" sz="2400" dirty="0" smtClean="0"/>
              <a:t>N=k×2</a:t>
            </a:r>
            <a:r>
              <a:rPr lang="en-US" altLang="zh-CN" sz="2400" baseline="30000" dirty="0" smtClean="0"/>
              <a:t>k</a:t>
            </a:r>
            <a:r>
              <a:rPr lang="en-US" altLang="zh-CN" sz="2400" dirty="0" smtClean="0"/>
              <a:t> </a:t>
            </a:r>
            <a:endParaRPr lang="en-US" altLang="zh-CN" sz="2400" dirty="0"/>
          </a:p>
          <a:p>
            <a:pPr lvl="1"/>
            <a:r>
              <a:rPr lang="zh-CN" altLang="en-US" sz="2400" dirty="0"/>
              <a:t>网络直径为</a:t>
            </a:r>
            <a:r>
              <a:rPr lang="en-US" altLang="zh-CN" sz="2400" dirty="0"/>
              <a:t>D=2k-1</a:t>
            </a:r>
            <a:r>
              <a:rPr lang="en-US" altLang="zh-CN" sz="2400" dirty="0" smtClean="0"/>
              <a:t>+ </a:t>
            </a:r>
            <a:r>
              <a:rPr lang="en-US" altLang="zh-CN" sz="2400" dirty="0" smtClean="0">
                <a:latin typeface="Comic Sans MS" pitchFamily="66" charset="0"/>
                <a:sym typeface="Symbol" pitchFamily="18" charset="2"/>
              </a:rPr>
              <a:t></a:t>
            </a:r>
            <a:r>
              <a:rPr lang="en-US" altLang="zh-CN" sz="2400" dirty="0" smtClean="0"/>
              <a:t>k/2</a:t>
            </a:r>
            <a:r>
              <a:rPr lang="en-US" altLang="zh-CN" sz="2400" dirty="0" smtClean="0">
                <a:latin typeface="Comic Sans MS" pitchFamily="66" charset="0"/>
                <a:sym typeface="Symbol" pitchFamily="18" charset="2"/>
              </a:rPr>
              <a:t></a:t>
            </a:r>
            <a:r>
              <a:rPr lang="en-US" altLang="zh-CN" sz="2400" dirty="0" smtClean="0"/>
              <a:t> </a:t>
            </a:r>
            <a:r>
              <a:rPr lang="zh-CN" altLang="en-US" sz="2400" dirty="0" smtClean="0"/>
              <a:t>，比</a:t>
            </a:r>
            <a:r>
              <a:rPr lang="en-US" altLang="zh-CN" sz="2400" dirty="0" smtClean="0"/>
              <a:t>k</a:t>
            </a:r>
            <a:r>
              <a:rPr lang="zh-CN" altLang="en-US" sz="2400" dirty="0" smtClean="0"/>
              <a:t>维立方体</a:t>
            </a:r>
            <a:r>
              <a:rPr lang="zh-CN" altLang="en-US" sz="2400" dirty="0"/>
              <a:t>的直径大一倍</a:t>
            </a:r>
          </a:p>
          <a:p>
            <a:pPr lvl="1"/>
            <a:r>
              <a:rPr lang="zh-CN" altLang="en-US" sz="2400" dirty="0"/>
              <a:t>等分宽度为</a:t>
            </a:r>
            <a:r>
              <a:rPr lang="en-US" altLang="zh-CN" sz="2400" dirty="0"/>
              <a:t>b=N</a:t>
            </a:r>
            <a:r>
              <a:rPr lang="en-US" altLang="zh-CN" sz="2400" dirty="0" smtClean="0"/>
              <a:t>/(2k)</a:t>
            </a:r>
          </a:p>
          <a:p>
            <a:pPr lvl="1"/>
            <a:r>
              <a:rPr lang="zh-CN" altLang="en-US" sz="2400" dirty="0">
                <a:solidFill>
                  <a:srgbClr val="0000FF"/>
                </a:solidFill>
              </a:rPr>
              <a:t>节点</a:t>
            </a:r>
            <a:r>
              <a:rPr lang="zh-CN" altLang="en-US" sz="2400" dirty="0" smtClean="0">
                <a:solidFill>
                  <a:srgbClr val="0000FF"/>
                </a:solidFill>
              </a:rPr>
              <a:t>度</a:t>
            </a:r>
            <a:r>
              <a:rPr lang="en-US" altLang="zh-CN" sz="2400" dirty="0" smtClean="0">
                <a:solidFill>
                  <a:srgbClr val="0000FF"/>
                </a:solidFill>
              </a:rPr>
              <a:t>d=3</a:t>
            </a:r>
            <a:r>
              <a:rPr lang="zh-CN" altLang="en-US" sz="2400" dirty="0" smtClean="0"/>
              <a:t>，与维数无关，因而</a:t>
            </a:r>
            <a:r>
              <a:rPr lang="zh-CN" altLang="en-US" sz="2400" dirty="0" smtClean="0">
                <a:solidFill>
                  <a:srgbClr val="0000FF"/>
                </a:solidFill>
              </a:rPr>
              <a:t>具有很好的扩展性</a:t>
            </a:r>
            <a:endParaRPr lang="zh-CN" altLang="en-US" sz="2400" dirty="0">
              <a:solidFill>
                <a:srgbClr val="0000FF"/>
              </a:solidFill>
            </a:endParaRPr>
          </a:p>
          <a:p>
            <a:endParaRPr lang="zh-CN" altLang="en-US" sz="2400" dirty="0"/>
          </a:p>
        </p:txBody>
      </p:sp>
      <p:sp>
        <p:nvSpPr>
          <p:cNvPr id="5222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互连网络种类</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静态互连网络</a:t>
            </a:r>
            <a:endParaRPr lang="zh-CN" altLang="en-US" sz="1200" b="0">
              <a:latin typeface="Times New Roman" pitchFamily="18" charset="0"/>
              <a:ea typeface="幼圆" pitchFamily="49" charset="-122"/>
            </a:endParaRPr>
          </a:p>
        </p:txBody>
      </p:sp>
      <p:sp>
        <p:nvSpPr>
          <p:cNvPr id="52228" name="Text Box 4"/>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en-US" altLang="zh-CN" sz="1200" b="0" dirty="0" smtClean="0">
                <a:latin typeface="幼圆" pitchFamily="49" charset="-122"/>
                <a:ea typeface="幼圆" pitchFamily="49" charset="-122"/>
              </a:rPr>
              <a:t>7</a:t>
            </a:r>
            <a:r>
              <a:rPr lang="zh-CN" altLang="en-US" sz="1200" b="0" dirty="0" smtClean="0">
                <a:latin typeface="幼圆" pitchFamily="49" charset="-122"/>
                <a:ea typeface="幼圆" pitchFamily="49" charset="-122"/>
              </a:rPr>
              <a:t> </a:t>
            </a:r>
            <a:r>
              <a:rPr lang="zh-CN" altLang="en-US" sz="1200" b="0" dirty="0">
                <a:latin typeface="幼圆" pitchFamily="49" charset="-122"/>
                <a:ea typeface="幼圆" pitchFamily="49" charset="-122"/>
              </a:rPr>
              <a:t>之 </a:t>
            </a:r>
            <a:r>
              <a:rPr lang="en-US" altLang="zh-CN" sz="1200" b="0" dirty="0" smtClean="0">
                <a:latin typeface="幼圆" pitchFamily="49" charset="-122"/>
                <a:ea typeface="幼圆" pitchFamily="49" charset="-122"/>
              </a:rPr>
              <a:t>4</a:t>
            </a:r>
            <a:endParaRPr lang="zh-CN" altLang="en-US" sz="1200" b="0" dirty="0">
              <a:latin typeface="幼圆" pitchFamily="49" charset="-122"/>
              <a:ea typeface="幼圆" pitchFamily="49" charset="-122"/>
            </a:endParaRPr>
          </a:p>
        </p:txBody>
      </p:sp>
    </p:spTree>
    <p:extLst>
      <p:ext uri="{BB962C8B-B14F-4D97-AF65-F5344CB8AC3E}">
        <p14:creationId xmlns:p14="http://schemas.microsoft.com/office/powerpoint/2010/main" val="1834930937"/>
      </p:ext>
    </p:extLst>
  </p:cSld>
  <p:clrMapOvr>
    <a:masterClrMapping/>
  </p:clrMapOvr>
  <p:transition spd="slow">
    <p:random/>
    <p:sndAc>
      <p:stSnd>
        <p:snd r:embed="rId2" name="projctor.wav"/>
      </p:stSnd>
    </p:sndAc>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7746" name="Rectangle 2"/>
          <p:cNvSpPr>
            <a:spLocks noGrp="1" noChangeArrowheads="1"/>
          </p:cNvSpPr>
          <p:nvPr>
            <p:ph type="title"/>
          </p:nvPr>
        </p:nvSpPr>
        <p:spPr/>
        <p:txBody>
          <a:bodyPr/>
          <a:lstStyle/>
          <a:p>
            <a:pPr eaLnBrk="1" hangingPunct="1">
              <a:lnSpc>
                <a:spcPct val="75000"/>
              </a:lnSpc>
              <a:defRPr/>
            </a:pPr>
            <a:r>
              <a:rPr lang="zh-CN" altLang="en-US" dirty="0">
                <a:solidFill>
                  <a:srgbClr val="003366"/>
                </a:solidFill>
              </a:rPr>
              <a:t>带环立方体</a:t>
            </a:r>
            <a:r>
              <a:rPr lang="en-US" altLang="zh-CN" dirty="0">
                <a:solidFill>
                  <a:srgbClr val="003366"/>
                </a:solidFill>
              </a:rPr>
              <a:t/>
            </a:r>
            <a:br>
              <a:rPr lang="en-US" altLang="zh-CN" dirty="0">
                <a:solidFill>
                  <a:srgbClr val="003366"/>
                </a:solidFill>
              </a:rPr>
            </a:br>
            <a:r>
              <a:rPr lang="zh-CN" altLang="en-US" sz="3200" dirty="0">
                <a:solidFill>
                  <a:srgbClr val="003366"/>
                </a:solidFill>
              </a:rPr>
              <a:t> （</a:t>
            </a:r>
            <a:r>
              <a:rPr lang="en-US" altLang="zh-CN" sz="3200" dirty="0">
                <a:solidFill>
                  <a:srgbClr val="003366"/>
                </a:solidFill>
              </a:rPr>
              <a:t>3-CCC</a:t>
            </a:r>
            <a:r>
              <a:rPr lang="zh-CN" altLang="en-US" sz="3200" dirty="0">
                <a:solidFill>
                  <a:srgbClr val="003366"/>
                </a:solidFill>
              </a:rPr>
              <a:t>） </a:t>
            </a:r>
            <a:endParaRPr lang="zh-CN" altLang="en-US" sz="3200" dirty="0" smtClean="0"/>
          </a:p>
        </p:txBody>
      </p:sp>
      <p:sp>
        <p:nvSpPr>
          <p:cNvPr id="5222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互连网络种类</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静态互连网络</a:t>
            </a:r>
            <a:endParaRPr lang="zh-CN" altLang="en-US" sz="1200" b="0">
              <a:latin typeface="Times New Roman" pitchFamily="18" charset="0"/>
              <a:ea typeface="幼圆" pitchFamily="49" charset="-122"/>
            </a:endParaRPr>
          </a:p>
        </p:txBody>
      </p:sp>
      <p:sp>
        <p:nvSpPr>
          <p:cNvPr id="52228" name="Text Box 4"/>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en-US" altLang="zh-CN" sz="1200" b="0" dirty="0" smtClean="0">
                <a:latin typeface="幼圆" pitchFamily="49" charset="-122"/>
                <a:ea typeface="幼圆" pitchFamily="49" charset="-122"/>
              </a:rPr>
              <a:t>7</a:t>
            </a:r>
            <a:r>
              <a:rPr lang="zh-CN" altLang="en-US" sz="1200" b="0" dirty="0" smtClean="0">
                <a:latin typeface="幼圆" pitchFamily="49" charset="-122"/>
                <a:ea typeface="幼圆" pitchFamily="49" charset="-122"/>
              </a:rPr>
              <a:t> </a:t>
            </a:r>
            <a:r>
              <a:rPr lang="zh-CN" altLang="en-US" sz="1200" b="0" dirty="0">
                <a:latin typeface="幼圆" pitchFamily="49" charset="-122"/>
                <a:ea typeface="幼圆" pitchFamily="49" charset="-122"/>
              </a:rPr>
              <a:t>之 </a:t>
            </a:r>
            <a:r>
              <a:rPr lang="en-US" altLang="zh-CN" sz="1200" b="0" dirty="0" smtClean="0">
                <a:latin typeface="幼圆" pitchFamily="49" charset="-122"/>
                <a:ea typeface="幼圆" pitchFamily="49" charset="-122"/>
              </a:rPr>
              <a:t>5</a:t>
            </a:r>
            <a:endParaRPr lang="zh-CN" altLang="en-US" sz="1200" b="0" dirty="0">
              <a:latin typeface="幼圆" pitchFamily="49" charset="-122"/>
              <a:ea typeface="幼圆" pitchFamily="49" charset="-122"/>
            </a:endParaRPr>
          </a:p>
        </p:txBody>
      </p:sp>
      <p:pic>
        <p:nvPicPr>
          <p:cNvPr id="71" name="Picture 4" descr="1002-2-ok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00113" y="2766913"/>
            <a:ext cx="2287587" cy="2592388"/>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a:extLst/>
        </p:spPr>
      </p:pic>
      <p:sp>
        <p:nvSpPr>
          <p:cNvPr id="72" name="Oval 9"/>
          <p:cNvSpPr>
            <a:spLocks noChangeArrowheads="1"/>
          </p:cNvSpPr>
          <p:nvPr/>
        </p:nvSpPr>
        <p:spPr bwMode="auto">
          <a:xfrm>
            <a:off x="3830638" y="3001863"/>
            <a:ext cx="1209675" cy="1196975"/>
          </a:xfrm>
          <a:prstGeom prst="ellipse">
            <a:avLst/>
          </a:prstGeom>
          <a:noFill/>
          <a:ln w="9525">
            <a:solidFill>
              <a:srgbClr val="000000"/>
            </a:solidFill>
            <a:prstDash val="dash"/>
            <a:round/>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2600" b="1">
              <a:solidFill>
                <a:schemeClr val="tx1"/>
              </a:solidFill>
            </a:endParaRPr>
          </a:p>
        </p:txBody>
      </p:sp>
      <p:sp>
        <p:nvSpPr>
          <p:cNvPr id="73" name="Rectangle 10"/>
          <p:cNvSpPr>
            <a:spLocks noChangeArrowheads="1"/>
          </p:cNvSpPr>
          <p:nvPr/>
        </p:nvSpPr>
        <p:spPr bwMode="auto">
          <a:xfrm>
            <a:off x="3492500" y="2965351"/>
            <a:ext cx="1162050" cy="1449387"/>
          </a:xfrm>
          <a:prstGeom prst="rect">
            <a:avLst/>
          </a:prstGeom>
          <a:noFill/>
          <a:ln>
            <a:noFill/>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2600" b="1">
              <a:solidFill>
                <a:schemeClr val="tx1"/>
              </a:solidFill>
            </a:endParaRPr>
          </a:p>
        </p:txBody>
      </p:sp>
      <p:sp>
        <p:nvSpPr>
          <p:cNvPr id="74" name="Rectangle 11"/>
          <p:cNvSpPr>
            <a:spLocks noChangeArrowheads="1"/>
          </p:cNvSpPr>
          <p:nvPr/>
        </p:nvSpPr>
        <p:spPr bwMode="auto">
          <a:xfrm>
            <a:off x="4386263" y="2543076"/>
            <a:ext cx="1066800" cy="1271587"/>
          </a:xfrm>
          <a:prstGeom prst="rect">
            <a:avLst/>
          </a:prstGeom>
          <a:noFill/>
          <a:ln>
            <a:noFill/>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2600" b="1">
              <a:solidFill>
                <a:schemeClr val="tx1"/>
              </a:solidFill>
            </a:endParaRPr>
          </a:p>
        </p:txBody>
      </p:sp>
      <p:sp>
        <p:nvSpPr>
          <p:cNvPr id="75" name="Oval 12"/>
          <p:cNvSpPr>
            <a:spLocks noChangeArrowheads="1"/>
          </p:cNvSpPr>
          <p:nvPr/>
        </p:nvSpPr>
        <p:spPr bwMode="auto">
          <a:xfrm rot="2732204">
            <a:off x="5996782" y="2602607"/>
            <a:ext cx="2012950" cy="2033587"/>
          </a:xfrm>
          <a:prstGeom prst="ellipse">
            <a:avLst/>
          </a:prstGeom>
          <a:noFill/>
          <a:ln w="9525">
            <a:solidFill>
              <a:srgbClr val="000000"/>
            </a:solidFill>
            <a:prstDash val="dash"/>
            <a:round/>
            <a:headEnd/>
            <a:tailEnd/>
          </a:ln>
          <a:extLst>
            <a:ext uri="{909E8E84-426E-40DD-AFC4-6F175D3DCCD1}">
              <a14:hiddenFill xmlns:a14="http://schemas.microsoft.com/office/drawing/2010/main">
                <a:solidFill>
                  <a:srgbClr val="FFFFFF"/>
                </a:solidFill>
              </a14:hiddenFill>
            </a:ext>
          </a:extLst>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2600" b="1">
              <a:solidFill>
                <a:schemeClr val="tx1"/>
              </a:solidFill>
            </a:endParaRPr>
          </a:p>
        </p:txBody>
      </p:sp>
      <p:sp>
        <p:nvSpPr>
          <p:cNvPr id="76" name="Rectangle 13"/>
          <p:cNvSpPr>
            <a:spLocks noChangeArrowheads="1"/>
          </p:cNvSpPr>
          <p:nvPr/>
        </p:nvSpPr>
        <p:spPr bwMode="auto">
          <a:xfrm>
            <a:off x="5718175" y="3213001"/>
            <a:ext cx="1528763" cy="1589087"/>
          </a:xfrm>
          <a:prstGeom prst="rect">
            <a:avLst/>
          </a:prstGeom>
          <a:noFill/>
          <a:ln>
            <a:noFill/>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2600" b="1">
              <a:solidFill>
                <a:schemeClr val="tx1"/>
              </a:solidFill>
            </a:endParaRPr>
          </a:p>
        </p:txBody>
      </p:sp>
      <p:sp>
        <p:nvSpPr>
          <p:cNvPr id="77" name="Rectangle 14"/>
          <p:cNvSpPr>
            <a:spLocks noChangeArrowheads="1"/>
          </p:cNvSpPr>
          <p:nvPr/>
        </p:nvSpPr>
        <p:spPr bwMode="auto">
          <a:xfrm>
            <a:off x="5718175" y="2190651"/>
            <a:ext cx="3175000" cy="1589087"/>
          </a:xfrm>
          <a:prstGeom prst="rect">
            <a:avLst/>
          </a:prstGeom>
          <a:noFill/>
          <a:ln>
            <a:noFill/>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2600" b="1">
              <a:solidFill>
                <a:schemeClr val="tx1"/>
              </a:solidFill>
            </a:endParaRPr>
          </a:p>
        </p:txBody>
      </p:sp>
      <p:sp>
        <p:nvSpPr>
          <p:cNvPr id="78" name="Line 15"/>
          <p:cNvSpPr>
            <a:spLocks noChangeShapeType="1"/>
          </p:cNvSpPr>
          <p:nvPr/>
        </p:nvSpPr>
        <p:spPr bwMode="auto">
          <a:xfrm flipV="1">
            <a:off x="4022725" y="3284438"/>
            <a:ext cx="752475" cy="74136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79" name="Line 16"/>
          <p:cNvSpPr>
            <a:spLocks noChangeShapeType="1"/>
          </p:cNvSpPr>
          <p:nvPr/>
        </p:nvSpPr>
        <p:spPr bwMode="auto">
          <a:xfrm flipH="1" flipV="1">
            <a:off x="4071938" y="3284438"/>
            <a:ext cx="363537" cy="38735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80" name="Line 17"/>
          <p:cNvSpPr>
            <a:spLocks noChangeShapeType="1"/>
          </p:cNvSpPr>
          <p:nvPr/>
        </p:nvSpPr>
        <p:spPr bwMode="auto">
          <a:xfrm>
            <a:off x="4418013" y="3141563"/>
            <a:ext cx="7937" cy="109696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81" name="Line 18"/>
          <p:cNvSpPr>
            <a:spLocks noChangeShapeType="1"/>
          </p:cNvSpPr>
          <p:nvPr/>
        </p:nvSpPr>
        <p:spPr bwMode="auto">
          <a:xfrm flipV="1">
            <a:off x="3856038" y="3671788"/>
            <a:ext cx="108902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82" name="Text Box 19"/>
          <p:cNvSpPr txBox="1">
            <a:spLocks noChangeArrowheads="1"/>
          </p:cNvSpPr>
          <p:nvPr/>
        </p:nvSpPr>
        <p:spPr bwMode="auto">
          <a:xfrm>
            <a:off x="4192588" y="2811363"/>
            <a:ext cx="557212"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algn="just" eaLnBrk="1" hangingPunct="1">
              <a:lnSpc>
                <a:spcPct val="100000"/>
              </a:lnSpc>
              <a:spcBef>
                <a:spcPct val="0"/>
              </a:spcBef>
              <a:buClrTx/>
              <a:buFontTx/>
              <a:buNone/>
            </a:pPr>
            <a:r>
              <a:rPr lang="en-US" altLang="zh-CN" sz="1800" b="1">
                <a:solidFill>
                  <a:schemeClr val="tx1"/>
                </a:solidFill>
                <a:latin typeface="宋体" charset="-122"/>
                <a:ea typeface="宋体" charset="-122"/>
              </a:rPr>
              <a:t>1</a:t>
            </a:r>
            <a:endParaRPr lang="en-US" altLang="zh-CN" sz="1800" b="1">
              <a:solidFill>
                <a:schemeClr val="tx1"/>
              </a:solidFill>
            </a:endParaRPr>
          </a:p>
        </p:txBody>
      </p:sp>
      <p:sp>
        <p:nvSpPr>
          <p:cNvPr id="83" name="Oval 20"/>
          <p:cNvSpPr>
            <a:spLocks noChangeArrowheads="1"/>
          </p:cNvSpPr>
          <p:nvPr/>
        </p:nvSpPr>
        <p:spPr bwMode="auto">
          <a:xfrm>
            <a:off x="4291013" y="3532088"/>
            <a:ext cx="260350" cy="257175"/>
          </a:xfrm>
          <a:prstGeom prst="ellipse">
            <a:avLst/>
          </a:prstGeom>
          <a:solidFill>
            <a:srgbClr val="FFFF99"/>
          </a:solidFill>
          <a:ln w="9525">
            <a:solidFill>
              <a:srgbClr val="000000"/>
            </a:solidFill>
            <a:round/>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2600" b="1">
              <a:solidFill>
                <a:schemeClr val="tx1"/>
              </a:solidFill>
            </a:endParaRPr>
          </a:p>
        </p:txBody>
      </p:sp>
      <p:sp>
        <p:nvSpPr>
          <p:cNvPr id="84" name="Text Box 21"/>
          <p:cNvSpPr txBox="1">
            <a:spLocks noChangeArrowheads="1"/>
          </p:cNvSpPr>
          <p:nvPr/>
        </p:nvSpPr>
        <p:spPr bwMode="auto">
          <a:xfrm>
            <a:off x="3781425" y="3001863"/>
            <a:ext cx="558800"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algn="just" eaLnBrk="1" hangingPunct="1">
              <a:lnSpc>
                <a:spcPct val="100000"/>
              </a:lnSpc>
              <a:spcBef>
                <a:spcPct val="0"/>
              </a:spcBef>
              <a:buClrTx/>
              <a:buFontTx/>
              <a:buNone/>
            </a:pPr>
            <a:r>
              <a:rPr lang="en-US" altLang="zh-CN" sz="1800" b="1">
                <a:solidFill>
                  <a:schemeClr val="tx1"/>
                </a:solidFill>
                <a:latin typeface="宋体" charset="-122"/>
                <a:ea typeface="宋体" charset="-122"/>
              </a:rPr>
              <a:t>2</a:t>
            </a:r>
            <a:endParaRPr lang="en-US" altLang="zh-CN" sz="1800" b="1">
              <a:solidFill>
                <a:schemeClr val="tx1"/>
              </a:solidFill>
            </a:endParaRPr>
          </a:p>
        </p:txBody>
      </p:sp>
      <p:sp>
        <p:nvSpPr>
          <p:cNvPr id="85" name="Text Box 22"/>
          <p:cNvSpPr txBox="1">
            <a:spLocks noChangeArrowheads="1"/>
          </p:cNvSpPr>
          <p:nvPr/>
        </p:nvSpPr>
        <p:spPr bwMode="auto">
          <a:xfrm>
            <a:off x="3538538" y="3460651"/>
            <a:ext cx="558800"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algn="just" eaLnBrk="1" hangingPunct="1">
              <a:lnSpc>
                <a:spcPct val="100000"/>
              </a:lnSpc>
              <a:spcBef>
                <a:spcPct val="0"/>
              </a:spcBef>
              <a:buClrTx/>
              <a:buFontTx/>
              <a:buNone/>
            </a:pPr>
            <a:r>
              <a:rPr lang="en-US" altLang="zh-CN" sz="1800" b="1">
                <a:solidFill>
                  <a:schemeClr val="tx1"/>
                </a:solidFill>
                <a:latin typeface="宋体" charset="-122"/>
                <a:ea typeface="宋体" charset="-122"/>
              </a:rPr>
              <a:t>3</a:t>
            </a:r>
            <a:endParaRPr lang="en-US" altLang="zh-CN" sz="1800" b="1">
              <a:solidFill>
                <a:schemeClr val="tx1"/>
              </a:solidFill>
            </a:endParaRPr>
          </a:p>
        </p:txBody>
      </p:sp>
      <p:sp>
        <p:nvSpPr>
          <p:cNvPr id="86" name="Text Box 23"/>
          <p:cNvSpPr txBox="1">
            <a:spLocks noChangeArrowheads="1"/>
          </p:cNvSpPr>
          <p:nvPr/>
        </p:nvSpPr>
        <p:spPr bwMode="auto">
          <a:xfrm>
            <a:off x="3735388" y="3892451"/>
            <a:ext cx="555625"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algn="just" eaLnBrk="1" hangingPunct="1">
              <a:lnSpc>
                <a:spcPct val="100000"/>
              </a:lnSpc>
              <a:spcBef>
                <a:spcPct val="0"/>
              </a:spcBef>
              <a:buClrTx/>
              <a:buFontTx/>
              <a:buNone/>
            </a:pPr>
            <a:r>
              <a:rPr lang="en-US" altLang="zh-CN" sz="1800" b="1">
                <a:solidFill>
                  <a:schemeClr val="tx1"/>
                </a:solidFill>
                <a:latin typeface="宋体" charset="-122"/>
                <a:ea typeface="宋体" charset="-122"/>
              </a:rPr>
              <a:t>4</a:t>
            </a:r>
            <a:endParaRPr lang="en-US" altLang="zh-CN" sz="1800" b="1">
              <a:solidFill>
                <a:schemeClr val="tx1"/>
              </a:solidFill>
            </a:endParaRPr>
          </a:p>
        </p:txBody>
      </p:sp>
      <p:sp>
        <p:nvSpPr>
          <p:cNvPr id="87" name="Text Box 24"/>
          <p:cNvSpPr txBox="1">
            <a:spLocks noChangeArrowheads="1"/>
          </p:cNvSpPr>
          <p:nvPr/>
        </p:nvSpPr>
        <p:spPr bwMode="auto">
          <a:xfrm>
            <a:off x="4662488" y="2965351"/>
            <a:ext cx="55721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algn="just" eaLnBrk="1" hangingPunct="1">
              <a:lnSpc>
                <a:spcPct val="100000"/>
              </a:lnSpc>
              <a:spcBef>
                <a:spcPct val="0"/>
              </a:spcBef>
              <a:buClrTx/>
              <a:buFontTx/>
              <a:buNone/>
            </a:pPr>
            <a:r>
              <a:rPr lang="en-US" altLang="zh-CN" sz="900" b="1">
                <a:solidFill>
                  <a:schemeClr val="tx1"/>
                </a:solidFill>
                <a:latin typeface="宋体" charset="-122"/>
                <a:ea typeface="宋体" charset="-122"/>
              </a:rPr>
              <a:t> </a:t>
            </a:r>
            <a:r>
              <a:rPr lang="en-US" altLang="zh-CN" sz="1800" b="1">
                <a:solidFill>
                  <a:schemeClr val="tx1"/>
                </a:solidFill>
                <a:latin typeface="宋体" charset="-122"/>
                <a:ea typeface="宋体" charset="-122"/>
              </a:rPr>
              <a:t>k</a:t>
            </a:r>
            <a:endParaRPr lang="en-US" altLang="zh-CN" sz="1800" b="1">
              <a:solidFill>
                <a:schemeClr val="tx1"/>
              </a:solidFill>
            </a:endParaRPr>
          </a:p>
        </p:txBody>
      </p:sp>
      <p:sp>
        <p:nvSpPr>
          <p:cNvPr id="88" name="Text Box 25"/>
          <p:cNvSpPr txBox="1">
            <a:spLocks noChangeArrowheads="1"/>
          </p:cNvSpPr>
          <p:nvPr/>
        </p:nvSpPr>
        <p:spPr bwMode="auto">
          <a:xfrm>
            <a:off x="4829175" y="3343176"/>
            <a:ext cx="822325" cy="49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algn="just" eaLnBrk="1" hangingPunct="1">
              <a:lnSpc>
                <a:spcPct val="100000"/>
              </a:lnSpc>
              <a:spcBef>
                <a:spcPct val="0"/>
              </a:spcBef>
              <a:buClrTx/>
              <a:buFontTx/>
              <a:buNone/>
            </a:pPr>
            <a:r>
              <a:rPr lang="en-US" altLang="zh-CN" sz="900" b="1">
                <a:solidFill>
                  <a:schemeClr val="tx1"/>
                </a:solidFill>
                <a:latin typeface="宋体" charset="-122"/>
                <a:ea typeface="宋体" charset="-122"/>
              </a:rPr>
              <a:t> </a:t>
            </a:r>
            <a:r>
              <a:rPr lang="en-US" altLang="zh-CN" sz="1800" b="1">
                <a:solidFill>
                  <a:schemeClr val="tx1"/>
                </a:solidFill>
                <a:latin typeface="宋体" charset="-122"/>
                <a:ea typeface="宋体" charset="-122"/>
              </a:rPr>
              <a:t>k-1</a:t>
            </a:r>
            <a:endParaRPr lang="en-US" altLang="zh-CN" sz="1800" b="1">
              <a:solidFill>
                <a:schemeClr val="tx1"/>
              </a:solidFill>
            </a:endParaRPr>
          </a:p>
        </p:txBody>
      </p:sp>
      <p:sp>
        <p:nvSpPr>
          <p:cNvPr id="89" name="Text Box 26"/>
          <p:cNvSpPr txBox="1">
            <a:spLocks noChangeArrowheads="1"/>
          </p:cNvSpPr>
          <p:nvPr/>
        </p:nvSpPr>
        <p:spPr bwMode="auto">
          <a:xfrm>
            <a:off x="4219575" y="4179788"/>
            <a:ext cx="555625"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algn="just" eaLnBrk="1" hangingPunct="1">
              <a:lnSpc>
                <a:spcPct val="100000"/>
              </a:lnSpc>
              <a:spcBef>
                <a:spcPct val="0"/>
              </a:spcBef>
              <a:buClrTx/>
              <a:buFontTx/>
              <a:buNone/>
            </a:pPr>
            <a:r>
              <a:rPr lang="en-US" altLang="zh-CN" sz="1800" b="1">
                <a:solidFill>
                  <a:schemeClr val="tx1"/>
                </a:solidFill>
                <a:latin typeface="宋体" charset="-122"/>
                <a:ea typeface="宋体" charset="-122"/>
              </a:rPr>
              <a:t>5</a:t>
            </a:r>
            <a:endParaRPr lang="en-US" altLang="zh-CN" sz="1800" b="1">
              <a:solidFill>
                <a:schemeClr val="tx1"/>
              </a:solidFill>
            </a:endParaRPr>
          </a:p>
        </p:txBody>
      </p:sp>
      <p:sp>
        <p:nvSpPr>
          <p:cNvPr id="90" name="Oval 27"/>
          <p:cNvSpPr>
            <a:spLocks noChangeArrowheads="1"/>
          </p:cNvSpPr>
          <p:nvPr/>
        </p:nvSpPr>
        <p:spPr bwMode="auto">
          <a:xfrm>
            <a:off x="6229350" y="2897088"/>
            <a:ext cx="1527175" cy="1441450"/>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2600" b="1">
              <a:solidFill>
                <a:schemeClr val="tx1"/>
              </a:solidFill>
            </a:endParaRPr>
          </a:p>
        </p:txBody>
      </p:sp>
      <p:sp>
        <p:nvSpPr>
          <p:cNvPr id="91" name="Oval 28"/>
          <p:cNvSpPr>
            <a:spLocks noChangeArrowheads="1"/>
          </p:cNvSpPr>
          <p:nvPr/>
        </p:nvSpPr>
        <p:spPr bwMode="auto">
          <a:xfrm>
            <a:off x="6130925" y="3567013"/>
            <a:ext cx="204788" cy="207963"/>
          </a:xfrm>
          <a:prstGeom prst="ellipse">
            <a:avLst/>
          </a:prstGeom>
          <a:solidFill>
            <a:srgbClr val="FFFF99"/>
          </a:solidFill>
          <a:ln w="9525">
            <a:solidFill>
              <a:srgbClr val="000000"/>
            </a:solidFill>
            <a:round/>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2600" b="1">
              <a:solidFill>
                <a:schemeClr val="tx1"/>
              </a:solidFill>
            </a:endParaRPr>
          </a:p>
        </p:txBody>
      </p:sp>
      <p:sp>
        <p:nvSpPr>
          <p:cNvPr id="92" name="Oval 29"/>
          <p:cNvSpPr>
            <a:spLocks noChangeArrowheads="1"/>
          </p:cNvSpPr>
          <p:nvPr/>
        </p:nvSpPr>
        <p:spPr bwMode="auto">
          <a:xfrm>
            <a:off x="6324600" y="4025801"/>
            <a:ext cx="206375" cy="209550"/>
          </a:xfrm>
          <a:prstGeom prst="ellipse">
            <a:avLst/>
          </a:prstGeom>
          <a:solidFill>
            <a:srgbClr val="FFFF99"/>
          </a:solidFill>
          <a:ln w="9525">
            <a:solidFill>
              <a:srgbClr val="000000"/>
            </a:solidFill>
            <a:round/>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2600" b="1">
              <a:solidFill>
                <a:schemeClr val="tx1"/>
              </a:solidFill>
            </a:endParaRPr>
          </a:p>
        </p:txBody>
      </p:sp>
      <p:sp>
        <p:nvSpPr>
          <p:cNvPr id="93" name="Oval 30"/>
          <p:cNvSpPr>
            <a:spLocks noChangeArrowheads="1"/>
          </p:cNvSpPr>
          <p:nvPr/>
        </p:nvSpPr>
        <p:spPr bwMode="auto">
          <a:xfrm>
            <a:off x="6883400" y="4238526"/>
            <a:ext cx="204788" cy="207962"/>
          </a:xfrm>
          <a:prstGeom prst="ellipse">
            <a:avLst/>
          </a:prstGeom>
          <a:solidFill>
            <a:srgbClr val="FFFF99"/>
          </a:solidFill>
          <a:ln w="9525">
            <a:solidFill>
              <a:srgbClr val="000000"/>
            </a:solidFill>
            <a:round/>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2600" b="1">
              <a:solidFill>
                <a:schemeClr val="tx1"/>
              </a:solidFill>
            </a:endParaRPr>
          </a:p>
        </p:txBody>
      </p:sp>
      <p:sp>
        <p:nvSpPr>
          <p:cNvPr id="94" name="Oval 31"/>
          <p:cNvSpPr>
            <a:spLocks noChangeArrowheads="1"/>
          </p:cNvSpPr>
          <p:nvPr/>
        </p:nvSpPr>
        <p:spPr bwMode="auto">
          <a:xfrm>
            <a:off x="6300788" y="3039963"/>
            <a:ext cx="204787" cy="209550"/>
          </a:xfrm>
          <a:prstGeom prst="ellipse">
            <a:avLst/>
          </a:prstGeom>
          <a:solidFill>
            <a:srgbClr val="FFFF99"/>
          </a:solidFill>
          <a:ln w="9525">
            <a:solidFill>
              <a:srgbClr val="000000"/>
            </a:solidFill>
            <a:round/>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2600" b="1">
              <a:solidFill>
                <a:schemeClr val="tx1"/>
              </a:solidFill>
            </a:endParaRPr>
          </a:p>
        </p:txBody>
      </p:sp>
      <p:sp>
        <p:nvSpPr>
          <p:cNvPr id="95" name="Oval 32"/>
          <p:cNvSpPr>
            <a:spLocks noChangeArrowheads="1"/>
          </p:cNvSpPr>
          <p:nvPr/>
        </p:nvSpPr>
        <p:spPr bwMode="auto">
          <a:xfrm>
            <a:off x="6883400" y="2789138"/>
            <a:ext cx="204788" cy="211138"/>
          </a:xfrm>
          <a:prstGeom prst="ellipse">
            <a:avLst/>
          </a:prstGeom>
          <a:solidFill>
            <a:srgbClr val="FFFF99"/>
          </a:solidFill>
          <a:ln w="9525">
            <a:solidFill>
              <a:srgbClr val="000000"/>
            </a:solidFill>
            <a:round/>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2600" b="1">
              <a:solidFill>
                <a:schemeClr val="tx1"/>
              </a:solidFill>
            </a:endParaRPr>
          </a:p>
        </p:txBody>
      </p:sp>
      <p:sp>
        <p:nvSpPr>
          <p:cNvPr id="96" name="Oval 33"/>
          <p:cNvSpPr>
            <a:spLocks noChangeArrowheads="1"/>
          </p:cNvSpPr>
          <p:nvPr/>
        </p:nvSpPr>
        <p:spPr bwMode="auto">
          <a:xfrm>
            <a:off x="7451725" y="3039963"/>
            <a:ext cx="204788" cy="209550"/>
          </a:xfrm>
          <a:prstGeom prst="ellipse">
            <a:avLst/>
          </a:prstGeom>
          <a:solidFill>
            <a:srgbClr val="FFFF99"/>
          </a:solidFill>
          <a:ln w="9525">
            <a:solidFill>
              <a:srgbClr val="000000"/>
            </a:solidFill>
            <a:round/>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2600" b="1">
              <a:solidFill>
                <a:schemeClr val="tx1"/>
              </a:solidFill>
            </a:endParaRPr>
          </a:p>
        </p:txBody>
      </p:sp>
      <p:sp>
        <p:nvSpPr>
          <p:cNvPr id="97" name="Line 35"/>
          <p:cNvSpPr>
            <a:spLocks noChangeShapeType="1"/>
          </p:cNvSpPr>
          <p:nvPr/>
        </p:nvSpPr>
        <p:spPr bwMode="auto">
          <a:xfrm flipH="1" flipV="1">
            <a:off x="6156325" y="2897088"/>
            <a:ext cx="168275" cy="1762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98" name="Line 36"/>
          <p:cNvSpPr>
            <a:spLocks noChangeShapeType="1"/>
          </p:cNvSpPr>
          <p:nvPr/>
        </p:nvSpPr>
        <p:spPr bwMode="auto">
          <a:xfrm flipH="1">
            <a:off x="5838825" y="3671788"/>
            <a:ext cx="2921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99" name="Line 37"/>
          <p:cNvSpPr>
            <a:spLocks noChangeShapeType="1"/>
          </p:cNvSpPr>
          <p:nvPr/>
        </p:nvSpPr>
        <p:spPr bwMode="auto">
          <a:xfrm flipH="1">
            <a:off x="6130925" y="4202013"/>
            <a:ext cx="219075" cy="1762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00" name="Line 38"/>
          <p:cNvSpPr>
            <a:spLocks noChangeShapeType="1"/>
          </p:cNvSpPr>
          <p:nvPr/>
        </p:nvSpPr>
        <p:spPr bwMode="auto">
          <a:xfrm>
            <a:off x="6978650" y="4449663"/>
            <a:ext cx="0" cy="24765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01" name="Line 39"/>
          <p:cNvSpPr>
            <a:spLocks noChangeShapeType="1"/>
          </p:cNvSpPr>
          <p:nvPr/>
        </p:nvSpPr>
        <p:spPr bwMode="auto">
          <a:xfrm flipV="1">
            <a:off x="7851775" y="3671788"/>
            <a:ext cx="28892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02" name="Line 40"/>
          <p:cNvSpPr>
            <a:spLocks noChangeShapeType="1"/>
          </p:cNvSpPr>
          <p:nvPr/>
        </p:nvSpPr>
        <p:spPr bwMode="auto">
          <a:xfrm flipV="1">
            <a:off x="7632700" y="2897088"/>
            <a:ext cx="242888" cy="1762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03" name="Line 41"/>
          <p:cNvSpPr>
            <a:spLocks noChangeShapeType="1"/>
          </p:cNvSpPr>
          <p:nvPr/>
        </p:nvSpPr>
        <p:spPr bwMode="auto">
          <a:xfrm flipV="1">
            <a:off x="7004050" y="2543076"/>
            <a:ext cx="0" cy="24606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04" name="Text Box 42"/>
          <p:cNvSpPr txBox="1">
            <a:spLocks noChangeArrowheads="1"/>
          </p:cNvSpPr>
          <p:nvPr/>
        </p:nvSpPr>
        <p:spPr bwMode="auto">
          <a:xfrm>
            <a:off x="7596188" y="2551013"/>
            <a:ext cx="557212"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algn="just" eaLnBrk="1" hangingPunct="1">
              <a:lnSpc>
                <a:spcPct val="100000"/>
              </a:lnSpc>
              <a:spcBef>
                <a:spcPct val="0"/>
              </a:spcBef>
              <a:buClrTx/>
              <a:buFontTx/>
              <a:buNone/>
            </a:pPr>
            <a:r>
              <a:rPr lang="en-US" altLang="zh-CN" sz="1800" b="1">
                <a:solidFill>
                  <a:schemeClr val="tx1"/>
                </a:solidFill>
                <a:latin typeface="宋体" charset="-122"/>
                <a:ea typeface="宋体" charset="-122"/>
              </a:rPr>
              <a:t> k</a:t>
            </a:r>
            <a:endParaRPr lang="en-US" altLang="zh-CN" sz="1800" b="1">
              <a:solidFill>
                <a:schemeClr val="tx1"/>
              </a:solidFill>
            </a:endParaRPr>
          </a:p>
        </p:txBody>
      </p:sp>
      <p:sp>
        <p:nvSpPr>
          <p:cNvPr id="105" name="Text Box 43"/>
          <p:cNvSpPr txBox="1">
            <a:spLocks noChangeArrowheads="1"/>
          </p:cNvSpPr>
          <p:nvPr/>
        </p:nvSpPr>
        <p:spPr bwMode="auto">
          <a:xfrm>
            <a:off x="8027988" y="3343176"/>
            <a:ext cx="820737"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algn="just" eaLnBrk="1" hangingPunct="1">
              <a:lnSpc>
                <a:spcPct val="100000"/>
              </a:lnSpc>
              <a:spcBef>
                <a:spcPct val="0"/>
              </a:spcBef>
              <a:buClrTx/>
              <a:buFontTx/>
              <a:buNone/>
            </a:pPr>
            <a:r>
              <a:rPr lang="en-US" altLang="zh-CN" sz="900" b="1">
                <a:solidFill>
                  <a:schemeClr val="tx1"/>
                </a:solidFill>
                <a:latin typeface="宋体" charset="-122"/>
                <a:ea typeface="宋体" charset="-122"/>
              </a:rPr>
              <a:t> </a:t>
            </a:r>
            <a:r>
              <a:rPr lang="en-US" altLang="zh-CN" sz="1800" b="1">
                <a:solidFill>
                  <a:schemeClr val="tx1"/>
                </a:solidFill>
                <a:latin typeface="宋体" charset="-122"/>
                <a:ea typeface="宋体" charset="-122"/>
              </a:rPr>
              <a:t>k-1</a:t>
            </a:r>
            <a:endParaRPr lang="en-US" altLang="zh-CN" sz="1800" b="1">
              <a:solidFill>
                <a:schemeClr val="tx1"/>
              </a:solidFill>
            </a:endParaRPr>
          </a:p>
        </p:txBody>
      </p:sp>
      <p:sp>
        <p:nvSpPr>
          <p:cNvPr id="106" name="Text Box 44"/>
          <p:cNvSpPr txBox="1">
            <a:spLocks noChangeArrowheads="1"/>
          </p:cNvSpPr>
          <p:nvPr/>
        </p:nvSpPr>
        <p:spPr bwMode="auto">
          <a:xfrm>
            <a:off x="6753225" y="2304951"/>
            <a:ext cx="5556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algn="just" eaLnBrk="1" hangingPunct="1">
              <a:lnSpc>
                <a:spcPct val="100000"/>
              </a:lnSpc>
              <a:spcBef>
                <a:spcPct val="0"/>
              </a:spcBef>
              <a:buClrTx/>
              <a:buFontTx/>
              <a:buNone/>
            </a:pPr>
            <a:r>
              <a:rPr lang="en-US" altLang="zh-CN" sz="1800" b="1">
                <a:solidFill>
                  <a:schemeClr val="tx1"/>
                </a:solidFill>
                <a:latin typeface="宋体" charset="-122"/>
                <a:ea typeface="宋体" charset="-122"/>
              </a:rPr>
              <a:t>1</a:t>
            </a:r>
            <a:endParaRPr lang="en-US" altLang="zh-CN" sz="1800" b="1">
              <a:solidFill>
                <a:schemeClr val="tx1"/>
              </a:solidFill>
            </a:endParaRPr>
          </a:p>
        </p:txBody>
      </p:sp>
      <p:sp>
        <p:nvSpPr>
          <p:cNvPr id="107" name="Text Box 45"/>
          <p:cNvSpPr txBox="1">
            <a:spLocks noChangeArrowheads="1"/>
          </p:cNvSpPr>
          <p:nvPr/>
        </p:nvSpPr>
        <p:spPr bwMode="auto">
          <a:xfrm>
            <a:off x="5865813" y="2665313"/>
            <a:ext cx="5556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algn="just" eaLnBrk="1" hangingPunct="1">
              <a:lnSpc>
                <a:spcPct val="100000"/>
              </a:lnSpc>
              <a:spcBef>
                <a:spcPct val="0"/>
              </a:spcBef>
              <a:buClrTx/>
              <a:buFontTx/>
              <a:buNone/>
            </a:pPr>
            <a:r>
              <a:rPr lang="en-US" altLang="zh-CN" sz="1800" b="1">
                <a:solidFill>
                  <a:schemeClr val="tx1"/>
                </a:solidFill>
                <a:latin typeface="宋体" charset="-122"/>
                <a:ea typeface="宋体" charset="-122"/>
              </a:rPr>
              <a:t>2</a:t>
            </a:r>
            <a:endParaRPr lang="en-US" altLang="zh-CN" sz="1800" b="1">
              <a:solidFill>
                <a:schemeClr val="tx1"/>
              </a:solidFill>
            </a:endParaRPr>
          </a:p>
        </p:txBody>
      </p:sp>
      <p:sp>
        <p:nvSpPr>
          <p:cNvPr id="108" name="Text Box 46"/>
          <p:cNvSpPr txBox="1">
            <a:spLocks noChangeArrowheads="1"/>
          </p:cNvSpPr>
          <p:nvPr/>
        </p:nvSpPr>
        <p:spPr bwMode="auto">
          <a:xfrm>
            <a:off x="5580063" y="3459063"/>
            <a:ext cx="555625"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algn="just" eaLnBrk="1" hangingPunct="1">
              <a:lnSpc>
                <a:spcPct val="100000"/>
              </a:lnSpc>
              <a:spcBef>
                <a:spcPct val="0"/>
              </a:spcBef>
              <a:buClrTx/>
              <a:buFontTx/>
              <a:buNone/>
            </a:pPr>
            <a:r>
              <a:rPr lang="en-US" altLang="zh-CN" sz="1800" b="1">
                <a:solidFill>
                  <a:schemeClr val="tx1"/>
                </a:solidFill>
                <a:latin typeface="宋体" charset="-122"/>
                <a:ea typeface="宋体" charset="-122"/>
              </a:rPr>
              <a:t>3</a:t>
            </a:r>
            <a:endParaRPr lang="en-US" altLang="zh-CN" sz="1800" b="1">
              <a:solidFill>
                <a:schemeClr val="tx1"/>
              </a:solidFill>
            </a:endParaRPr>
          </a:p>
        </p:txBody>
      </p:sp>
      <p:sp>
        <p:nvSpPr>
          <p:cNvPr id="109" name="Text Box 47"/>
          <p:cNvSpPr txBox="1">
            <a:spLocks noChangeArrowheads="1"/>
          </p:cNvSpPr>
          <p:nvPr/>
        </p:nvSpPr>
        <p:spPr bwMode="auto">
          <a:xfrm>
            <a:off x="5886450" y="4206776"/>
            <a:ext cx="557213"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algn="just" eaLnBrk="1" hangingPunct="1">
              <a:lnSpc>
                <a:spcPct val="100000"/>
              </a:lnSpc>
              <a:spcBef>
                <a:spcPct val="0"/>
              </a:spcBef>
              <a:buClrTx/>
              <a:buFontTx/>
              <a:buNone/>
            </a:pPr>
            <a:r>
              <a:rPr lang="en-US" altLang="zh-CN" sz="1800" b="1">
                <a:solidFill>
                  <a:schemeClr val="tx1"/>
                </a:solidFill>
                <a:latin typeface="宋体" charset="-122"/>
                <a:ea typeface="宋体" charset="-122"/>
              </a:rPr>
              <a:t>4</a:t>
            </a:r>
            <a:endParaRPr lang="en-US" altLang="zh-CN" sz="1800" b="1">
              <a:solidFill>
                <a:schemeClr val="tx1"/>
              </a:solidFill>
            </a:endParaRPr>
          </a:p>
        </p:txBody>
      </p:sp>
      <p:sp>
        <p:nvSpPr>
          <p:cNvPr id="110" name="Text Box 48"/>
          <p:cNvSpPr txBox="1">
            <a:spLocks noChangeArrowheads="1"/>
          </p:cNvSpPr>
          <p:nvPr/>
        </p:nvSpPr>
        <p:spPr bwMode="auto">
          <a:xfrm>
            <a:off x="6967538" y="4611588"/>
            <a:ext cx="557212"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algn="just" eaLnBrk="1" hangingPunct="1">
              <a:lnSpc>
                <a:spcPct val="100000"/>
              </a:lnSpc>
              <a:spcBef>
                <a:spcPct val="0"/>
              </a:spcBef>
              <a:buClrTx/>
              <a:buFontTx/>
              <a:buNone/>
            </a:pPr>
            <a:r>
              <a:rPr lang="en-US" altLang="zh-CN" sz="1800" b="1">
                <a:solidFill>
                  <a:schemeClr val="tx1"/>
                </a:solidFill>
                <a:latin typeface="宋体" charset="-122"/>
                <a:ea typeface="宋体" charset="-122"/>
              </a:rPr>
              <a:t>5</a:t>
            </a:r>
            <a:endParaRPr lang="en-US" altLang="zh-CN" sz="1800" b="1">
              <a:solidFill>
                <a:schemeClr val="tx1"/>
              </a:solidFill>
            </a:endParaRPr>
          </a:p>
        </p:txBody>
      </p:sp>
      <p:sp>
        <p:nvSpPr>
          <p:cNvPr id="111" name="Text Box 49"/>
          <p:cNvSpPr txBox="1">
            <a:spLocks noChangeArrowheads="1"/>
          </p:cNvSpPr>
          <p:nvPr/>
        </p:nvSpPr>
        <p:spPr bwMode="auto">
          <a:xfrm>
            <a:off x="3851275" y="5143401"/>
            <a:ext cx="4597400" cy="877887"/>
          </a:xfrm>
          <a:prstGeom prst="rect">
            <a:avLst/>
          </a:prstGeom>
          <a:noFill/>
          <a:ln>
            <a:noFill/>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algn="just" eaLnBrk="1" hangingPunct="1">
              <a:lnSpc>
                <a:spcPct val="100000"/>
              </a:lnSpc>
              <a:spcBef>
                <a:spcPct val="0"/>
              </a:spcBef>
              <a:buClrTx/>
              <a:buFontTx/>
              <a:buNone/>
            </a:pPr>
            <a:r>
              <a:rPr lang="en-US" altLang="zh-CN" sz="1800" b="1" dirty="0">
                <a:solidFill>
                  <a:srgbClr val="000000"/>
                </a:solidFill>
                <a:latin typeface="宋体" charset="-122"/>
                <a:ea typeface="宋体" charset="-122"/>
              </a:rPr>
              <a:t>(b) </a:t>
            </a:r>
            <a:r>
              <a:rPr lang="zh-CN" altLang="en-US" sz="1800" b="1" dirty="0">
                <a:solidFill>
                  <a:srgbClr val="000000"/>
                </a:solidFill>
                <a:latin typeface="宋体" charset="-122"/>
                <a:ea typeface="宋体" charset="-122"/>
              </a:rPr>
              <a:t>将</a:t>
            </a:r>
            <a:r>
              <a:rPr lang="en-US" altLang="zh-CN" sz="1800" b="1" dirty="0" smtClean="0">
                <a:solidFill>
                  <a:srgbClr val="000000"/>
                </a:solidFill>
                <a:latin typeface="宋体" charset="-122"/>
                <a:ea typeface="宋体" charset="-122"/>
              </a:rPr>
              <a:t>k</a:t>
            </a:r>
            <a:r>
              <a:rPr lang="zh-CN" altLang="en-US" sz="1800" b="1" dirty="0" smtClean="0">
                <a:solidFill>
                  <a:srgbClr val="000000"/>
                </a:solidFill>
                <a:latin typeface="宋体" charset="-122"/>
                <a:ea typeface="宋体" charset="-122"/>
              </a:rPr>
              <a:t>维立方体</a:t>
            </a:r>
            <a:r>
              <a:rPr lang="zh-CN" altLang="en-US" sz="1800" b="1" dirty="0">
                <a:solidFill>
                  <a:srgbClr val="000000"/>
                </a:solidFill>
                <a:latin typeface="宋体" charset="-122"/>
                <a:ea typeface="宋体" charset="-122"/>
              </a:rPr>
              <a:t>的</a:t>
            </a:r>
            <a:r>
              <a:rPr lang="zh-CN" altLang="en-US" sz="1800" b="1" dirty="0" smtClean="0">
                <a:solidFill>
                  <a:srgbClr val="000000"/>
                </a:solidFill>
                <a:latin typeface="宋体" charset="-122"/>
                <a:ea typeface="宋体" charset="-122"/>
              </a:rPr>
              <a:t>每个节点用</a:t>
            </a:r>
            <a:r>
              <a:rPr lang="zh-CN" altLang="en-US" sz="1800" b="1" dirty="0">
                <a:solidFill>
                  <a:srgbClr val="000000"/>
                </a:solidFill>
                <a:latin typeface="宋体" charset="-122"/>
                <a:ea typeface="宋体" charset="-122"/>
              </a:rPr>
              <a:t>由</a:t>
            </a:r>
            <a:r>
              <a:rPr lang="en-US" altLang="zh-CN" sz="1800" b="1" dirty="0">
                <a:solidFill>
                  <a:srgbClr val="000000"/>
                </a:solidFill>
                <a:latin typeface="宋体" charset="-122"/>
                <a:ea typeface="宋体" charset="-122"/>
              </a:rPr>
              <a:t>k</a:t>
            </a:r>
            <a:r>
              <a:rPr lang="zh-CN" altLang="en-US" sz="1800" b="1" dirty="0" smtClean="0">
                <a:solidFill>
                  <a:srgbClr val="000000"/>
                </a:solidFill>
                <a:latin typeface="宋体" charset="-122"/>
                <a:ea typeface="宋体" charset="-122"/>
              </a:rPr>
              <a:t>个节点的</a:t>
            </a:r>
            <a:r>
              <a:rPr lang="zh-CN" altLang="en-US" sz="1800" b="1" dirty="0">
                <a:solidFill>
                  <a:srgbClr val="000000"/>
                </a:solidFill>
                <a:latin typeface="宋体" charset="-122"/>
                <a:ea typeface="宋体" charset="-122"/>
              </a:rPr>
              <a:t>环来代替，组成带环</a:t>
            </a:r>
            <a:r>
              <a:rPr lang="en-US" altLang="zh-CN" sz="1800" b="1" dirty="0">
                <a:solidFill>
                  <a:srgbClr val="000000"/>
                </a:solidFill>
                <a:latin typeface="宋体" charset="-122"/>
                <a:ea typeface="宋体" charset="-122"/>
              </a:rPr>
              <a:t>k-</a:t>
            </a:r>
            <a:r>
              <a:rPr lang="zh-CN" altLang="en-US" sz="1800" b="1" dirty="0">
                <a:solidFill>
                  <a:srgbClr val="000000"/>
                </a:solidFill>
                <a:latin typeface="宋体" charset="-122"/>
                <a:ea typeface="宋体" charset="-122"/>
              </a:rPr>
              <a:t>立方体组成</a:t>
            </a:r>
            <a:endParaRPr lang="zh-CN" altLang="en-US" sz="1800" b="1" dirty="0">
              <a:solidFill>
                <a:srgbClr val="000000"/>
              </a:solidFill>
            </a:endParaRPr>
          </a:p>
        </p:txBody>
      </p:sp>
      <p:sp>
        <p:nvSpPr>
          <p:cNvPr id="112" name="Oval 34"/>
          <p:cNvSpPr>
            <a:spLocks noChangeArrowheads="1"/>
          </p:cNvSpPr>
          <p:nvPr/>
        </p:nvSpPr>
        <p:spPr bwMode="auto">
          <a:xfrm>
            <a:off x="7656513" y="3567013"/>
            <a:ext cx="207962" cy="207963"/>
          </a:xfrm>
          <a:prstGeom prst="ellipse">
            <a:avLst/>
          </a:prstGeom>
          <a:solidFill>
            <a:srgbClr val="FFFF99"/>
          </a:solidFill>
          <a:ln w="9525">
            <a:solidFill>
              <a:srgbClr val="000000"/>
            </a:solidFill>
            <a:round/>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2600" b="1">
              <a:solidFill>
                <a:schemeClr val="tx1"/>
              </a:solidFill>
            </a:endParaRPr>
          </a:p>
        </p:txBody>
      </p:sp>
    </p:spTree>
    <p:extLst>
      <p:ext uri="{BB962C8B-B14F-4D97-AF65-F5344CB8AC3E}">
        <p14:creationId xmlns:p14="http://schemas.microsoft.com/office/powerpoint/2010/main" val="941112304"/>
      </p:ext>
    </p:extLst>
  </p:cSld>
  <p:clrMapOvr>
    <a:masterClrMapping/>
  </p:clrMapOvr>
  <p:transition spd="slow">
    <p:random/>
    <p:sndAc>
      <p:stSnd>
        <p:snd r:embed="rId2" name="projctor.wav"/>
      </p:stSnd>
    </p:sndAc>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7746" name="Rectangle 2"/>
          <p:cNvSpPr>
            <a:spLocks noGrp="1" noChangeArrowheads="1"/>
          </p:cNvSpPr>
          <p:nvPr>
            <p:ph type="title"/>
          </p:nvPr>
        </p:nvSpPr>
        <p:spPr/>
        <p:txBody>
          <a:bodyPr/>
          <a:lstStyle/>
          <a:p>
            <a:pPr eaLnBrk="1" hangingPunct="1">
              <a:defRPr/>
            </a:pPr>
            <a:r>
              <a:rPr lang="en-US" altLang="zh-CN" dirty="0"/>
              <a:t>k</a:t>
            </a:r>
            <a:r>
              <a:rPr lang="zh-CN" altLang="en-US" dirty="0"/>
              <a:t>元</a:t>
            </a:r>
            <a:r>
              <a:rPr lang="en-US" altLang="zh-CN" dirty="0"/>
              <a:t>n-</a:t>
            </a:r>
            <a:r>
              <a:rPr lang="zh-CN" altLang="en-US" dirty="0"/>
              <a:t>立方体网络</a:t>
            </a:r>
          </a:p>
        </p:txBody>
      </p:sp>
      <p:sp>
        <p:nvSpPr>
          <p:cNvPr id="2" name="内容占位符 1"/>
          <p:cNvSpPr>
            <a:spLocks noGrp="1"/>
          </p:cNvSpPr>
          <p:nvPr>
            <p:ph idx="1"/>
          </p:nvPr>
        </p:nvSpPr>
        <p:spPr>
          <a:xfrm>
            <a:off x="809624" y="1974850"/>
            <a:ext cx="8226871" cy="4425950"/>
          </a:xfrm>
        </p:spPr>
        <p:txBody>
          <a:bodyPr/>
          <a:lstStyle/>
          <a:p>
            <a:pPr>
              <a:lnSpc>
                <a:spcPct val="125000"/>
              </a:lnSpc>
            </a:pPr>
            <a:r>
              <a:rPr lang="zh-CN" altLang="en-US" sz="2400" dirty="0"/>
              <a:t>环形、网格、环网形、二元</a:t>
            </a:r>
            <a:r>
              <a:rPr lang="en-US" altLang="zh-CN" sz="2400" dirty="0"/>
              <a:t>n-</a:t>
            </a:r>
            <a:r>
              <a:rPr lang="zh-CN" altLang="en-US" sz="2400" dirty="0"/>
              <a:t>立方体（超立方体）和</a:t>
            </a:r>
            <a:r>
              <a:rPr lang="en-US" altLang="zh-CN" sz="2400" dirty="0"/>
              <a:t>Omega</a:t>
            </a:r>
            <a:r>
              <a:rPr lang="zh-CN" altLang="en-US" sz="2400" dirty="0"/>
              <a:t>网络都是</a:t>
            </a:r>
            <a:r>
              <a:rPr lang="en-US" altLang="zh-CN" sz="2400" dirty="0">
                <a:solidFill>
                  <a:srgbClr val="FF0000"/>
                </a:solidFill>
              </a:rPr>
              <a:t>k</a:t>
            </a:r>
            <a:r>
              <a:rPr lang="zh-CN" altLang="en-US" sz="2400" dirty="0">
                <a:solidFill>
                  <a:srgbClr val="FF0000"/>
                </a:solidFill>
              </a:rPr>
              <a:t>元</a:t>
            </a:r>
            <a:r>
              <a:rPr lang="en-US" altLang="zh-CN" sz="2400" dirty="0">
                <a:solidFill>
                  <a:srgbClr val="FF0000"/>
                </a:solidFill>
              </a:rPr>
              <a:t>n-</a:t>
            </a:r>
            <a:r>
              <a:rPr lang="zh-CN" altLang="en-US" sz="2400" dirty="0">
                <a:solidFill>
                  <a:srgbClr val="FF0000"/>
                </a:solidFill>
              </a:rPr>
              <a:t>立方体网络</a:t>
            </a:r>
            <a:r>
              <a:rPr lang="zh-CN" altLang="en-US" sz="2400" dirty="0"/>
              <a:t>系列的拓扑同构</a:t>
            </a:r>
            <a:r>
              <a:rPr lang="zh-CN" altLang="en-US" sz="2400" dirty="0" smtClean="0"/>
              <a:t>体</a:t>
            </a:r>
            <a:endParaRPr lang="zh-CN" altLang="en-US" sz="2400" dirty="0"/>
          </a:p>
          <a:p>
            <a:pPr>
              <a:lnSpc>
                <a:spcPct val="125000"/>
              </a:lnSpc>
            </a:pPr>
            <a:r>
              <a:rPr lang="zh-CN" altLang="en-US" sz="2400" dirty="0"/>
              <a:t>在</a:t>
            </a:r>
            <a:r>
              <a:rPr lang="en-US" altLang="zh-CN" sz="2400" dirty="0"/>
              <a:t>k</a:t>
            </a:r>
            <a:r>
              <a:rPr lang="zh-CN" altLang="en-US" sz="2400" dirty="0"/>
              <a:t>元</a:t>
            </a:r>
            <a:r>
              <a:rPr lang="en-US" altLang="zh-CN" sz="2400" dirty="0"/>
              <a:t>n-</a:t>
            </a:r>
            <a:r>
              <a:rPr lang="zh-CN" altLang="en-US" sz="2400" dirty="0"/>
              <a:t>立方体网络中，</a:t>
            </a:r>
            <a:r>
              <a:rPr lang="zh-CN" altLang="en-US" sz="2400" dirty="0">
                <a:solidFill>
                  <a:srgbClr val="0000FF"/>
                </a:solidFill>
              </a:rPr>
              <a:t>参数</a:t>
            </a:r>
            <a:r>
              <a:rPr lang="en-US" altLang="zh-CN" sz="2400" dirty="0">
                <a:solidFill>
                  <a:srgbClr val="0000FF"/>
                </a:solidFill>
              </a:rPr>
              <a:t>n</a:t>
            </a:r>
            <a:r>
              <a:rPr lang="zh-CN" altLang="en-US" sz="2400" dirty="0"/>
              <a:t>是立方体的维数，</a:t>
            </a:r>
            <a:r>
              <a:rPr lang="en-US" altLang="zh-CN" sz="2400" dirty="0">
                <a:solidFill>
                  <a:srgbClr val="0000FF"/>
                </a:solidFill>
              </a:rPr>
              <a:t>k</a:t>
            </a:r>
            <a:r>
              <a:rPr lang="zh-CN" altLang="en-US" sz="2400" dirty="0"/>
              <a:t>是基数，即每一维上</a:t>
            </a:r>
            <a:r>
              <a:rPr lang="zh-CN" altLang="en-US" sz="2400" dirty="0" smtClean="0"/>
              <a:t>的节点个数</a:t>
            </a:r>
            <a:endParaRPr lang="zh-CN" altLang="en-US" sz="2400" dirty="0"/>
          </a:p>
          <a:p>
            <a:pPr marL="0" indent="0">
              <a:lnSpc>
                <a:spcPct val="125000"/>
              </a:lnSpc>
              <a:buNone/>
            </a:pPr>
            <a:r>
              <a:rPr lang="zh-CN" altLang="en-US" sz="2400" dirty="0"/>
              <a:t>          </a:t>
            </a:r>
            <a:r>
              <a:rPr lang="en-US" altLang="zh-CN" sz="2400" dirty="0"/>
              <a:t>N=</a:t>
            </a:r>
            <a:r>
              <a:rPr lang="en-US" altLang="zh-CN" sz="2400" dirty="0" err="1"/>
              <a:t>k</a:t>
            </a:r>
            <a:r>
              <a:rPr lang="en-US" altLang="zh-CN" sz="2400" baseline="30000" dirty="0" err="1"/>
              <a:t>n</a:t>
            </a:r>
            <a:r>
              <a:rPr lang="zh-CN" altLang="en-US" sz="2400" dirty="0"/>
              <a:t>，（            ，</a:t>
            </a:r>
            <a:r>
              <a:rPr lang="en-US" altLang="zh-CN" sz="2400" dirty="0"/>
              <a:t>n=</a:t>
            </a:r>
            <a:r>
              <a:rPr lang="en-US" altLang="zh-CN" sz="2400" dirty="0" err="1"/>
              <a:t>log</a:t>
            </a:r>
            <a:r>
              <a:rPr lang="en-US" altLang="zh-CN" sz="2400" baseline="-25000" dirty="0" err="1"/>
              <a:t>k</a:t>
            </a:r>
            <a:r>
              <a:rPr lang="en-US" altLang="zh-CN" sz="2400" dirty="0" err="1"/>
              <a:t>N</a:t>
            </a:r>
            <a:r>
              <a:rPr lang="zh-CN" altLang="en-US" sz="2400" dirty="0"/>
              <a:t>）</a:t>
            </a:r>
          </a:p>
          <a:p>
            <a:pPr>
              <a:lnSpc>
                <a:spcPct val="125000"/>
              </a:lnSpc>
            </a:pPr>
            <a:r>
              <a:rPr lang="en-US" altLang="zh-CN" sz="2400" dirty="0"/>
              <a:t>k</a:t>
            </a:r>
            <a:r>
              <a:rPr lang="zh-CN" altLang="en-US" sz="2400" dirty="0"/>
              <a:t>元</a:t>
            </a:r>
            <a:r>
              <a:rPr lang="en-US" altLang="zh-CN" sz="2400" dirty="0"/>
              <a:t>n-</a:t>
            </a:r>
            <a:r>
              <a:rPr lang="zh-CN" altLang="en-US" sz="2400" dirty="0"/>
              <a:t>立方体</a:t>
            </a:r>
            <a:r>
              <a:rPr lang="zh-CN" altLang="en-US" sz="2400" dirty="0" smtClean="0"/>
              <a:t>的节点可以</a:t>
            </a:r>
            <a:r>
              <a:rPr lang="zh-CN" altLang="en-US" sz="2400" dirty="0"/>
              <a:t>用基数为</a:t>
            </a:r>
            <a:r>
              <a:rPr lang="en-US" altLang="zh-CN" sz="2400" dirty="0"/>
              <a:t>k</a:t>
            </a:r>
            <a:r>
              <a:rPr lang="zh-CN" altLang="en-US" sz="2400" dirty="0"/>
              <a:t>的</a:t>
            </a:r>
            <a:r>
              <a:rPr lang="en-US" altLang="zh-CN" sz="2400" dirty="0"/>
              <a:t>n</a:t>
            </a:r>
            <a:r>
              <a:rPr lang="zh-CN" altLang="en-US" sz="2400" dirty="0"/>
              <a:t>位地址</a:t>
            </a:r>
            <a:r>
              <a:rPr lang="en-US" altLang="zh-CN" sz="2400" dirty="0"/>
              <a:t>A =a</a:t>
            </a:r>
            <a:r>
              <a:rPr lang="en-US" altLang="zh-CN" sz="2400" baseline="-25000" dirty="0"/>
              <a:t>1</a:t>
            </a:r>
            <a:r>
              <a:rPr lang="en-US" altLang="zh-CN" sz="2400" dirty="0"/>
              <a:t>a</a:t>
            </a:r>
            <a:r>
              <a:rPr lang="en-US" altLang="zh-CN" sz="2400" baseline="-25000" dirty="0"/>
              <a:t>2</a:t>
            </a:r>
            <a:r>
              <a:rPr lang="en-US" altLang="zh-CN" sz="2400" dirty="0"/>
              <a:t>…a</a:t>
            </a:r>
            <a:r>
              <a:rPr lang="en-US" altLang="zh-CN" sz="2400" baseline="-25000" dirty="0"/>
              <a:t>n</a:t>
            </a:r>
            <a:r>
              <a:rPr lang="zh-CN" altLang="en-US" sz="2400" dirty="0"/>
              <a:t>来</a:t>
            </a:r>
            <a:r>
              <a:rPr lang="zh-CN" altLang="en-US" sz="2400" dirty="0" smtClean="0"/>
              <a:t>表示，其中</a:t>
            </a:r>
            <a:r>
              <a:rPr lang="en-US" altLang="zh-CN" sz="2400" dirty="0" err="1"/>
              <a:t>a</a:t>
            </a:r>
            <a:r>
              <a:rPr lang="en-US" altLang="zh-CN" sz="2400" baseline="-25000" dirty="0" err="1"/>
              <a:t>i</a:t>
            </a:r>
            <a:r>
              <a:rPr lang="zh-CN" altLang="en-US" sz="2400" dirty="0"/>
              <a:t>表示</a:t>
            </a:r>
            <a:r>
              <a:rPr lang="zh-CN" altLang="en-US" sz="2400" dirty="0" smtClean="0"/>
              <a:t>该节点在第 </a:t>
            </a:r>
            <a:r>
              <a:rPr lang="en-US" altLang="zh-CN" sz="2400" dirty="0" err="1" smtClean="0"/>
              <a:t>i</a:t>
            </a:r>
            <a:r>
              <a:rPr lang="en-US" altLang="zh-CN" sz="2400" dirty="0" smtClean="0"/>
              <a:t> </a:t>
            </a:r>
            <a:r>
              <a:rPr lang="zh-CN" altLang="en-US" sz="2400" dirty="0" smtClean="0"/>
              <a:t>维</a:t>
            </a:r>
            <a:r>
              <a:rPr lang="zh-CN" altLang="en-US" sz="2400" dirty="0"/>
              <a:t>上的位置</a:t>
            </a:r>
          </a:p>
          <a:p>
            <a:pPr>
              <a:lnSpc>
                <a:spcPct val="125000"/>
              </a:lnSpc>
            </a:pPr>
            <a:r>
              <a:rPr lang="zh-CN" altLang="en-US" sz="2400" dirty="0"/>
              <a:t>通常把低维</a:t>
            </a:r>
            <a:r>
              <a:rPr lang="en-US" altLang="zh-CN" sz="2400" dirty="0"/>
              <a:t>k</a:t>
            </a:r>
            <a:r>
              <a:rPr lang="zh-CN" altLang="en-US" sz="2400" dirty="0"/>
              <a:t>元</a:t>
            </a:r>
            <a:r>
              <a:rPr lang="en-US" altLang="zh-CN" sz="2400" dirty="0"/>
              <a:t>n-</a:t>
            </a:r>
            <a:r>
              <a:rPr lang="zh-CN" altLang="en-US" sz="2400" dirty="0"/>
              <a:t>立方体称为</a:t>
            </a:r>
            <a:r>
              <a:rPr lang="zh-CN" altLang="en-US" sz="2400" dirty="0">
                <a:solidFill>
                  <a:srgbClr val="0000FF"/>
                </a:solidFill>
              </a:rPr>
              <a:t>环网</a:t>
            </a:r>
            <a:r>
              <a:rPr lang="zh-CN" altLang="en-US" sz="2400" dirty="0"/>
              <a:t>，而把高维</a:t>
            </a:r>
            <a:r>
              <a:rPr lang="en-US" altLang="zh-CN" sz="2400" dirty="0"/>
              <a:t>k</a:t>
            </a:r>
            <a:r>
              <a:rPr lang="zh-CN" altLang="en-US" sz="2400" dirty="0"/>
              <a:t>元</a:t>
            </a:r>
            <a:r>
              <a:rPr lang="en-US" altLang="zh-CN" sz="2400" dirty="0"/>
              <a:t>n-</a:t>
            </a:r>
            <a:r>
              <a:rPr lang="zh-CN" altLang="en-US" sz="2400" dirty="0"/>
              <a:t>立方体称为</a:t>
            </a:r>
            <a:r>
              <a:rPr lang="zh-CN" altLang="en-US" sz="2400" dirty="0">
                <a:solidFill>
                  <a:srgbClr val="0000FF"/>
                </a:solidFill>
              </a:rPr>
              <a:t>超</a:t>
            </a:r>
            <a:r>
              <a:rPr lang="zh-CN" altLang="en-US" sz="2400" dirty="0" smtClean="0">
                <a:solidFill>
                  <a:srgbClr val="0000FF"/>
                </a:solidFill>
              </a:rPr>
              <a:t>立方体</a:t>
            </a:r>
            <a:r>
              <a:rPr lang="zh-CN" altLang="en-US" sz="2400" dirty="0" smtClean="0"/>
              <a:t> </a:t>
            </a:r>
            <a:endParaRPr lang="zh-CN" altLang="en-US" sz="2400" dirty="0"/>
          </a:p>
        </p:txBody>
      </p:sp>
      <p:sp>
        <p:nvSpPr>
          <p:cNvPr id="5222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4"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互连网络种类</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静态互连网络</a:t>
            </a:r>
            <a:endParaRPr lang="zh-CN" altLang="en-US" sz="1200" b="0">
              <a:latin typeface="Times New Roman" pitchFamily="18" charset="0"/>
              <a:ea typeface="幼圆" pitchFamily="49" charset="-122"/>
            </a:endParaRPr>
          </a:p>
        </p:txBody>
      </p:sp>
      <p:sp>
        <p:nvSpPr>
          <p:cNvPr id="52228" name="Text Box 4"/>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en-US" altLang="zh-CN" sz="1200" b="0" dirty="0" smtClean="0">
                <a:latin typeface="幼圆" pitchFamily="49" charset="-122"/>
                <a:ea typeface="幼圆" pitchFamily="49" charset="-122"/>
              </a:rPr>
              <a:t>7</a:t>
            </a:r>
            <a:r>
              <a:rPr lang="zh-CN" altLang="en-US" sz="1200" b="0" dirty="0" smtClean="0">
                <a:latin typeface="幼圆" pitchFamily="49" charset="-122"/>
                <a:ea typeface="幼圆" pitchFamily="49" charset="-122"/>
              </a:rPr>
              <a:t> </a:t>
            </a:r>
            <a:r>
              <a:rPr lang="zh-CN" altLang="en-US" sz="1200" b="0" dirty="0">
                <a:latin typeface="幼圆" pitchFamily="49" charset="-122"/>
                <a:ea typeface="幼圆" pitchFamily="49" charset="-122"/>
              </a:rPr>
              <a:t>之 </a:t>
            </a:r>
            <a:r>
              <a:rPr lang="en-US" altLang="zh-CN" sz="1200" b="0" dirty="0" smtClean="0">
                <a:latin typeface="幼圆" pitchFamily="49" charset="-122"/>
                <a:ea typeface="幼圆" pitchFamily="49" charset="-122"/>
              </a:rPr>
              <a:t>6</a:t>
            </a:r>
            <a:endParaRPr lang="zh-CN" altLang="en-US" sz="1200" b="0" dirty="0">
              <a:latin typeface="幼圆" pitchFamily="49" charset="-122"/>
              <a:ea typeface="幼圆" pitchFamily="49" charset="-122"/>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2414675145"/>
              </p:ext>
            </p:extLst>
          </p:nvPr>
        </p:nvGraphicFramePr>
        <p:xfrm>
          <a:off x="3131840" y="4024237"/>
          <a:ext cx="912788" cy="412875"/>
        </p:xfrm>
        <a:graphic>
          <a:graphicData uri="http://schemas.openxmlformats.org/presentationml/2006/ole">
            <mc:AlternateContent xmlns:mc="http://schemas.openxmlformats.org/markup-compatibility/2006">
              <mc:Choice xmlns:v="urn:schemas-microsoft-com:vml" Requires="v">
                <p:oleObj spid="_x0000_s72734" name="公式" r:id="rId7" imgW="482181" imgH="215713" progId="Equation.3">
                  <p:embed/>
                </p:oleObj>
              </mc:Choice>
              <mc:Fallback>
                <p:oleObj name="公式" r:id="rId7" imgW="482181" imgH="215713" progId="Equation.3">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131840" y="4024237"/>
                        <a:ext cx="912788" cy="412875"/>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3152362748"/>
      </p:ext>
    </p:extLst>
  </p:cSld>
  <p:clrMapOvr>
    <a:masterClrMapping/>
  </p:clrMapOvr>
  <p:transition spd="slow">
    <p:random/>
    <p:sndAc>
      <p:stSnd>
        <p:snd r:embed="rId3" name="projctor.wav"/>
      </p:stSnd>
    </p:sndAc>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7746" name="Rectangle 2"/>
          <p:cNvSpPr>
            <a:spLocks noGrp="1" noChangeArrowheads="1"/>
          </p:cNvSpPr>
          <p:nvPr>
            <p:ph type="title"/>
          </p:nvPr>
        </p:nvSpPr>
        <p:spPr/>
        <p:txBody>
          <a:bodyPr/>
          <a:lstStyle/>
          <a:p>
            <a:pPr eaLnBrk="1" hangingPunct="1">
              <a:lnSpc>
                <a:spcPct val="75000"/>
              </a:lnSpc>
              <a:defRPr/>
            </a:pPr>
            <a:r>
              <a:rPr lang="en-US" altLang="zh-CN" dirty="0">
                <a:solidFill>
                  <a:srgbClr val="003366"/>
                </a:solidFill>
              </a:rPr>
              <a:t>4</a:t>
            </a:r>
            <a:r>
              <a:rPr lang="zh-CN" altLang="en-US" dirty="0">
                <a:solidFill>
                  <a:srgbClr val="003366"/>
                </a:solidFill>
              </a:rPr>
              <a:t>元</a:t>
            </a:r>
            <a:r>
              <a:rPr lang="en-US" altLang="zh-CN" dirty="0">
                <a:solidFill>
                  <a:srgbClr val="003366"/>
                </a:solidFill>
              </a:rPr>
              <a:t>3-</a:t>
            </a:r>
            <a:r>
              <a:rPr lang="zh-CN" altLang="en-US" dirty="0">
                <a:solidFill>
                  <a:srgbClr val="003366"/>
                </a:solidFill>
              </a:rPr>
              <a:t>立方体网络 </a:t>
            </a:r>
            <a:endParaRPr lang="zh-CN" altLang="en-US" sz="3200" dirty="0" smtClean="0"/>
          </a:p>
        </p:txBody>
      </p:sp>
      <p:sp>
        <p:nvSpPr>
          <p:cNvPr id="5222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互连网络种类</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静态互连网络</a:t>
            </a:r>
            <a:endParaRPr lang="zh-CN" altLang="en-US" sz="1200" b="0">
              <a:latin typeface="Times New Roman" pitchFamily="18" charset="0"/>
              <a:ea typeface="幼圆" pitchFamily="49" charset="-122"/>
            </a:endParaRPr>
          </a:p>
        </p:txBody>
      </p:sp>
      <p:sp>
        <p:nvSpPr>
          <p:cNvPr id="52228" name="Text Box 4"/>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en-US" altLang="zh-CN" sz="1200" b="0" dirty="0" smtClean="0">
                <a:latin typeface="幼圆" pitchFamily="49" charset="-122"/>
                <a:ea typeface="幼圆" pitchFamily="49" charset="-122"/>
              </a:rPr>
              <a:t>7</a:t>
            </a:r>
            <a:r>
              <a:rPr lang="zh-CN" altLang="en-US" sz="1200" b="0" dirty="0" smtClean="0">
                <a:latin typeface="幼圆" pitchFamily="49" charset="-122"/>
                <a:ea typeface="幼圆" pitchFamily="49" charset="-122"/>
              </a:rPr>
              <a:t> </a:t>
            </a:r>
            <a:r>
              <a:rPr lang="zh-CN" altLang="en-US" sz="1200" b="0" dirty="0">
                <a:latin typeface="幼圆" pitchFamily="49" charset="-122"/>
                <a:ea typeface="幼圆" pitchFamily="49" charset="-122"/>
              </a:rPr>
              <a:t>之 </a:t>
            </a:r>
            <a:r>
              <a:rPr lang="en-US" altLang="zh-CN" sz="1200" b="0" dirty="0" smtClean="0">
                <a:latin typeface="幼圆" pitchFamily="49" charset="-122"/>
                <a:ea typeface="幼圆" pitchFamily="49" charset="-122"/>
              </a:rPr>
              <a:t>7</a:t>
            </a:r>
            <a:endParaRPr lang="zh-CN" altLang="en-US" sz="1200" b="0" dirty="0">
              <a:latin typeface="幼圆" pitchFamily="49" charset="-122"/>
              <a:ea typeface="幼圆" pitchFamily="49" charset="-122"/>
            </a:endParaRPr>
          </a:p>
        </p:txBody>
      </p:sp>
      <p:pic>
        <p:nvPicPr>
          <p:cNvPr id="47" name="Picture 4" descr="1001-ok"/>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95513" y="1988840"/>
            <a:ext cx="4824412" cy="4332288"/>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0926427"/>
      </p:ext>
    </p:extLst>
  </p:cSld>
  <p:clrMapOvr>
    <a:masterClrMapping/>
  </p:clrMapOvr>
  <p:transition spd="slow">
    <p:random/>
    <p:sndAc>
      <p:stSnd>
        <p:snd r:embed="rId2" name="projctor.wav"/>
      </p:stSnd>
    </p:sndAc>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4434" name="Rectangle 2"/>
          <p:cNvSpPr>
            <a:spLocks noGrp="1" noChangeArrowheads="1"/>
          </p:cNvSpPr>
          <p:nvPr>
            <p:ph type="title"/>
          </p:nvPr>
        </p:nvSpPr>
        <p:spPr/>
        <p:txBody>
          <a:bodyPr/>
          <a:lstStyle/>
          <a:p>
            <a:pPr eaLnBrk="1" hangingPunct="1">
              <a:defRPr/>
            </a:pPr>
            <a:r>
              <a:rPr lang="zh-CN" altLang="en-US" smtClean="0"/>
              <a:t>总  结</a:t>
            </a:r>
          </a:p>
        </p:txBody>
      </p:sp>
      <p:sp>
        <p:nvSpPr>
          <p:cNvPr id="5325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4"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互连网络种类</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静态互连网络</a:t>
            </a:r>
            <a:endParaRPr lang="zh-CN" altLang="en-US" sz="1200" b="0">
              <a:latin typeface="Times New Roman" pitchFamily="18" charset="0"/>
              <a:ea typeface="幼圆" pitchFamily="49" charset="-122"/>
            </a:endParaRPr>
          </a:p>
        </p:txBody>
      </p:sp>
      <p:graphicFrame>
        <p:nvGraphicFramePr>
          <p:cNvPr id="914552" name="Group 120"/>
          <p:cNvGraphicFramePr>
            <a:graphicFrameLocks noGrp="1"/>
          </p:cNvGraphicFramePr>
          <p:nvPr>
            <p:extLst>
              <p:ext uri="{D42A27DB-BD31-4B8C-83A1-F6EECF244321}">
                <p14:modId xmlns:p14="http://schemas.microsoft.com/office/powerpoint/2010/main" val="2969134540"/>
              </p:ext>
            </p:extLst>
          </p:nvPr>
        </p:nvGraphicFramePr>
        <p:xfrm>
          <a:off x="755650" y="1916833"/>
          <a:ext cx="8159750" cy="4527906"/>
        </p:xfrm>
        <a:graphic>
          <a:graphicData uri="http://schemas.openxmlformats.org/drawingml/2006/table">
            <a:tbl>
              <a:tblPr/>
              <a:tblGrid>
                <a:gridCol w="1080046"/>
                <a:gridCol w="792088"/>
                <a:gridCol w="1266354"/>
                <a:gridCol w="1019175"/>
                <a:gridCol w="1027112"/>
                <a:gridCol w="863600"/>
                <a:gridCol w="2111375"/>
              </a:tblGrid>
              <a:tr h="407586">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marL="857250">
                        <a:buClr>
                          <a:schemeClr val="accent2"/>
                        </a:buClr>
                        <a:buSzPct val="65000"/>
                        <a:defRPr kumimoji="1" sz="2000" b="1">
                          <a:solidFill>
                            <a:schemeClr val="tx1"/>
                          </a:solidFill>
                          <a:latin typeface="Arial" charset="0"/>
                          <a:ea typeface="楷体_GB2312" pitchFamily="49" charset="-122"/>
                        </a:defRPr>
                      </a:lvl3pPr>
                      <a:lvl4pPr marL="1200150">
                        <a:buClr>
                          <a:schemeClr val="accent2"/>
                        </a:buClr>
                        <a:buSzPct val="85000"/>
                        <a:defRPr kumimoji="1" b="1">
                          <a:solidFill>
                            <a:schemeClr val="tx1"/>
                          </a:solidFill>
                          <a:latin typeface="Arial" charset="0"/>
                          <a:ea typeface="楷体_GB2312" pitchFamily="49" charset="-122"/>
                        </a:defRPr>
                      </a:lvl4pPr>
                      <a:lvl5pPr marL="1543050">
                        <a:buClr>
                          <a:schemeClr val="accent2"/>
                        </a:buClr>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
                          <a:schemeClr val="tx1"/>
                        </a:buClr>
                        <a:buSzTx/>
                        <a:buFont typeface="Wingdings" pitchFamily="2" charset="2"/>
                        <a:buNone/>
                        <a:tabLst/>
                      </a:pPr>
                      <a:r>
                        <a:rPr kumimoji="1" lang="zh-CN" altLang="en-US" sz="1600" b="1" i="0" u="none" strike="noStrike" cap="none" normalizeH="0" baseline="0" dirty="0" smtClean="0">
                          <a:ln>
                            <a:noFill/>
                          </a:ln>
                          <a:solidFill>
                            <a:schemeClr val="tx1"/>
                          </a:solidFill>
                          <a:effectLst/>
                          <a:latin typeface="Arial" charset="0"/>
                          <a:ea typeface="楷体_GB2312" pitchFamily="49" charset="-122"/>
                        </a:rPr>
                        <a:t>网络类型</a:t>
                      </a:r>
                    </a:p>
                  </a:txBody>
                  <a:tcPr marL="0" marR="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marL="857250">
                        <a:buClr>
                          <a:schemeClr val="accent2"/>
                        </a:buClr>
                        <a:buSzPct val="65000"/>
                        <a:defRPr kumimoji="1" sz="2000" b="1">
                          <a:solidFill>
                            <a:schemeClr val="tx1"/>
                          </a:solidFill>
                          <a:latin typeface="Arial" charset="0"/>
                          <a:ea typeface="楷体_GB2312" pitchFamily="49" charset="-122"/>
                        </a:defRPr>
                      </a:lvl3pPr>
                      <a:lvl4pPr marL="1200150">
                        <a:buClr>
                          <a:schemeClr val="accent2"/>
                        </a:buClr>
                        <a:buSzPct val="85000"/>
                        <a:defRPr kumimoji="1" b="1">
                          <a:solidFill>
                            <a:schemeClr val="tx1"/>
                          </a:solidFill>
                          <a:latin typeface="Arial" charset="0"/>
                          <a:ea typeface="楷体_GB2312" pitchFamily="49" charset="-122"/>
                        </a:defRPr>
                      </a:lvl4pPr>
                      <a:lvl5pPr marL="1543050">
                        <a:buClr>
                          <a:schemeClr val="accent2"/>
                        </a:buClr>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
                          <a:schemeClr val="tx1"/>
                        </a:buClr>
                        <a:buSzTx/>
                        <a:buFont typeface="Wingdings" pitchFamily="2" charset="2"/>
                        <a:buNone/>
                        <a:tabLst/>
                      </a:pPr>
                      <a:r>
                        <a:rPr kumimoji="1" lang="zh-CN" altLang="en-US" sz="1600" b="1" i="0" u="none" strike="noStrike" cap="none" normalizeH="0" baseline="0" dirty="0" smtClean="0">
                          <a:ln>
                            <a:noFill/>
                          </a:ln>
                          <a:solidFill>
                            <a:schemeClr val="tx1"/>
                          </a:solidFill>
                          <a:effectLst/>
                          <a:latin typeface="Arial" charset="0"/>
                          <a:ea typeface="楷体_GB2312" pitchFamily="49" charset="-122"/>
                        </a:rPr>
                        <a:t>节点度</a:t>
                      </a: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marL="857250">
                        <a:buClr>
                          <a:schemeClr val="accent2"/>
                        </a:buClr>
                        <a:buSzPct val="65000"/>
                        <a:defRPr kumimoji="1" sz="2000" b="1">
                          <a:solidFill>
                            <a:schemeClr val="tx1"/>
                          </a:solidFill>
                          <a:latin typeface="Arial" charset="0"/>
                          <a:ea typeface="楷体_GB2312" pitchFamily="49" charset="-122"/>
                        </a:defRPr>
                      </a:lvl3pPr>
                      <a:lvl4pPr marL="1200150">
                        <a:buClr>
                          <a:schemeClr val="accent2"/>
                        </a:buClr>
                        <a:buSzPct val="85000"/>
                        <a:defRPr kumimoji="1" b="1">
                          <a:solidFill>
                            <a:schemeClr val="tx1"/>
                          </a:solidFill>
                          <a:latin typeface="Arial" charset="0"/>
                          <a:ea typeface="楷体_GB2312" pitchFamily="49" charset="-122"/>
                        </a:defRPr>
                      </a:lvl4pPr>
                      <a:lvl5pPr marL="1543050">
                        <a:buClr>
                          <a:schemeClr val="accent2"/>
                        </a:buClr>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
                          <a:schemeClr val="tx1"/>
                        </a:buClr>
                        <a:buSzTx/>
                        <a:buFont typeface="Wingdings" pitchFamily="2" charset="2"/>
                        <a:buNone/>
                        <a:tabLst/>
                      </a:pPr>
                      <a:r>
                        <a:rPr kumimoji="1" lang="zh-CN" altLang="en-US" sz="1600" b="1" i="0" u="none" strike="noStrike" cap="none" normalizeH="0" baseline="0" smtClean="0">
                          <a:ln>
                            <a:noFill/>
                          </a:ln>
                          <a:solidFill>
                            <a:schemeClr val="tx1"/>
                          </a:solidFill>
                          <a:effectLst/>
                          <a:latin typeface="Arial" charset="0"/>
                          <a:ea typeface="楷体_GB2312" pitchFamily="49" charset="-122"/>
                        </a:rPr>
                        <a:t>网络直径</a:t>
                      </a: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marL="857250">
                        <a:buClr>
                          <a:schemeClr val="accent2"/>
                        </a:buClr>
                        <a:buSzPct val="65000"/>
                        <a:defRPr kumimoji="1" sz="2000" b="1">
                          <a:solidFill>
                            <a:schemeClr val="tx1"/>
                          </a:solidFill>
                          <a:latin typeface="Arial" charset="0"/>
                          <a:ea typeface="楷体_GB2312" pitchFamily="49" charset="-122"/>
                        </a:defRPr>
                      </a:lvl3pPr>
                      <a:lvl4pPr marL="1200150">
                        <a:buClr>
                          <a:schemeClr val="accent2"/>
                        </a:buClr>
                        <a:buSzPct val="85000"/>
                        <a:defRPr kumimoji="1" b="1">
                          <a:solidFill>
                            <a:schemeClr val="tx1"/>
                          </a:solidFill>
                          <a:latin typeface="Arial" charset="0"/>
                          <a:ea typeface="楷体_GB2312" pitchFamily="49" charset="-122"/>
                        </a:defRPr>
                      </a:lvl4pPr>
                      <a:lvl5pPr marL="1543050">
                        <a:buClr>
                          <a:schemeClr val="accent2"/>
                        </a:buClr>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
                          <a:schemeClr val="tx1"/>
                        </a:buClr>
                        <a:buSzTx/>
                        <a:buFont typeface="Wingdings" pitchFamily="2" charset="2"/>
                        <a:buNone/>
                        <a:tabLst/>
                      </a:pPr>
                      <a:r>
                        <a:rPr kumimoji="1" lang="zh-CN" altLang="en-US" sz="1600" b="1" i="0" u="none" strike="noStrike" cap="none" normalizeH="0" baseline="0" smtClean="0">
                          <a:ln>
                            <a:noFill/>
                          </a:ln>
                          <a:solidFill>
                            <a:schemeClr val="tx1"/>
                          </a:solidFill>
                          <a:effectLst/>
                          <a:latin typeface="Arial" charset="0"/>
                          <a:ea typeface="楷体_GB2312" pitchFamily="49" charset="-122"/>
                        </a:rPr>
                        <a:t>链路数</a:t>
                      </a: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marL="857250">
                        <a:buClr>
                          <a:schemeClr val="accent2"/>
                        </a:buClr>
                        <a:buSzPct val="65000"/>
                        <a:defRPr kumimoji="1" sz="2000" b="1">
                          <a:solidFill>
                            <a:schemeClr val="tx1"/>
                          </a:solidFill>
                          <a:latin typeface="Arial" charset="0"/>
                          <a:ea typeface="楷体_GB2312" pitchFamily="49" charset="-122"/>
                        </a:defRPr>
                      </a:lvl3pPr>
                      <a:lvl4pPr marL="1200150">
                        <a:buClr>
                          <a:schemeClr val="accent2"/>
                        </a:buClr>
                        <a:buSzPct val="85000"/>
                        <a:defRPr kumimoji="1" b="1">
                          <a:solidFill>
                            <a:schemeClr val="tx1"/>
                          </a:solidFill>
                          <a:latin typeface="Arial" charset="0"/>
                          <a:ea typeface="楷体_GB2312" pitchFamily="49" charset="-122"/>
                        </a:defRPr>
                      </a:lvl4pPr>
                      <a:lvl5pPr marL="1543050">
                        <a:buClr>
                          <a:schemeClr val="accent2"/>
                        </a:buClr>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
                          <a:schemeClr val="tx1"/>
                        </a:buClr>
                        <a:buSzTx/>
                        <a:buFont typeface="Wingdings" pitchFamily="2" charset="2"/>
                        <a:buNone/>
                        <a:tabLst/>
                      </a:pPr>
                      <a:r>
                        <a:rPr kumimoji="1" lang="zh-CN" altLang="en-US" sz="1600" b="1" i="0" u="none" strike="noStrike" cap="none" normalizeH="0" baseline="0" smtClean="0">
                          <a:ln>
                            <a:noFill/>
                          </a:ln>
                          <a:solidFill>
                            <a:schemeClr val="tx1"/>
                          </a:solidFill>
                          <a:effectLst/>
                          <a:latin typeface="Arial" charset="0"/>
                          <a:ea typeface="楷体_GB2312" pitchFamily="49" charset="-122"/>
                        </a:rPr>
                        <a:t>等分带宽</a:t>
                      </a: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marL="857250">
                        <a:buClr>
                          <a:schemeClr val="accent2"/>
                        </a:buClr>
                        <a:buSzPct val="65000"/>
                        <a:defRPr kumimoji="1" sz="2000" b="1">
                          <a:solidFill>
                            <a:schemeClr val="tx1"/>
                          </a:solidFill>
                          <a:latin typeface="Arial" charset="0"/>
                          <a:ea typeface="楷体_GB2312" pitchFamily="49" charset="-122"/>
                        </a:defRPr>
                      </a:lvl3pPr>
                      <a:lvl4pPr marL="1200150">
                        <a:buClr>
                          <a:schemeClr val="accent2"/>
                        </a:buClr>
                        <a:buSzPct val="85000"/>
                        <a:defRPr kumimoji="1" b="1">
                          <a:solidFill>
                            <a:schemeClr val="tx1"/>
                          </a:solidFill>
                          <a:latin typeface="Arial" charset="0"/>
                          <a:ea typeface="楷体_GB2312" pitchFamily="49" charset="-122"/>
                        </a:defRPr>
                      </a:lvl4pPr>
                      <a:lvl5pPr marL="1543050">
                        <a:buClr>
                          <a:schemeClr val="accent2"/>
                        </a:buClr>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
                          <a:schemeClr val="tx1"/>
                        </a:buClr>
                        <a:buSzTx/>
                        <a:buFont typeface="Wingdings" pitchFamily="2" charset="2"/>
                        <a:buNone/>
                        <a:tabLst/>
                      </a:pPr>
                      <a:r>
                        <a:rPr kumimoji="1" lang="zh-CN" altLang="en-US" sz="1600" b="1" i="0" u="none" strike="noStrike" cap="none" normalizeH="0" baseline="0" smtClean="0">
                          <a:ln>
                            <a:noFill/>
                          </a:ln>
                          <a:solidFill>
                            <a:schemeClr val="tx1"/>
                          </a:solidFill>
                          <a:effectLst/>
                          <a:latin typeface="Arial" charset="0"/>
                          <a:ea typeface="楷体_GB2312" pitchFamily="49" charset="-122"/>
                        </a:rPr>
                        <a:t>对称性</a:t>
                      </a: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marL="857250">
                        <a:buClr>
                          <a:schemeClr val="accent2"/>
                        </a:buClr>
                        <a:buSzPct val="65000"/>
                        <a:defRPr kumimoji="1" sz="2000" b="1">
                          <a:solidFill>
                            <a:schemeClr val="tx1"/>
                          </a:solidFill>
                          <a:latin typeface="Arial" charset="0"/>
                          <a:ea typeface="楷体_GB2312" pitchFamily="49" charset="-122"/>
                        </a:defRPr>
                      </a:lvl3pPr>
                      <a:lvl4pPr marL="1200150">
                        <a:buClr>
                          <a:schemeClr val="accent2"/>
                        </a:buClr>
                        <a:buSzPct val="85000"/>
                        <a:defRPr kumimoji="1" b="1">
                          <a:solidFill>
                            <a:schemeClr val="tx1"/>
                          </a:solidFill>
                          <a:latin typeface="Arial" charset="0"/>
                          <a:ea typeface="楷体_GB2312" pitchFamily="49" charset="-122"/>
                        </a:defRPr>
                      </a:lvl4pPr>
                      <a:lvl5pPr marL="1543050">
                        <a:buClr>
                          <a:schemeClr val="accent2"/>
                        </a:buClr>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
                          <a:schemeClr val="tx1"/>
                        </a:buClr>
                        <a:buSzTx/>
                        <a:buFont typeface="Wingdings" pitchFamily="2" charset="2"/>
                        <a:buNone/>
                        <a:tabLst/>
                      </a:pPr>
                      <a:r>
                        <a:rPr kumimoji="1" lang="zh-CN" altLang="en-US" sz="1600" b="1" i="0" u="none" strike="noStrike" cap="none" normalizeH="0" baseline="0" smtClean="0">
                          <a:ln>
                            <a:noFill/>
                          </a:ln>
                          <a:solidFill>
                            <a:schemeClr val="tx1"/>
                          </a:solidFill>
                          <a:effectLst/>
                          <a:latin typeface="Arial" charset="0"/>
                          <a:ea typeface="楷体_GB2312" pitchFamily="49" charset="-122"/>
                        </a:rPr>
                        <a:t>网络规模</a:t>
                      </a:r>
                    </a:p>
                  </a:txBody>
                  <a:tcPr marL="0" marR="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r>
              <a:tr h="307920">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marL="857250">
                        <a:buClr>
                          <a:schemeClr val="accent2"/>
                        </a:buClr>
                        <a:buSzPct val="65000"/>
                        <a:defRPr kumimoji="1" sz="2000" b="1">
                          <a:solidFill>
                            <a:schemeClr val="tx1"/>
                          </a:solidFill>
                          <a:latin typeface="Arial" charset="0"/>
                          <a:ea typeface="楷体_GB2312" pitchFamily="49" charset="-122"/>
                        </a:defRPr>
                      </a:lvl3pPr>
                      <a:lvl4pPr marL="1200150">
                        <a:buClr>
                          <a:schemeClr val="accent2"/>
                        </a:buClr>
                        <a:buSzPct val="85000"/>
                        <a:defRPr kumimoji="1" b="1">
                          <a:solidFill>
                            <a:schemeClr val="tx1"/>
                          </a:solidFill>
                          <a:latin typeface="Arial" charset="0"/>
                          <a:ea typeface="楷体_GB2312" pitchFamily="49" charset="-122"/>
                        </a:defRPr>
                      </a:lvl4pPr>
                      <a:lvl5pPr marL="1543050">
                        <a:buClr>
                          <a:schemeClr val="accent2"/>
                        </a:buClr>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
                          <a:schemeClr val="tx1"/>
                        </a:buClr>
                        <a:buSzTx/>
                        <a:buFont typeface="Wingdings" pitchFamily="2" charset="2"/>
                        <a:buNone/>
                        <a:tabLst/>
                      </a:pPr>
                      <a:r>
                        <a:rPr kumimoji="1" lang="zh-CN" altLang="en-US" sz="1600" b="1" i="0" u="none" strike="noStrike" cap="none" normalizeH="0" baseline="0" smtClean="0">
                          <a:ln>
                            <a:noFill/>
                          </a:ln>
                          <a:solidFill>
                            <a:schemeClr val="tx1"/>
                          </a:solidFill>
                          <a:effectLst/>
                          <a:latin typeface="Arial" charset="0"/>
                          <a:ea typeface="楷体_GB2312" pitchFamily="49" charset="-122"/>
                        </a:rPr>
                        <a:t>线性阵列</a:t>
                      </a:r>
                    </a:p>
                  </a:txBody>
                  <a:tcPr marL="0" marR="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marL="857250">
                        <a:buClr>
                          <a:schemeClr val="accent2"/>
                        </a:buClr>
                        <a:buSzPct val="65000"/>
                        <a:defRPr kumimoji="1" sz="2000" b="1">
                          <a:solidFill>
                            <a:schemeClr val="tx1"/>
                          </a:solidFill>
                          <a:latin typeface="Arial" charset="0"/>
                          <a:ea typeface="楷体_GB2312" pitchFamily="49" charset="-122"/>
                        </a:defRPr>
                      </a:lvl3pPr>
                      <a:lvl4pPr marL="1200150">
                        <a:buClr>
                          <a:schemeClr val="accent2"/>
                        </a:buClr>
                        <a:buSzPct val="85000"/>
                        <a:defRPr kumimoji="1" b="1">
                          <a:solidFill>
                            <a:schemeClr val="tx1"/>
                          </a:solidFill>
                          <a:latin typeface="Arial" charset="0"/>
                          <a:ea typeface="楷体_GB2312" pitchFamily="49" charset="-122"/>
                        </a:defRPr>
                      </a:lvl4pPr>
                      <a:lvl5pPr marL="1543050">
                        <a:buClr>
                          <a:schemeClr val="accent2"/>
                        </a:buClr>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
                          <a:schemeClr val="tx1"/>
                        </a:buClr>
                        <a:buSzTx/>
                        <a:buFont typeface="Wingdings" pitchFamily="2" charset="2"/>
                        <a:buNone/>
                        <a:tabLst/>
                      </a:pPr>
                      <a:r>
                        <a:rPr kumimoji="1" lang="zh-CN" altLang="en-US" sz="1600" b="1" i="0" u="none" strike="noStrike" cap="none" normalizeH="0" baseline="0" smtClean="0">
                          <a:ln>
                            <a:noFill/>
                          </a:ln>
                          <a:solidFill>
                            <a:schemeClr val="tx1"/>
                          </a:solidFill>
                          <a:effectLst/>
                          <a:latin typeface="Arial" charset="0"/>
                          <a:ea typeface="楷体_GB2312" pitchFamily="49" charset="-122"/>
                        </a:rPr>
                        <a:t>2</a:t>
                      </a: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marL="857250">
                        <a:buClr>
                          <a:schemeClr val="accent2"/>
                        </a:buClr>
                        <a:buSzPct val="65000"/>
                        <a:defRPr kumimoji="1" sz="2000" b="1">
                          <a:solidFill>
                            <a:schemeClr val="tx1"/>
                          </a:solidFill>
                          <a:latin typeface="Arial" charset="0"/>
                          <a:ea typeface="楷体_GB2312" pitchFamily="49" charset="-122"/>
                        </a:defRPr>
                      </a:lvl3pPr>
                      <a:lvl4pPr marL="1200150">
                        <a:buClr>
                          <a:schemeClr val="accent2"/>
                        </a:buClr>
                        <a:buSzPct val="85000"/>
                        <a:defRPr kumimoji="1" b="1">
                          <a:solidFill>
                            <a:schemeClr val="tx1"/>
                          </a:solidFill>
                          <a:latin typeface="Arial" charset="0"/>
                          <a:ea typeface="楷体_GB2312" pitchFamily="49" charset="-122"/>
                        </a:defRPr>
                      </a:lvl4pPr>
                      <a:lvl5pPr marL="1543050">
                        <a:buClr>
                          <a:schemeClr val="accent2"/>
                        </a:buClr>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
                          <a:schemeClr val="tx1"/>
                        </a:buClr>
                        <a:buSzTx/>
                        <a:buFont typeface="Wingdings" pitchFamily="2" charset="2"/>
                        <a:buNone/>
                        <a:tabLst/>
                      </a:pPr>
                      <a:r>
                        <a:rPr kumimoji="1" lang="en-US" altLang="zh-CN" sz="1600" b="1" i="0" u="none" strike="noStrike" cap="none" normalizeH="0" baseline="0" smtClean="0">
                          <a:ln>
                            <a:noFill/>
                          </a:ln>
                          <a:solidFill>
                            <a:schemeClr val="tx1"/>
                          </a:solidFill>
                          <a:effectLst/>
                          <a:latin typeface="Arial" charset="0"/>
                          <a:ea typeface="楷体_GB2312" pitchFamily="49" charset="-122"/>
                        </a:rPr>
                        <a:t>N-1</a:t>
                      </a: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marL="857250">
                        <a:buClr>
                          <a:schemeClr val="accent2"/>
                        </a:buClr>
                        <a:buSzPct val="65000"/>
                        <a:defRPr kumimoji="1" sz="2000" b="1">
                          <a:solidFill>
                            <a:schemeClr val="tx1"/>
                          </a:solidFill>
                          <a:latin typeface="Arial" charset="0"/>
                          <a:ea typeface="楷体_GB2312" pitchFamily="49" charset="-122"/>
                        </a:defRPr>
                      </a:lvl3pPr>
                      <a:lvl4pPr marL="1200150">
                        <a:buClr>
                          <a:schemeClr val="accent2"/>
                        </a:buClr>
                        <a:buSzPct val="85000"/>
                        <a:defRPr kumimoji="1" b="1">
                          <a:solidFill>
                            <a:schemeClr val="tx1"/>
                          </a:solidFill>
                          <a:latin typeface="Arial" charset="0"/>
                          <a:ea typeface="楷体_GB2312" pitchFamily="49" charset="-122"/>
                        </a:defRPr>
                      </a:lvl4pPr>
                      <a:lvl5pPr marL="1543050">
                        <a:buClr>
                          <a:schemeClr val="accent2"/>
                        </a:buClr>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
                          <a:schemeClr val="tx1"/>
                        </a:buClr>
                        <a:buSzTx/>
                        <a:buFont typeface="Wingdings" pitchFamily="2" charset="2"/>
                        <a:buNone/>
                        <a:tabLst/>
                      </a:pPr>
                      <a:r>
                        <a:rPr kumimoji="1" lang="en-US" altLang="zh-CN" sz="1600" b="1" i="0" u="none" strike="noStrike" cap="none" normalizeH="0" baseline="0" smtClean="0">
                          <a:ln>
                            <a:noFill/>
                          </a:ln>
                          <a:solidFill>
                            <a:schemeClr val="tx1"/>
                          </a:solidFill>
                          <a:effectLst/>
                          <a:latin typeface="Arial" charset="0"/>
                          <a:ea typeface="楷体_GB2312" pitchFamily="49" charset="-122"/>
                        </a:rPr>
                        <a:t>N-1</a:t>
                      </a: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marL="857250">
                        <a:buClr>
                          <a:schemeClr val="accent2"/>
                        </a:buClr>
                        <a:buSzPct val="65000"/>
                        <a:defRPr kumimoji="1" sz="2000" b="1">
                          <a:solidFill>
                            <a:schemeClr val="tx1"/>
                          </a:solidFill>
                          <a:latin typeface="Arial" charset="0"/>
                          <a:ea typeface="楷体_GB2312" pitchFamily="49" charset="-122"/>
                        </a:defRPr>
                      </a:lvl3pPr>
                      <a:lvl4pPr marL="1200150">
                        <a:buClr>
                          <a:schemeClr val="accent2"/>
                        </a:buClr>
                        <a:buSzPct val="85000"/>
                        <a:defRPr kumimoji="1" b="1">
                          <a:solidFill>
                            <a:schemeClr val="tx1"/>
                          </a:solidFill>
                          <a:latin typeface="Arial" charset="0"/>
                          <a:ea typeface="楷体_GB2312" pitchFamily="49" charset="-122"/>
                        </a:defRPr>
                      </a:lvl4pPr>
                      <a:lvl5pPr marL="1543050">
                        <a:buClr>
                          <a:schemeClr val="accent2"/>
                        </a:buClr>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
                          <a:schemeClr val="tx1"/>
                        </a:buClr>
                        <a:buSzTx/>
                        <a:buFont typeface="Wingdings" pitchFamily="2" charset="2"/>
                        <a:buNone/>
                        <a:tabLst/>
                      </a:pPr>
                      <a:r>
                        <a:rPr kumimoji="1" lang="zh-CN" altLang="en-US" sz="1600" b="1" i="0" u="none" strike="noStrike" cap="none" normalizeH="0" baseline="0" smtClean="0">
                          <a:ln>
                            <a:noFill/>
                          </a:ln>
                          <a:solidFill>
                            <a:schemeClr val="tx1"/>
                          </a:solidFill>
                          <a:effectLst/>
                          <a:latin typeface="Arial" charset="0"/>
                          <a:ea typeface="楷体_GB2312" pitchFamily="49" charset="-122"/>
                        </a:rPr>
                        <a:t>1</a:t>
                      </a: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marL="857250">
                        <a:buClr>
                          <a:schemeClr val="accent2"/>
                        </a:buClr>
                        <a:buSzPct val="65000"/>
                        <a:defRPr kumimoji="1" sz="2000" b="1">
                          <a:solidFill>
                            <a:schemeClr val="tx1"/>
                          </a:solidFill>
                          <a:latin typeface="Arial" charset="0"/>
                          <a:ea typeface="楷体_GB2312" pitchFamily="49" charset="-122"/>
                        </a:defRPr>
                      </a:lvl3pPr>
                      <a:lvl4pPr marL="1200150">
                        <a:buClr>
                          <a:schemeClr val="accent2"/>
                        </a:buClr>
                        <a:buSzPct val="85000"/>
                        <a:defRPr kumimoji="1" b="1">
                          <a:solidFill>
                            <a:schemeClr val="tx1"/>
                          </a:solidFill>
                          <a:latin typeface="Arial" charset="0"/>
                          <a:ea typeface="楷体_GB2312" pitchFamily="49" charset="-122"/>
                        </a:defRPr>
                      </a:lvl4pPr>
                      <a:lvl5pPr marL="1543050">
                        <a:buClr>
                          <a:schemeClr val="accent2"/>
                        </a:buClr>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
                          <a:schemeClr val="tx1"/>
                        </a:buClr>
                        <a:buSzTx/>
                        <a:buFont typeface="Wingdings" pitchFamily="2" charset="2"/>
                        <a:buNone/>
                        <a:tabLst/>
                      </a:pPr>
                      <a:r>
                        <a:rPr kumimoji="1" lang="zh-CN" altLang="en-US" sz="1600" b="1" i="0" u="none" strike="noStrike" cap="none" normalizeH="0" baseline="0" smtClean="0">
                          <a:ln>
                            <a:noFill/>
                          </a:ln>
                          <a:solidFill>
                            <a:schemeClr val="tx1"/>
                          </a:solidFill>
                          <a:effectLst/>
                          <a:latin typeface="Arial" charset="0"/>
                          <a:ea typeface="楷体_GB2312" pitchFamily="49" charset="-122"/>
                        </a:rPr>
                        <a:t>非</a:t>
                      </a: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marL="857250">
                        <a:buClr>
                          <a:schemeClr val="accent2"/>
                        </a:buClr>
                        <a:buSzPct val="65000"/>
                        <a:defRPr kumimoji="1" sz="2000" b="1">
                          <a:solidFill>
                            <a:schemeClr val="tx1"/>
                          </a:solidFill>
                          <a:latin typeface="Arial" charset="0"/>
                          <a:ea typeface="楷体_GB2312" pitchFamily="49" charset="-122"/>
                        </a:defRPr>
                      </a:lvl3pPr>
                      <a:lvl4pPr marL="1200150">
                        <a:buClr>
                          <a:schemeClr val="accent2"/>
                        </a:buClr>
                        <a:buSzPct val="85000"/>
                        <a:defRPr kumimoji="1" b="1">
                          <a:solidFill>
                            <a:schemeClr val="tx1"/>
                          </a:solidFill>
                          <a:latin typeface="Arial" charset="0"/>
                          <a:ea typeface="楷体_GB2312" pitchFamily="49" charset="-122"/>
                        </a:defRPr>
                      </a:lvl4pPr>
                      <a:lvl5pPr marL="1543050">
                        <a:buClr>
                          <a:schemeClr val="accent2"/>
                        </a:buClr>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
                          <a:schemeClr val="tx1"/>
                        </a:buClr>
                        <a:buSzTx/>
                        <a:buFont typeface="Wingdings" pitchFamily="2" charset="2"/>
                        <a:buNone/>
                        <a:tabLst/>
                      </a:pPr>
                      <a:r>
                        <a:rPr kumimoji="1" lang="en-US" altLang="zh-CN" sz="1600" b="1" i="0" u="none" strike="noStrike" cap="none" normalizeH="0" baseline="0" dirty="0" smtClean="0">
                          <a:ln>
                            <a:noFill/>
                          </a:ln>
                          <a:solidFill>
                            <a:schemeClr val="tx1"/>
                          </a:solidFill>
                          <a:effectLst/>
                          <a:latin typeface="Arial" charset="0"/>
                          <a:ea typeface="楷体_GB2312" pitchFamily="49" charset="-122"/>
                        </a:rPr>
                        <a:t>N</a:t>
                      </a:r>
                      <a:r>
                        <a:rPr kumimoji="1" lang="zh-CN" altLang="en-US" sz="1600" b="1" i="0" u="none" strike="noStrike" cap="none" normalizeH="0" baseline="0" dirty="0" smtClean="0">
                          <a:ln>
                            <a:noFill/>
                          </a:ln>
                          <a:solidFill>
                            <a:schemeClr val="tx1"/>
                          </a:solidFill>
                          <a:effectLst/>
                          <a:latin typeface="Arial" charset="0"/>
                          <a:ea typeface="楷体_GB2312" pitchFamily="49" charset="-122"/>
                        </a:rPr>
                        <a:t>个节点</a:t>
                      </a:r>
                      <a:endParaRPr kumimoji="1" lang="en-US" altLang="zh-CN" sz="1600" b="1" i="0" u="none" strike="noStrike" cap="none" normalizeH="0" baseline="0" dirty="0" smtClean="0">
                        <a:ln>
                          <a:noFill/>
                        </a:ln>
                        <a:solidFill>
                          <a:schemeClr val="tx1"/>
                        </a:solidFill>
                        <a:effectLst/>
                        <a:latin typeface="Arial" charset="0"/>
                        <a:ea typeface="楷体_GB2312" pitchFamily="49" charset="-122"/>
                      </a:endParaRPr>
                    </a:p>
                  </a:txBody>
                  <a:tcPr marL="0" marR="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07920">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marL="857250">
                        <a:buClr>
                          <a:schemeClr val="accent2"/>
                        </a:buClr>
                        <a:buSzPct val="65000"/>
                        <a:defRPr kumimoji="1" sz="2000" b="1">
                          <a:solidFill>
                            <a:schemeClr val="tx1"/>
                          </a:solidFill>
                          <a:latin typeface="Arial" charset="0"/>
                          <a:ea typeface="楷体_GB2312" pitchFamily="49" charset="-122"/>
                        </a:defRPr>
                      </a:lvl3pPr>
                      <a:lvl4pPr marL="1200150">
                        <a:buClr>
                          <a:schemeClr val="accent2"/>
                        </a:buClr>
                        <a:buSzPct val="85000"/>
                        <a:defRPr kumimoji="1" b="1">
                          <a:solidFill>
                            <a:schemeClr val="tx1"/>
                          </a:solidFill>
                          <a:latin typeface="Arial" charset="0"/>
                          <a:ea typeface="楷体_GB2312" pitchFamily="49" charset="-122"/>
                        </a:defRPr>
                      </a:lvl4pPr>
                      <a:lvl5pPr marL="1543050">
                        <a:buClr>
                          <a:schemeClr val="accent2"/>
                        </a:buClr>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
                          <a:schemeClr val="tx1"/>
                        </a:buClr>
                        <a:buSzTx/>
                        <a:buFont typeface="Wingdings" pitchFamily="2" charset="2"/>
                        <a:buNone/>
                        <a:tabLst/>
                      </a:pPr>
                      <a:r>
                        <a:rPr kumimoji="1" lang="zh-CN" altLang="en-US" sz="1600" b="1" i="0" u="none" strike="noStrike" cap="none" normalizeH="0" baseline="0" smtClean="0">
                          <a:ln>
                            <a:noFill/>
                          </a:ln>
                          <a:solidFill>
                            <a:schemeClr val="tx1"/>
                          </a:solidFill>
                          <a:effectLst/>
                          <a:latin typeface="Arial" charset="0"/>
                          <a:ea typeface="楷体_GB2312" pitchFamily="49" charset="-122"/>
                        </a:rPr>
                        <a:t>环形</a:t>
                      </a:r>
                    </a:p>
                  </a:txBody>
                  <a:tcPr marL="0" marR="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marL="857250">
                        <a:buClr>
                          <a:schemeClr val="accent2"/>
                        </a:buClr>
                        <a:buSzPct val="65000"/>
                        <a:defRPr kumimoji="1" sz="2000" b="1">
                          <a:solidFill>
                            <a:schemeClr val="tx1"/>
                          </a:solidFill>
                          <a:latin typeface="Arial" charset="0"/>
                          <a:ea typeface="楷体_GB2312" pitchFamily="49" charset="-122"/>
                        </a:defRPr>
                      </a:lvl3pPr>
                      <a:lvl4pPr marL="1200150">
                        <a:buClr>
                          <a:schemeClr val="accent2"/>
                        </a:buClr>
                        <a:buSzPct val="85000"/>
                        <a:defRPr kumimoji="1" b="1">
                          <a:solidFill>
                            <a:schemeClr val="tx1"/>
                          </a:solidFill>
                          <a:latin typeface="Arial" charset="0"/>
                          <a:ea typeface="楷体_GB2312" pitchFamily="49" charset="-122"/>
                        </a:defRPr>
                      </a:lvl4pPr>
                      <a:lvl5pPr marL="1543050">
                        <a:buClr>
                          <a:schemeClr val="accent2"/>
                        </a:buClr>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
                          <a:schemeClr val="tx1"/>
                        </a:buClr>
                        <a:buSzTx/>
                        <a:buFont typeface="Wingdings" pitchFamily="2" charset="2"/>
                        <a:buNone/>
                        <a:tabLst/>
                      </a:pPr>
                      <a:r>
                        <a:rPr kumimoji="1" lang="zh-CN" altLang="en-US" sz="1600" b="1" i="0" u="none" strike="noStrike" cap="none" normalizeH="0" baseline="0" smtClean="0">
                          <a:ln>
                            <a:noFill/>
                          </a:ln>
                          <a:solidFill>
                            <a:schemeClr val="tx1"/>
                          </a:solidFill>
                          <a:effectLst/>
                          <a:latin typeface="Arial" charset="0"/>
                          <a:ea typeface="楷体_GB2312" pitchFamily="49" charset="-122"/>
                        </a:rPr>
                        <a:t>2</a:t>
                      </a: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marL="857250">
                        <a:buClr>
                          <a:schemeClr val="accent2"/>
                        </a:buClr>
                        <a:buSzPct val="65000"/>
                        <a:defRPr kumimoji="1" sz="2000" b="1">
                          <a:solidFill>
                            <a:schemeClr val="tx1"/>
                          </a:solidFill>
                          <a:latin typeface="Arial" charset="0"/>
                          <a:ea typeface="楷体_GB2312" pitchFamily="49" charset="-122"/>
                        </a:defRPr>
                      </a:lvl3pPr>
                      <a:lvl4pPr marL="1200150">
                        <a:buClr>
                          <a:schemeClr val="accent2"/>
                        </a:buClr>
                        <a:buSzPct val="85000"/>
                        <a:defRPr kumimoji="1" b="1">
                          <a:solidFill>
                            <a:schemeClr val="tx1"/>
                          </a:solidFill>
                          <a:latin typeface="Arial" charset="0"/>
                          <a:ea typeface="楷体_GB2312" pitchFamily="49" charset="-122"/>
                        </a:defRPr>
                      </a:lvl4pPr>
                      <a:lvl5pPr marL="1543050">
                        <a:buClr>
                          <a:schemeClr val="accent2"/>
                        </a:buClr>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
                          <a:schemeClr val="tx1"/>
                        </a:buClr>
                        <a:buSzTx/>
                        <a:buFont typeface="Wingdings" pitchFamily="2" charset="2"/>
                        <a:buNone/>
                        <a:tabLst/>
                      </a:pPr>
                      <a:r>
                        <a:rPr kumimoji="1" lang="en-US" altLang="zh-CN" sz="1600" b="1" i="0" u="none" strike="noStrike" cap="none" normalizeH="0" baseline="0" smtClean="0">
                          <a:ln>
                            <a:noFill/>
                          </a:ln>
                          <a:solidFill>
                            <a:schemeClr val="tx1"/>
                          </a:solidFill>
                          <a:effectLst/>
                          <a:latin typeface="Arial" charset="0"/>
                          <a:ea typeface="楷体_GB2312" pitchFamily="49" charset="-122"/>
                          <a:sym typeface="Symbol" pitchFamily="18" charset="2"/>
                        </a:rPr>
                        <a:t></a:t>
                      </a:r>
                      <a:r>
                        <a:rPr kumimoji="1" lang="en-US" altLang="zh-CN" sz="1600" b="1" i="0" u="none" strike="noStrike" cap="none" normalizeH="0" baseline="0" smtClean="0">
                          <a:ln>
                            <a:noFill/>
                          </a:ln>
                          <a:solidFill>
                            <a:schemeClr val="tx1"/>
                          </a:solidFill>
                          <a:effectLst/>
                          <a:latin typeface="Arial" charset="0"/>
                          <a:ea typeface="楷体_GB2312" pitchFamily="49" charset="-122"/>
                        </a:rPr>
                        <a:t>N/2</a:t>
                      </a:r>
                      <a:r>
                        <a:rPr kumimoji="1" lang="en-US" altLang="zh-CN" sz="1600" b="1" i="0" u="none" strike="noStrike" cap="none" normalizeH="0" baseline="0" smtClean="0">
                          <a:ln>
                            <a:noFill/>
                          </a:ln>
                          <a:solidFill>
                            <a:schemeClr val="tx1"/>
                          </a:solidFill>
                          <a:effectLst/>
                          <a:latin typeface="Arial" charset="0"/>
                          <a:ea typeface="楷体_GB2312" pitchFamily="49" charset="-122"/>
                          <a:sym typeface="Symbol" pitchFamily="18" charset="2"/>
                        </a:rPr>
                        <a:t></a:t>
                      </a: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marL="857250">
                        <a:buClr>
                          <a:schemeClr val="accent2"/>
                        </a:buClr>
                        <a:buSzPct val="65000"/>
                        <a:defRPr kumimoji="1" sz="2000" b="1">
                          <a:solidFill>
                            <a:schemeClr val="tx1"/>
                          </a:solidFill>
                          <a:latin typeface="Arial" charset="0"/>
                          <a:ea typeface="楷体_GB2312" pitchFamily="49" charset="-122"/>
                        </a:defRPr>
                      </a:lvl3pPr>
                      <a:lvl4pPr marL="1200150">
                        <a:buClr>
                          <a:schemeClr val="accent2"/>
                        </a:buClr>
                        <a:buSzPct val="85000"/>
                        <a:defRPr kumimoji="1" b="1">
                          <a:solidFill>
                            <a:schemeClr val="tx1"/>
                          </a:solidFill>
                          <a:latin typeface="Arial" charset="0"/>
                          <a:ea typeface="楷体_GB2312" pitchFamily="49" charset="-122"/>
                        </a:defRPr>
                      </a:lvl4pPr>
                      <a:lvl5pPr marL="1543050">
                        <a:buClr>
                          <a:schemeClr val="accent2"/>
                        </a:buClr>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
                          <a:schemeClr val="tx1"/>
                        </a:buClr>
                        <a:buSzTx/>
                        <a:buFont typeface="Wingdings" pitchFamily="2" charset="2"/>
                        <a:buNone/>
                        <a:tabLst/>
                      </a:pPr>
                      <a:r>
                        <a:rPr kumimoji="1" lang="en-US" altLang="zh-CN" sz="1600" b="1" i="0" u="none" strike="noStrike" cap="none" normalizeH="0" baseline="0" smtClean="0">
                          <a:ln>
                            <a:noFill/>
                          </a:ln>
                          <a:solidFill>
                            <a:schemeClr val="tx1"/>
                          </a:solidFill>
                          <a:effectLst/>
                          <a:latin typeface="Arial" charset="0"/>
                          <a:ea typeface="楷体_GB2312" pitchFamily="49" charset="-122"/>
                        </a:rPr>
                        <a:t>N</a:t>
                      </a: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marL="857250">
                        <a:buClr>
                          <a:schemeClr val="accent2"/>
                        </a:buClr>
                        <a:buSzPct val="65000"/>
                        <a:defRPr kumimoji="1" sz="2000" b="1">
                          <a:solidFill>
                            <a:schemeClr val="tx1"/>
                          </a:solidFill>
                          <a:latin typeface="Arial" charset="0"/>
                          <a:ea typeface="楷体_GB2312" pitchFamily="49" charset="-122"/>
                        </a:defRPr>
                      </a:lvl3pPr>
                      <a:lvl4pPr marL="1200150">
                        <a:buClr>
                          <a:schemeClr val="accent2"/>
                        </a:buClr>
                        <a:buSzPct val="85000"/>
                        <a:defRPr kumimoji="1" b="1">
                          <a:solidFill>
                            <a:schemeClr val="tx1"/>
                          </a:solidFill>
                          <a:latin typeface="Arial" charset="0"/>
                          <a:ea typeface="楷体_GB2312" pitchFamily="49" charset="-122"/>
                        </a:defRPr>
                      </a:lvl4pPr>
                      <a:lvl5pPr marL="1543050">
                        <a:buClr>
                          <a:schemeClr val="accent2"/>
                        </a:buClr>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
                          <a:schemeClr val="tx1"/>
                        </a:buClr>
                        <a:buSzTx/>
                        <a:buFont typeface="Wingdings" pitchFamily="2" charset="2"/>
                        <a:buNone/>
                        <a:tabLst/>
                      </a:pPr>
                      <a:r>
                        <a:rPr kumimoji="1" lang="zh-CN" altLang="en-US" sz="1600" b="1" i="0" u="none" strike="noStrike" cap="none" normalizeH="0" baseline="0" smtClean="0">
                          <a:ln>
                            <a:noFill/>
                          </a:ln>
                          <a:solidFill>
                            <a:schemeClr val="tx1"/>
                          </a:solidFill>
                          <a:effectLst/>
                          <a:latin typeface="Arial" charset="0"/>
                          <a:ea typeface="楷体_GB2312" pitchFamily="49" charset="-122"/>
                        </a:rPr>
                        <a:t>2</a:t>
                      </a: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marL="857250">
                        <a:buClr>
                          <a:schemeClr val="accent2"/>
                        </a:buClr>
                        <a:buSzPct val="65000"/>
                        <a:defRPr kumimoji="1" sz="2000" b="1">
                          <a:solidFill>
                            <a:schemeClr val="tx1"/>
                          </a:solidFill>
                          <a:latin typeface="Arial" charset="0"/>
                          <a:ea typeface="楷体_GB2312" pitchFamily="49" charset="-122"/>
                        </a:defRPr>
                      </a:lvl3pPr>
                      <a:lvl4pPr marL="1200150">
                        <a:buClr>
                          <a:schemeClr val="accent2"/>
                        </a:buClr>
                        <a:buSzPct val="85000"/>
                        <a:defRPr kumimoji="1" b="1">
                          <a:solidFill>
                            <a:schemeClr val="tx1"/>
                          </a:solidFill>
                          <a:latin typeface="Arial" charset="0"/>
                          <a:ea typeface="楷体_GB2312" pitchFamily="49" charset="-122"/>
                        </a:defRPr>
                      </a:lvl4pPr>
                      <a:lvl5pPr marL="1543050">
                        <a:buClr>
                          <a:schemeClr val="accent2"/>
                        </a:buClr>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
                          <a:schemeClr val="tx1"/>
                        </a:buClr>
                        <a:buSzTx/>
                        <a:buFont typeface="Wingdings" pitchFamily="2" charset="2"/>
                        <a:buNone/>
                        <a:tabLst/>
                      </a:pPr>
                      <a:r>
                        <a:rPr kumimoji="1" lang="zh-CN" altLang="en-US" sz="1600" b="1" i="0" u="none" strike="noStrike" cap="none" normalizeH="0" baseline="0" smtClean="0">
                          <a:ln>
                            <a:noFill/>
                          </a:ln>
                          <a:solidFill>
                            <a:schemeClr val="tx1"/>
                          </a:solidFill>
                          <a:effectLst/>
                          <a:latin typeface="Arial" charset="0"/>
                          <a:ea typeface="楷体_GB2312" pitchFamily="49" charset="-122"/>
                        </a:rPr>
                        <a:t>是</a:t>
                      </a: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marL="857250">
                        <a:buClr>
                          <a:schemeClr val="accent2"/>
                        </a:buClr>
                        <a:buSzPct val="65000"/>
                        <a:defRPr kumimoji="1" sz="2000" b="1">
                          <a:solidFill>
                            <a:schemeClr val="tx1"/>
                          </a:solidFill>
                          <a:latin typeface="Arial" charset="0"/>
                          <a:ea typeface="楷体_GB2312" pitchFamily="49" charset="-122"/>
                        </a:defRPr>
                      </a:lvl3pPr>
                      <a:lvl4pPr marL="1200150">
                        <a:buClr>
                          <a:schemeClr val="accent2"/>
                        </a:buClr>
                        <a:buSzPct val="85000"/>
                        <a:defRPr kumimoji="1" b="1">
                          <a:solidFill>
                            <a:schemeClr val="tx1"/>
                          </a:solidFill>
                          <a:latin typeface="Arial" charset="0"/>
                          <a:ea typeface="楷体_GB2312" pitchFamily="49" charset="-122"/>
                        </a:defRPr>
                      </a:lvl4pPr>
                      <a:lvl5pPr marL="1543050">
                        <a:buClr>
                          <a:schemeClr val="accent2"/>
                        </a:buClr>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
                          <a:schemeClr val="tx1"/>
                        </a:buClr>
                        <a:buSzTx/>
                        <a:buFont typeface="Wingdings" pitchFamily="2" charset="2"/>
                        <a:buNone/>
                        <a:tabLst/>
                      </a:pPr>
                      <a:r>
                        <a:rPr kumimoji="1" lang="en-US" altLang="zh-CN" sz="1600" b="1" i="0" u="none" strike="noStrike" cap="none" normalizeH="0" baseline="0" dirty="0" smtClean="0">
                          <a:ln>
                            <a:noFill/>
                          </a:ln>
                          <a:solidFill>
                            <a:schemeClr val="tx1"/>
                          </a:solidFill>
                          <a:effectLst/>
                          <a:latin typeface="Arial" charset="0"/>
                          <a:ea typeface="楷体_GB2312" pitchFamily="49" charset="-122"/>
                        </a:rPr>
                        <a:t>N</a:t>
                      </a:r>
                      <a:r>
                        <a:rPr kumimoji="1" lang="zh-CN" altLang="en-US" sz="1600" b="1" i="0" u="none" strike="noStrike" cap="none" normalizeH="0" baseline="0" dirty="0" smtClean="0">
                          <a:ln>
                            <a:noFill/>
                          </a:ln>
                          <a:solidFill>
                            <a:schemeClr val="tx1"/>
                          </a:solidFill>
                          <a:effectLst/>
                          <a:latin typeface="Arial" charset="0"/>
                          <a:ea typeface="楷体_GB2312" pitchFamily="49" charset="-122"/>
                        </a:rPr>
                        <a:t>个节点</a:t>
                      </a:r>
                      <a:endParaRPr kumimoji="1" lang="en-US" altLang="zh-CN" sz="1600" b="1" i="0" u="none" strike="noStrike" cap="none" normalizeH="0" baseline="0" dirty="0" smtClean="0">
                        <a:ln>
                          <a:noFill/>
                        </a:ln>
                        <a:solidFill>
                          <a:schemeClr val="tx1"/>
                        </a:solidFill>
                        <a:effectLst/>
                        <a:latin typeface="Arial" charset="0"/>
                        <a:ea typeface="楷体_GB2312" pitchFamily="49" charset="-122"/>
                      </a:endParaRPr>
                    </a:p>
                  </a:txBody>
                  <a:tcPr marL="0" marR="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09005">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marL="857250">
                        <a:buClr>
                          <a:schemeClr val="accent2"/>
                        </a:buClr>
                        <a:buSzPct val="65000"/>
                        <a:defRPr kumimoji="1" sz="2000" b="1">
                          <a:solidFill>
                            <a:schemeClr val="tx1"/>
                          </a:solidFill>
                          <a:latin typeface="Arial" charset="0"/>
                          <a:ea typeface="楷体_GB2312" pitchFamily="49" charset="-122"/>
                        </a:defRPr>
                      </a:lvl3pPr>
                      <a:lvl4pPr marL="1200150">
                        <a:buClr>
                          <a:schemeClr val="accent2"/>
                        </a:buClr>
                        <a:buSzPct val="85000"/>
                        <a:defRPr kumimoji="1" b="1">
                          <a:solidFill>
                            <a:schemeClr val="tx1"/>
                          </a:solidFill>
                          <a:latin typeface="Arial" charset="0"/>
                          <a:ea typeface="楷体_GB2312" pitchFamily="49" charset="-122"/>
                        </a:defRPr>
                      </a:lvl4pPr>
                      <a:lvl5pPr marL="1543050">
                        <a:buClr>
                          <a:schemeClr val="accent2"/>
                        </a:buClr>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
                          <a:schemeClr val="tx1"/>
                        </a:buClr>
                        <a:buSzTx/>
                        <a:buFont typeface="Wingdings" pitchFamily="2" charset="2"/>
                        <a:buNone/>
                        <a:tabLst/>
                      </a:pPr>
                      <a:r>
                        <a:rPr kumimoji="1" lang="zh-CN" altLang="en-US" sz="1600" b="1" i="0" u="none" strike="noStrike" cap="none" normalizeH="0" baseline="0" smtClean="0">
                          <a:ln>
                            <a:noFill/>
                          </a:ln>
                          <a:solidFill>
                            <a:schemeClr val="tx1"/>
                          </a:solidFill>
                          <a:effectLst/>
                          <a:latin typeface="Arial" charset="0"/>
                          <a:ea typeface="楷体_GB2312" pitchFamily="49" charset="-122"/>
                        </a:rPr>
                        <a:t>全连接</a:t>
                      </a:r>
                    </a:p>
                  </a:txBody>
                  <a:tcPr marL="0" marR="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marL="857250">
                        <a:buClr>
                          <a:schemeClr val="accent2"/>
                        </a:buClr>
                        <a:buSzPct val="65000"/>
                        <a:defRPr kumimoji="1" sz="2000" b="1">
                          <a:solidFill>
                            <a:schemeClr val="tx1"/>
                          </a:solidFill>
                          <a:latin typeface="Arial" charset="0"/>
                          <a:ea typeface="楷体_GB2312" pitchFamily="49" charset="-122"/>
                        </a:defRPr>
                      </a:lvl3pPr>
                      <a:lvl4pPr marL="1200150">
                        <a:buClr>
                          <a:schemeClr val="accent2"/>
                        </a:buClr>
                        <a:buSzPct val="85000"/>
                        <a:defRPr kumimoji="1" b="1">
                          <a:solidFill>
                            <a:schemeClr val="tx1"/>
                          </a:solidFill>
                          <a:latin typeface="Arial" charset="0"/>
                          <a:ea typeface="楷体_GB2312" pitchFamily="49" charset="-122"/>
                        </a:defRPr>
                      </a:lvl4pPr>
                      <a:lvl5pPr marL="1543050">
                        <a:buClr>
                          <a:schemeClr val="accent2"/>
                        </a:buClr>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
                          <a:schemeClr val="tx1"/>
                        </a:buClr>
                        <a:buSzTx/>
                        <a:buFont typeface="Wingdings" pitchFamily="2" charset="2"/>
                        <a:buNone/>
                        <a:tabLst/>
                      </a:pPr>
                      <a:r>
                        <a:rPr kumimoji="1" lang="en-US" altLang="zh-CN" sz="1600" b="1" i="0" u="none" strike="noStrike" cap="none" normalizeH="0" baseline="0" smtClean="0">
                          <a:ln>
                            <a:noFill/>
                          </a:ln>
                          <a:solidFill>
                            <a:schemeClr val="tx1"/>
                          </a:solidFill>
                          <a:effectLst/>
                          <a:latin typeface="Arial" charset="0"/>
                          <a:ea typeface="楷体_GB2312" pitchFamily="49" charset="-122"/>
                        </a:rPr>
                        <a:t>N-1</a:t>
                      </a: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marL="857250">
                        <a:buClr>
                          <a:schemeClr val="accent2"/>
                        </a:buClr>
                        <a:buSzPct val="65000"/>
                        <a:defRPr kumimoji="1" sz="2000" b="1">
                          <a:solidFill>
                            <a:schemeClr val="tx1"/>
                          </a:solidFill>
                          <a:latin typeface="Arial" charset="0"/>
                          <a:ea typeface="楷体_GB2312" pitchFamily="49" charset="-122"/>
                        </a:defRPr>
                      </a:lvl3pPr>
                      <a:lvl4pPr marL="1200150">
                        <a:buClr>
                          <a:schemeClr val="accent2"/>
                        </a:buClr>
                        <a:buSzPct val="85000"/>
                        <a:defRPr kumimoji="1" b="1">
                          <a:solidFill>
                            <a:schemeClr val="tx1"/>
                          </a:solidFill>
                          <a:latin typeface="Arial" charset="0"/>
                          <a:ea typeface="楷体_GB2312" pitchFamily="49" charset="-122"/>
                        </a:defRPr>
                      </a:lvl4pPr>
                      <a:lvl5pPr marL="1543050">
                        <a:buClr>
                          <a:schemeClr val="accent2"/>
                        </a:buClr>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
                          <a:schemeClr val="tx1"/>
                        </a:buClr>
                        <a:buSzTx/>
                        <a:buFont typeface="Wingdings" pitchFamily="2" charset="2"/>
                        <a:buNone/>
                        <a:tabLst/>
                      </a:pPr>
                      <a:r>
                        <a:rPr kumimoji="1" lang="zh-CN" altLang="en-US" sz="1600" b="1" i="0" u="none" strike="noStrike" cap="none" normalizeH="0" baseline="0" smtClean="0">
                          <a:ln>
                            <a:noFill/>
                          </a:ln>
                          <a:solidFill>
                            <a:schemeClr val="tx1"/>
                          </a:solidFill>
                          <a:effectLst/>
                          <a:latin typeface="Arial" charset="0"/>
                          <a:ea typeface="楷体_GB2312" pitchFamily="49" charset="-122"/>
                        </a:rPr>
                        <a:t>1</a:t>
                      </a: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marL="857250">
                        <a:buClr>
                          <a:schemeClr val="accent2"/>
                        </a:buClr>
                        <a:buSzPct val="65000"/>
                        <a:defRPr kumimoji="1" sz="2000" b="1">
                          <a:solidFill>
                            <a:schemeClr val="tx1"/>
                          </a:solidFill>
                          <a:latin typeface="Arial" charset="0"/>
                          <a:ea typeface="楷体_GB2312" pitchFamily="49" charset="-122"/>
                        </a:defRPr>
                      </a:lvl3pPr>
                      <a:lvl4pPr marL="1200150">
                        <a:buClr>
                          <a:schemeClr val="accent2"/>
                        </a:buClr>
                        <a:buSzPct val="85000"/>
                        <a:defRPr kumimoji="1" b="1">
                          <a:solidFill>
                            <a:schemeClr val="tx1"/>
                          </a:solidFill>
                          <a:latin typeface="Arial" charset="0"/>
                          <a:ea typeface="楷体_GB2312" pitchFamily="49" charset="-122"/>
                        </a:defRPr>
                      </a:lvl4pPr>
                      <a:lvl5pPr marL="1543050">
                        <a:buClr>
                          <a:schemeClr val="accent2"/>
                        </a:buClr>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
                          <a:schemeClr val="tx1"/>
                        </a:buClr>
                        <a:buSzTx/>
                        <a:buFont typeface="Wingdings" pitchFamily="2" charset="2"/>
                        <a:buNone/>
                        <a:tabLst/>
                      </a:pPr>
                      <a:r>
                        <a:rPr kumimoji="1" lang="en-US" altLang="zh-CN" sz="1600" b="1" i="0" u="none" strike="noStrike" cap="none" normalizeH="0" baseline="0" smtClean="0">
                          <a:ln>
                            <a:noFill/>
                          </a:ln>
                          <a:solidFill>
                            <a:schemeClr val="tx1"/>
                          </a:solidFill>
                          <a:effectLst/>
                          <a:latin typeface="Arial" charset="0"/>
                          <a:ea typeface="楷体_GB2312" pitchFamily="49" charset="-122"/>
                        </a:rPr>
                        <a:t>N(N-1)/2</a:t>
                      </a: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marL="857250">
                        <a:buClr>
                          <a:schemeClr val="accent2"/>
                        </a:buClr>
                        <a:buSzPct val="65000"/>
                        <a:defRPr kumimoji="1" sz="2000" b="1">
                          <a:solidFill>
                            <a:schemeClr val="tx1"/>
                          </a:solidFill>
                          <a:latin typeface="Arial" charset="0"/>
                          <a:ea typeface="楷体_GB2312" pitchFamily="49" charset="-122"/>
                        </a:defRPr>
                      </a:lvl3pPr>
                      <a:lvl4pPr marL="1200150">
                        <a:buClr>
                          <a:schemeClr val="accent2"/>
                        </a:buClr>
                        <a:buSzPct val="85000"/>
                        <a:defRPr kumimoji="1" b="1">
                          <a:solidFill>
                            <a:schemeClr val="tx1"/>
                          </a:solidFill>
                          <a:latin typeface="Arial" charset="0"/>
                          <a:ea typeface="楷体_GB2312" pitchFamily="49" charset="-122"/>
                        </a:defRPr>
                      </a:lvl4pPr>
                      <a:lvl5pPr marL="1543050">
                        <a:buClr>
                          <a:schemeClr val="accent2"/>
                        </a:buClr>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
                          <a:schemeClr val="tx1"/>
                        </a:buClr>
                        <a:buSzTx/>
                        <a:buFont typeface="Wingdings" pitchFamily="2" charset="2"/>
                        <a:buNone/>
                        <a:tabLst/>
                      </a:pPr>
                      <a:r>
                        <a:rPr kumimoji="1" lang="zh-CN" altLang="en-US" sz="1600" b="1" i="0" u="none" strike="noStrike" cap="none" normalizeH="0" baseline="0" smtClean="0">
                          <a:ln>
                            <a:noFill/>
                          </a:ln>
                          <a:solidFill>
                            <a:schemeClr val="tx1"/>
                          </a:solidFill>
                          <a:effectLst/>
                          <a:latin typeface="Arial" charset="0"/>
                          <a:ea typeface="楷体_GB2312" pitchFamily="49" charset="-122"/>
                        </a:rPr>
                        <a:t>(</a:t>
                      </a:r>
                      <a:r>
                        <a:rPr kumimoji="1" lang="en-US" altLang="zh-CN" sz="1600" b="1" i="0" u="none" strike="noStrike" cap="none" normalizeH="0" baseline="0" smtClean="0">
                          <a:ln>
                            <a:noFill/>
                          </a:ln>
                          <a:solidFill>
                            <a:schemeClr val="tx1"/>
                          </a:solidFill>
                          <a:effectLst/>
                          <a:latin typeface="Arial" charset="0"/>
                          <a:ea typeface="楷体_GB2312" pitchFamily="49" charset="-122"/>
                        </a:rPr>
                        <a:t>N/2)</a:t>
                      </a:r>
                      <a:r>
                        <a:rPr kumimoji="1" lang="en-US" altLang="zh-CN" sz="1600" b="1" i="0" u="none" strike="noStrike" cap="none" normalizeH="0" baseline="30000" smtClean="0">
                          <a:ln>
                            <a:noFill/>
                          </a:ln>
                          <a:solidFill>
                            <a:schemeClr val="tx1"/>
                          </a:solidFill>
                          <a:effectLst/>
                          <a:latin typeface="Arial" charset="0"/>
                          <a:ea typeface="楷体_GB2312" pitchFamily="49" charset="-122"/>
                        </a:rPr>
                        <a:t>2</a:t>
                      </a: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marL="857250">
                        <a:buClr>
                          <a:schemeClr val="accent2"/>
                        </a:buClr>
                        <a:buSzPct val="65000"/>
                        <a:defRPr kumimoji="1" sz="2000" b="1">
                          <a:solidFill>
                            <a:schemeClr val="tx1"/>
                          </a:solidFill>
                          <a:latin typeface="Arial" charset="0"/>
                          <a:ea typeface="楷体_GB2312" pitchFamily="49" charset="-122"/>
                        </a:defRPr>
                      </a:lvl3pPr>
                      <a:lvl4pPr marL="1200150">
                        <a:buClr>
                          <a:schemeClr val="accent2"/>
                        </a:buClr>
                        <a:buSzPct val="85000"/>
                        <a:defRPr kumimoji="1" b="1">
                          <a:solidFill>
                            <a:schemeClr val="tx1"/>
                          </a:solidFill>
                          <a:latin typeface="Arial" charset="0"/>
                          <a:ea typeface="楷体_GB2312" pitchFamily="49" charset="-122"/>
                        </a:defRPr>
                      </a:lvl4pPr>
                      <a:lvl5pPr marL="1543050">
                        <a:buClr>
                          <a:schemeClr val="accent2"/>
                        </a:buClr>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
                          <a:schemeClr val="tx1"/>
                        </a:buClr>
                        <a:buSzTx/>
                        <a:buFont typeface="Wingdings" pitchFamily="2" charset="2"/>
                        <a:buNone/>
                        <a:tabLst/>
                      </a:pPr>
                      <a:r>
                        <a:rPr kumimoji="1" lang="zh-CN" altLang="en-US" sz="1600" b="1" i="0" u="none" strike="noStrike" cap="none" normalizeH="0" baseline="0" smtClean="0">
                          <a:ln>
                            <a:noFill/>
                          </a:ln>
                          <a:solidFill>
                            <a:schemeClr val="tx1"/>
                          </a:solidFill>
                          <a:effectLst/>
                          <a:latin typeface="Arial" charset="0"/>
                          <a:ea typeface="楷体_GB2312" pitchFamily="49" charset="-122"/>
                        </a:rPr>
                        <a:t>是</a:t>
                      </a: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marL="857250">
                        <a:buClr>
                          <a:schemeClr val="accent2"/>
                        </a:buClr>
                        <a:buSzPct val="65000"/>
                        <a:defRPr kumimoji="1" sz="2000" b="1">
                          <a:solidFill>
                            <a:schemeClr val="tx1"/>
                          </a:solidFill>
                          <a:latin typeface="Arial" charset="0"/>
                          <a:ea typeface="楷体_GB2312" pitchFamily="49" charset="-122"/>
                        </a:defRPr>
                      </a:lvl3pPr>
                      <a:lvl4pPr marL="1200150">
                        <a:buClr>
                          <a:schemeClr val="accent2"/>
                        </a:buClr>
                        <a:buSzPct val="85000"/>
                        <a:defRPr kumimoji="1" b="1">
                          <a:solidFill>
                            <a:schemeClr val="tx1"/>
                          </a:solidFill>
                          <a:latin typeface="Arial" charset="0"/>
                          <a:ea typeface="楷体_GB2312" pitchFamily="49" charset="-122"/>
                        </a:defRPr>
                      </a:lvl4pPr>
                      <a:lvl5pPr marL="1543050">
                        <a:buClr>
                          <a:schemeClr val="accent2"/>
                        </a:buClr>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
                          <a:schemeClr val="tx1"/>
                        </a:buClr>
                        <a:buSzTx/>
                        <a:buFont typeface="Wingdings" pitchFamily="2" charset="2"/>
                        <a:buNone/>
                        <a:tabLst/>
                      </a:pPr>
                      <a:r>
                        <a:rPr kumimoji="1" lang="en-US" altLang="zh-CN" sz="1600" b="1" i="0" u="none" strike="noStrike" cap="none" normalizeH="0" baseline="0" dirty="0" smtClean="0">
                          <a:ln>
                            <a:noFill/>
                          </a:ln>
                          <a:solidFill>
                            <a:schemeClr val="tx1"/>
                          </a:solidFill>
                          <a:effectLst/>
                          <a:latin typeface="Arial" charset="0"/>
                          <a:ea typeface="楷体_GB2312" pitchFamily="49" charset="-122"/>
                        </a:rPr>
                        <a:t>N</a:t>
                      </a:r>
                      <a:r>
                        <a:rPr kumimoji="1" lang="zh-CN" altLang="en-US" sz="1600" b="1" i="0" u="none" strike="noStrike" cap="none" normalizeH="0" baseline="0" dirty="0" smtClean="0">
                          <a:ln>
                            <a:noFill/>
                          </a:ln>
                          <a:solidFill>
                            <a:schemeClr val="tx1"/>
                          </a:solidFill>
                          <a:effectLst/>
                          <a:latin typeface="Arial" charset="0"/>
                          <a:ea typeface="楷体_GB2312" pitchFamily="49" charset="-122"/>
                        </a:rPr>
                        <a:t>个节点</a:t>
                      </a:r>
                    </a:p>
                  </a:txBody>
                  <a:tcPr marL="0" marR="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09005">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marL="857250">
                        <a:buClr>
                          <a:schemeClr val="accent2"/>
                        </a:buClr>
                        <a:buSzPct val="65000"/>
                        <a:defRPr kumimoji="1" sz="2000" b="1">
                          <a:solidFill>
                            <a:schemeClr val="tx1"/>
                          </a:solidFill>
                          <a:latin typeface="Arial" charset="0"/>
                          <a:ea typeface="楷体_GB2312" pitchFamily="49" charset="-122"/>
                        </a:defRPr>
                      </a:lvl3pPr>
                      <a:lvl4pPr marL="1200150">
                        <a:buClr>
                          <a:schemeClr val="accent2"/>
                        </a:buClr>
                        <a:buSzPct val="85000"/>
                        <a:defRPr kumimoji="1" b="1">
                          <a:solidFill>
                            <a:schemeClr val="tx1"/>
                          </a:solidFill>
                          <a:latin typeface="Arial" charset="0"/>
                          <a:ea typeface="楷体_GB2312" pitchFamily="49" charset="-122"/>
                        </a:defRPr>
                      </a:lvl4pPr>
                      <a:lvl5pPr marL="1543050">
                        <a:buClr>
                          <a:schemeClr val="accent2"/>
                        </a:buClr>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
                          <a:schemeClr val="tx1"/>
                        </a:buClr>
                        <a:buSzTx/>
                        <a:buFont typeface="Wingdings" pitchFamily="2" charset="2"/>
                        <a:buNone/>
                        <a:tabLst/>
                      </a:pPr>
                      <a:r>
                        <a:rPr kumimoji="1" lang="zh-CN" altLang="en-US" sz="1600" b="1" i="0" u="none" strike="noStrike" cap="none" normalizeH="0" baseline="0" smtClean="0">
                          <a:ln>
                            <a:noFill/>
                          </a:ln>
                          <a:solidFill>
                            <a:schemeClr val="tx1"/>
                          </a:solidFill>
                          <a:effectLst/>
                          <a:latin typeface="Arial" charset="0"/>
                          <a:ea typeface="楷体_GB2312" pitchFamily="49" charset="-122"/>
                        </a:rPr>
                        <a:t>二叉树</a:t>
                      </a:r>
                    </a:p>
                  </a:txBody>
                  <a:tcPr marL="0" marR="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marL="857250">
                        <a:buClr>
                          <a:schemeClr val="accent2"/>
                        </a:buClr>
                        <a:buSzPct val="65000"/>
                        <a:defRPr kumimoji="1" sz="2000" b="1">
                          <a:solidFill>
                            <a:schemeClr val="tx1"/>
                          </a:solidFill>
                          <a:latin typeface="Arial" charset="0"/>
                          <a:ea typeface="楷体_GB2312" pitchFamily="49" charset="-122"/>
                        </a:defRPr>
                      </a:lvl3pPr>
                      <a:lvl4pPr marL="1200150">
                        <a:buClr>
                          <a:schemeClr val="accent2"/>
                        </a:buClr>
                        <a:buSzPct val="85000"/>
                        <a:defRPr kumimoji="1" b="1">
                          <a:solidFill>
                            <a:schemeClr val="tx1"/>
                          </a:solidFill>
                          <a:latin typeface="Arial" charset="0"/>
                          <a:ea typeface="楷体_GB2312" pitchFamily="49" charset="-122"/>
                        </a:defRPr>
                      </a:lvl4pPr>
                      <a:lvl5pPr marL="1543050">
                        <a:buClr>
                          <a:schemeClr val="accent2"/>
                        </a:buClr>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
                          <a:schemeClr val="tx1"/>
                        </a:buClr>
                        <a:buSzTx/>
                        <a:buFont typeface="Wingdings" pitchFamily="2" charset="2"/>
                        <a:buNone/>
                        <a:tabLst/>
                      </a:pPr>
                      <a:r>
                        <a:rPr kumimoji="1" lang="zh-CN" altLang="en-US" sz="1600" b="1" i="0" u="none" strike="noStrike" cap="none" normalizeH="0" baseline="0" smtClean="0">
                          <a:ln>
                            <a:noFill/>
                          </a:ln>
                          <a:solidFill>
                            <a:schemeClr val="tx1"/>
                          </a:solidFill>
                          <a:effectLst/>
                          <a:latin typeface="Arial" charset="0"/>
                          <a:ea typeface="楷体_GB2312" pitchFamily="49" charset="-122"/>
                        </a:rPr>
                        <a:t>3</a:t>
                      </a: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marL="857250">
                        <a:buClr>
                          <a:schemeClr val="accent2"/>
                        </a:buClr>
                        <a:buSzPct val="65000"/>
                        <a:defRPr kumimoji="1" sz="2000" b="1">
                          <a:solidFill>
                            <a:schemeClr val="tx1"/>
                          </a:solidFill>
                          <a:latin typeface="Arial" charset="0"/>
                          <a:ea typeface="楷体_GB2312" pitchFamily="49" charset="-122"/>
                        </a:defRPr>
                      </a:lvl3pPr>
                      <a:lvl4pPr marL="1200150">
                        <a:buClr>
                          <a:schemeClr val="accent2"/>
                        </a:buClr>
                        <a:buSzPct val="85000"/>
                        <a:defRPr kumimoji="1" b="1">
                          <a:solidFill>
                            <a:schemeClr val="tx1"/>
                          </a:solidFill>
                          <a:latin typeface="Arial" charset="0"/>
                          <a:ea typeface="楷体_GB2312" pitchFamily="49" charset="-122"/>
                        </a:defRPr>
                      </a:lvl4pPr>
                      <a:lvl5pPr marL="1543050">
                        <a:buClr>
                          <a:schemeClr val="accent2"/>
                        </a:buClr>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
                          <a:schemeClr val="tx1"/>
                        </a:buClr>
                        <a:buSzTx/>
                        <a:buFont typeface="Wingdings" pitchFamily="2" charset="2"/>
                        <a:buNone/>
                        <a:tabLst/>
                      </a:pPr>
                      <a:r>
                        <a:rPr kumimoji="1" lang="zh-CN" altLang="en-US" sz="1600" b="1" i="0" u="none" strike="noStrike" cap="none" normalizeH="0" baseline="0" smtClean="0">
                          <a:ln>
                            <a:noFill/>
                          </a:ln>
                          <a:solidFill>
                            <a:schemeClr val="tx1"/>
                          </a:solidFill>
                          <a:effectLst/>
                          <a:latin typeface="Arial" charset="0"/>
                          <a:ea typeface="楷体_GB2312" pitchFamily="49" charset="-122"/>
                        </a:rPr>
                        <a:t>2(</a:t>
                      </a:r>
                      <a:r>
                        <a:rPr kumimoji="1" lang="en-US" altLang="zh-CN" sz="1600" b="1" i="0" u="none" strike="noStrike" cap="none" normalizeH="0" baseline="0" smtClean="0">
                          <a:ln>
                            <a:noFill/>
                          </a:ln>
                          <a:solidFill>
                            <a:schemeClr val="tx1"/>
                          </a:solidFill>
                          <a:effectLst/>
                          <a:latin typeface="Arial" charset="0"/>
                          <a:ea typeface="楷体_GB2312" pitchFamily="49" charset="-122"/>
                        </a:rPr>
                        <a:t>h-1)</a:t>
                      </a: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marL="857250">
                        <a:buClr>
                          <a:schemeClr val="accent2"/>
                        </a:buClr>
                        <a:buSzPct val="65000"/>
                        <a:defRPr kumimoji="1" sz="2000" b="1">
                          <a:solidFill>
                            <a:schemeClr val="tx1"/>
                          </a:solidFill>
                          <a:latin typeface="Arial" charset="0"/>
                          <a:ea typeface="楷体_GB2312" pitchFamily="49" charset="-122"/>
                        </a:defRPr>
                      </a:lvl3pPr>
                      <a:lvl4pPr marL="1200150">
                        <a:buClr>
                          <a:schemeClr val="accent2"/>
                        </a:buClr>
                        <a:buSzPct val="85000"/>
                        <a:defRPr kumimoji="1" b="1">
                          <a:solidFill>
                            <a:schemeClr val="tx1"/>
                          </a:solidFill>
                          <a:latin typeface="Arial" charset="0"/>
                          <a:ea typeface="楷体_GB2312" pitchFamily="49" charset="-122"/>
                        </a:defRPr>
                      </a:lvl4pPr>
                      <a:lvl5pPr marL="1543050">
                        <a:buClr>
                          <a:schemeClr val="accent2"/>
                        </a:buClr>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
                          <a:schemeClr val="tx1"/>
                        </a:buClr>
                        <a:buSzTx/>
                        <a:buFont typeface="Wingdings" pitchFamily="2" charset="2"/>
                        <a:buNone/>
                        <a:tabLst/>
                      </a:pPr>
                      <a:r>
                        <a:rPr kumimoji="1" lang="en-US" altLang="zh-CN" sz="1600" b="1" i="0" u="none" strike="noStrike" cap="none" normalizeH="0" baseline="0" smtClean="0">
                          <a:ln>
                            <a:noFill/>
                          </a:ln>
                          <a:solidFill>
                            <a:schemeClr val="tx1"/>
                          </a:solidFill>
                          <a:effectLst/>
                          <a:latin typeface="Arial" charset="0"/>
                          <a:ea typeface="楷体_GB2312" pitchFamily="49" charset="-122"/>
                        </a:rPr>
                        <a:t>N-1</a:t>
                      </a: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marL="857250">
                        <a:buClr>
                          <a:schemeClr val="accent2"/>
                        </a:buClr>
                        <a:buSzPct val="65000"/>
                        <a:defRPr kumimoji="1" sz="2000" b="1">
                          <a:solidFill>
                            <a:schemeClr val="tx1"/>
                          </a:solidFill>
                          <a:latin typeface="Arial" charset="0"/>
                          <a:ea typeface="楷体_GB2312" pitchFamily="49" charset="-122"/>
                        </a:defRPr>
                      </a:lvl3pPr>
                      <a:lvl4pPr marL="1200150">
                        <a:buClr>
                          <a:schemeClr val="accent2"/>
                        </a:buClr>
                        <a:buSzPct val="85000"/>
                        <a:defRPr kumimoji="1" b="1">
                          <a:solidFill>
                            <a:schemeClr val="tx1"/>
                          </a:solidFill>
                          <a:latin typeface="Arial" charset="0"/>
                          <a:ea typeface="楷体_GB2312" pitchFamily="49" charset="-122"/>
                        </a:defRPr>
                      </a:lvl4pPr>
                      <a:lvl5pPr marL="1543050">
                        <a:buClr>
                          <a:schemeClr val="accent2"/>
                        </a:buClr>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
                          <a:schemeClr val="tx1"/>
                        </a:buClr>
                        <a:buSzTx/>
                        <a:buFont typeface="Wingdings" pitchFamily="2" charset="2"/>
                        <a:buNone/>
                        <a:tabLst/>
                      </a:pPr>
                      <a:r>
                        <a:rPr kumimoji="1" lang="zh-CN" altLang="en-US" sz="1600" b="1" i="0" u="none" strike="noStrike" cap="none" normalizeH="0" baseline="0" smtClean="0">
                          <a:ln>
                            <a:noFill/>
                          </a:ln>
                          <a:solidFill>
                            <a:schemeClr val="tx1"/>
                          </a:solidFill>
                          <a:effectLst/>
                          <a:latin typeface="Arial" charset="0"/>
                          <a:ea typeface="楷体_GB2312" pitchFamily="49" charset="-122"/>
                        </a:rPr>
                        <a:t>1</a:t>
                      </a: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marL="857250">
                        <a:buClr>
                          <a:schemeClr val="accent2"/>
                        </a:buClr>
                        <a:buSzPct val="65000"/>
                        <a:defRPr kumimoji="1" sz="2000" b="1">
                          <a:solidFill>
                            <a:schemeClr val="tx1"/>
                          </a:solidFill>
                          <a:latin typeface="Arial" charset="0"/>
                          <a:ea typeface="楷体_GB2312" pitchFamily="49" charset="-122"/>
                        </a:defRPr>
                      </a:lvl3pPr>
                      <a:lvl4pPr marL="1200150">
                        <a:buClr>
                          <a:schemeClr val="accent2"/>
                        </a:buClr>
                        <a:buSzPct val="85000"/>
                        <a:defRPr kumimoji="1" b="1">
                          <a:solidFill>
                            <a:schemeClr val="tx1"/>
                          </a:solidFill>
                          <a:latin typeface="Arial" charset="0"/>
                          <a:ea typeface="楷体_GB2312" pitchFamily="49" charset="-122"/>
                        </a:defRPr>
                      </a:lvl4pPr>
                      <a:lvl5pPr marL="1543050">
                        <a:buClr>
                          <a:schemeClr val="accent2"/>
                        </a:buClr>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
                          <a:schemeClr val="tx1"/>
                        </a:buClr>
                        <a:buSzTx/>
                        <a:buFont typeface="Wingdings" pitchFamily="2" charset="2"/>
                        <a:buNone/>
                        <a:tabLst/>
                      </a:pPr>
                      <a:r>
                        <a:rPr kumimoji="1" lang="zh-CN" altLang="en-US" sz="1600" b="1" i="0" u="none" strike="noStrike" cap="none" normalizeH="0" baseline="0" smtClean="0">
                          <a:ln>
                            <a:noFill/>
                          </a:ln>
                          <a:solidFill>
                            <a:schemeClr val="tx1"/>
                          </a:solidFill>
                          <a:effectLst/>
                          <a:latin typeface="Arial" charset="0"/>
                          <a:ea typeface="楷体_GB2312" pitchFamily="49" charset="-122"/>
                        </a:rPr>
                        <a:t>非</a:t>
                      </a: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marL="857250">
                        <a:buClr>
                          <a:schemeClr val="accent2"/>
                        </a:buClr>
                        <a:buSzPct val="65000"/>
                        <a:defRPr kumimoji="1" sz="2000" b="1">
                          <a:solidFill>
                            <a:schemeClr val="tx1"/>
                          </a:solidFill>
                          <a:latin typeface="Arial" charset="0"/>
                          <a:ea typeface="楷体_GB2312" pitchFamily="49" charset="-122"/>
                        </a:defRPr>
                      </a:lvl3pPr>
                      <a:lvl4pPr marL="1200150">
                        <a:buClr>
                          <a:schemeClr val="accent2"/>
                        </a:buClr>
                        <a:buSzPct val="85000"/>
                        <a:defRPr kumimoji="1" b="1">
                          <a:solidFill>
                            <a:schemeClr val="tx1"/>
                          </a:solidFill>
                          <a:latin typeface="Arial" charset="0"/>
                          <a:ea typeface="楷体_GB2312" pitchFamily="49" charset="-122"/>
                        </a:defRPr>
                      </a:lvl4pPr>
                      <a:lvl5pPr marL="1543050">
                        <a:buClr>
                          <a:schemeClr val="accent2"/>
                        </a:buClr>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
                          <a:schemeClr val="tx1"/>
                        </a:buClr>
                        <a:buSzTx/>
                        <a:buFont typeface="Wingdings" pitchFamily="2" charset="2"/>
                        <a:buNone/>
                        <a:tabLst/>
                      </a:pPr>
                      <a:r>
                        <a:rPr kumimoji="1" lang="zh-CN" altLang="en-US" sz="1600" b="1" i="0" u="none" strike="noStrike" cap="none" normalizeH="0" baseline="0" dirty="0" smtClean="0">
                          <a:ln>
                            <a:noFill/>
                          </a:ln>
                          <a:solidFill>
                            <a:schemeClr val="tx1"/>
                          </a:solidFill>
                          <a:effectLst/>
                          <a:latin typeface="Arial" charset="0"/>
                          <a:ea typeface="楷体_GB2312" pitchFamily="49" charset="-122"/>
                        </a:rPr>
                        <a:t>树高</a:t>
                      </a:r>
                      <a:r>
                        <a:rPr kumimoji="1" lang="en-US" altLang="zh-CN" sz="1600" b="1" i="0" u="none" strike="noStrike" cap="none" normalizeH="0" baseline="0" dirty="0" smtClean="0">
                          <a:ln>
                            <a:noFill/>
                          </a:ln>
                          <a:solidFill>
                            <a:schemeClr val="tx1"/>
                          </a:solidFill>
                          <a:effectLst/>
                          <a:latin typeface="Arial" charset="0"/>
                          <a:ea typeface="楷体_GB2312" pitchFamily="49" charset="-122"/>
                        </a:rPr>
                        <a:t>h= </a:t>
                      </a:r>
                      <a:r>
                        <a:rPr kumimoji="1" lang="en-US" altLang="zh-CN" sz="1600" b="1" i="0" u="none" strike="noStrike" cap="none" normalizeH="0" baseline="0" dirty="0" smtClean="0">
                          <a:ln>
                            <a:noFill/>
                          </a:ln>
                          <a:solidFill>
                            <a:schemeClr val="tx1"/>
                          </a:solidFill>
                          <a:effectLst/>
                          <a:latin typeface="Arial" charset="0"/>
                          <a:ea typeface="楷体_GB2312" pitchFamily="49" charset="-122"/>
                          <a:sym typeface="Symbol"/>
                        </a:rPr>
                        <a:t></a:t>
                      </a:r>
                      <a:r>
                        <a:rPr kumimoji="1" lang="en-US" altLang="zh-CN" sz="1600" b="1" i="0" u="none" strike="noStrike" cap="none" normalizeH="0" baseline="0" dirty="0" smtClean="0">
                          <a:ln>
                            <a:noFill/>
                          </a:ln>
                          <a:solidFill>
                            <a:schemeClr val="tx1"/>
                          </a:solidFill>
                          <a:effectLst/>
                          <a:latin typeface="Arial" charset="0"/>
                          <a:ea typeface="楷体_GB2312" pitchFamily="49" charset="-122"/>
                        </a:rPr>
                        <a:t>log</a:t>
                      </a:r>
                      <a:r>
                        <a:rPr kumimoji="1" lang="en-US" altLang="zh-CN" sz="1600" b="1" i="0" u="none" strike="noStrike" cap="none" normalizeH="0" baseline="-25000" dirty="0" smtClean="0">
                          <a:ln>
                            <a:noFill/>
                          </a:ln>
                          <a:solidFill>
                            <a:schemeClr val="tx1"/>
                          </a:solidFill>
                          <a:effectLst/>
                          <a:latin typeface="Arial" charset="0"/>
                          <a:ea typeface="楷体_GB2312" pitchFamily="49" charset="-122"/>
                        </a:rPr>
                        <a:t>2</a:t>
                      </a:r>
                      <a:r>
                        <a:rPr kumimoji="1" lang="en-US" altLang="zh-CN" sz="1600" b="1" i="0" u="none" strike="noStrike" cap="none" normalizeH="0" baseline="0" dirty="0" smtClean="0">
                          <a:ln>
                            <a:noFill/>
                          </a:ln>
                          <a:solidFill>
                            <a:schemeClr val="tx1"/>
                          </a:solidFill>
                          <a:effectLst/>
                          <a:latin typeface="Arial" charset="0"/>
                          <a:ea typeface="楷体_GB2312" pitchFamily="49" charset="-122"/>
                        </a:rPr>
                        <a:t>N</a:t>
                      </a:r>
                      <a:r>
                        <a:rPr kumimoji="1" lang="en-US" altLang="zh-CN" sz="1600" b="1" i="0" u="none" strike="noStrike" cap="none" normalizeH="0" baseline="0" dirty="0" smtClean="0">
                          <a:ln>
                            <a:noFill/>
                          </a:ln>
                          <a:solidFill>
                            <a:schemeClr val="tx1"/>
                          </a:solidFill>
                          <a:effectLst/>
                          <a:latin typeface="Arial" charset="0"/>
                          <a:ea typeface="楷体_GB2312" pitchFamily="49" charset="-122"/>
                          <a:sym typeface="Symbol"/>
                        </a:rPr>
                        <a:t></a:t>
                      </a:r>
                      <a:endParaRPr kumimoji="1" lang="en-US" altLang="zh-CN" sz="1600" b="1" i="0" u="none" strike="noStrike" cap="none" normalizeH="0" baseline="0" dirty="0" smtClean="0">
                        <a:ln>
                          <a:noFill/>
                        </a:ln>
                        <a:solidFill>
                          <a:schemeClr val="tx1"/>
                        </a:solidFill>
                        <a:effectLst/>
                        <a:latin typeface="Arial" charset="0"/>
                        <a:ea typeface="楷体_GB2312" pitchFamily="49" charset="-122"/>
                        <a:sym typeface="Symbol" pitchFamily="18" charset="2"/>
                      </a:endParaRPr>
                    </a:p>
                  </a:txBody>
                  <a:tcPr marL="0" marR="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07920">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marL="857250">
                        <a:buClr>
                          <a:schemeClr val="accent2"/>
                        </a:buClr>
                        <a:buSzPct val="65000"/>
                        <a:defRPr kumimoji="1" sz="2000" b="1">
                          <a:solidFill>
                            <a:schemeClr val="tx1"/>
                          </a:solidFill>
                          <a:latin typeface="Arial" charset="0"/>
                          <a:ea typeface="楷体_GB2312" pitchFamily="49" charset="-122"/>
                        </a:defRPr>
                      </a:lvl3pPr>
                      <a:lvl4pPr marL="1200150">
                        <a:buClr>
                          <a:schemeClr val="accent2"/>
                        </a:buClr>
                        <a:buSzPct val="85000"/>
                        <a:defRPr kumimoji="1" b="1">
                          <a:solidFill>
                            <a:schemeClr val="tx1"/>
                          </a:solidFill>
                          <a:latin typeface="Arial" charset="0"/>
                          <a:ea typeface="楷体_GB2312" pitchFamily="49" charset="-122"/>
                        </a:defRPr>
                      </a:lvl4pPr>
                      <a:lvl5pPr marL="1543050">
                        <a:buClr>
                          <a:schemeClr val="accent2"/>
                        </a:buClr>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
                          <a:schemeClr val="tx1"/>
                        </a:buClr>
                        <a:buSzTx/>
                        <a:buFont typeface="Wingdings" pitchFamily="2" charset="2"/>
                        <a:buNone/>
                        <a:tabLst/>
                      </a:pPr>
                      <a:r>
                        <a:rPr kumimoji="1" lang="zh-CN" altLang="en-US" sz="1600" b="1" i="0" u="none" strike="noStrike" cap="none" normalizeH="0" baseline="0" smtClean="0">
                          <a:ln>
                            <a:noFill/>
                          </a:ln>
                          <a:solidFill>
                            <a:schemeClr val="tx1"/>
                          </a:solidFill>
                          <a:effectLst/>
                          <a:latin typeface="Arial" charset="0"/>
                          <a:ea typeface="楷体_GB2312" pitchFamily="49" charset="-122"/>
                        </a:rPr>
                        <a:t>星形</a:t>
                      </a:r>
                    </a:p>
                  </a:txBody>
                  <a:tcPr marL="0" marR="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marL="857250">
                        <a:buClr>
                          <a:schemeClr val="accent2"/>
                        </a:buClr>
                        <a:buSzPct val="65000"/>
                        <a:defRPr kumimoji="1" sz="2000" b="1">
                          <a:solidFill>
                            <a:schemeClr val="tx1"/>
                          </a:solidFill>
                          <a:latin typeface="Arial" charset="0"/>
                          <a:ea typeface="楷体_GB2312" pitchFamily="49" charset="-122"/>
                        </a:defRPr>
                      </a:lvl3pPr>
                      <a:lvl4pPr marL="1200150">
                        <a:buClr>
                          <a:schemeClr val="accent2"/>
                        </a:buClr>
                        <a:buSzPct val="85000"/>
                        <a:defRPr kumimoji="1" b="1">
                          <a:solidFill>
                            <a:schemeClr val="tx1"/>
                          </a:solidFill>
                          <a:latin typeface="Arial" charset="0"/>
                          <a:ea typeface="楷体_GB2312" pitchFamily="49" charset="-122"/>
                        </a:defRPr>
                      </a:lvl4pPr>
                      <a:lvl5pPr marL="1543050">
                        <a:buClr>
                          <a:schemeClr val="accent2"/>
                        </a:buClr>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
                          <a:schemeClr val="tx1"/>
                        </a:buClr>
                        <a:buSzTx/>
                        <a:buFont typeface="Wingdings" pitchFamily="2" charset="2"/>
                        <a:buNone/>
                        <a:tabLst/>
                      </a:pPr>
                      <a:r>
                        <a:rPr kumimoji="1" lang="en-US" altLang="zh-CN" sz="1600" b="1" i="0" u="none" strike="noStrike" cap="none" normalizeH="0" baseline="0" smtClean="0">
                          <a:ln>
                            <a:noFill/>
                          </a:ln>
                          <a:solidFill>
                            <a:schemeClr val="tx1"/>
                          </a:solidFill>
                          <a:effectLst/>
                          <a:latin typeface="Arial" charset="0"/>
                          <a:ea typeface="楷体_GB2312" pitchFamily="49" charset="-122"/>
                        </a:rPr>
                        <a:t>N-1</a:t>
                      </a: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marL="857250">
                        <a:buClr>
                          <a:schemeClr val="accent2"/>
                        </a:buClr>
                        <a:buSzPct val="65000"/>
                        <a:defRPr kumimoji="1" sz="2000" b="1">
                          <a:solidFill>
                            <a:schemeClr val="tx1"/>
                          </a:solidFill>
                          <a:latin typeface="Arial" charset="0"/>
                          <a:ea typeface="楷体_GB2312" pitchFamily="49" charset="-122"/>
                        </a:defRPr>
                      </a:lvl3pPr>
                      <a:lvl4pPr marL="1200150">
                        <a:buClr>
                          <a:schemeClr val="accent2"/>
                        </a:buClr>
                        <a:buSzPct val="85000"/>
                        <a:defRPr kumimoji="1" b="1">
                          <a:solidFill>
                            <a:schemeClr val="tx1"/>
                          </a:solidFill>
                          <a:latin typeface="Arial" charset="0"/>
                          <a:ea typeface="楷体_GB2312" pitchFamily="49" charset="-122"/>
                        </a:defRPr>
                      </a:lvl4pPr>
                      <a:lvl5pPr marL="1543050">
                        <a:buClr>
                          <a:schemeClr val="accent2"/>
                        </a:buClr>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
                          <a:schemeClr val="tx1"/>
                        </a:buClr>
                        <a:buSzTx/>
                        <a:buFont typeface="Wingdings" pitchFamily="2" charset="2"/>
                        <a:buNone/>
                        <a:tabLst/>
                      </a:pPr>
                      <a:r>
                        <a:rPr kumimoji="1" lang="zh-CN" altLang="en-US" sz="1600" b="1" i="0" u="none" strike="noStrike" cap="none" normalizeH="0" baseline="0" smtClean="0">
                          <a:ln>
                            <a:noFill/>
                          </a:ln>
                          <a:solidFill>
                            <a:schemeClr val="tx1"/>
                          </a:solidFill>
                          <a:effectLst/>
                          <a:latin typeface="Arial" charset="0"/>
                          <a:ea typeface="楷体_GB2312" pitchFamily="49" charset="-122"/>
                        </a:rPr>
                        <a:t>2</a:t>
                      </a: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marL="857250">
                        <a:buClr>
                          <a:schemeClr val="accent2"/>
                        </a:buClr>
                        <a:buSzPct val="65000"/>
                        <a:defRPr kumimoji="1" sz="2000" b="1">
                          <a:solidFill>
                            <a:schemeClr val="tx1"/>
                          </a:solidFill>
                          <a:latin typeface="Arial" charset="0"/>
                          <a:ea typeface="楷体_GB2312" pitchFamily="49" charset="-122"/>
                        </a:defRPr>
                      </a:lvl3pPr>
                      <a:lvl4pPr marL="1200150">
                        <a:buClr>
                          <a:schemeClr val="accent2"/>
                        </a:buClr>
                        <a:buSzPct val="85000"/>
                        <a:defRPr kumimoji="1" b="1">
                          <a:solidFill>
                            <a:schemeClr val="tx1"/>
                          </a:solidFill>
                          <a:latin typeface="Arial" charset="0"/>
                          <a:ea typeface="楷体_GB2312" pitchFamily="49" charset="-122"/>
                        </a:defRPr>
                      </a:lvl4pPr>
                      <a:lvl5pPr marL="1543050">
                        <a:buClr>
                          <a:schemeClr val="accent2"/>
                        </a:buClr>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
                          <a:schemeClr val="tx1"/>
                        </a:buClr>
                        <a:buSzTx/>
                        <a:buFont typeface="Wingdings" pitchFamily="2" charset="2"/>
                        <a:buNone/>
                        <a:tabLst/>
                      </a:pPr>
                      <a:r>
                        <a:rPr kumimoji="1" lang="en-US" altLang="zh-CN" sz="1600" b="1" i="0" u="none" strike="noStrike" cap="none" normalizeH="0" baseline="0" smtClean="0">
                          <a:ln>
                            <a:noFill/>
                          </a:ln>
                          <a:solidFill>
                            <a:schemeClr val="tx1"/>
                          </a:solidFill>
                          <a:effectLst/>
                          <a:latin typeface="Arial" charset="0"/>
                          <a:ea typeface="楷体_GB2312" pitchFamily="49" charset="-122"/>
                        </a:rPr>
                        <a:t>N-1</a:t>
                      </a: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marL="857250">
                        <a:buClr>
                          <a:schemeClr val="accent2"/>
                        </a:buClr>
                        <a:buSzPct val="65000"/>
                        <a:defRPr kumimoji="1" sz="2000" b="1">
                          <a:solidFill>
                            <a:schemeClr val="tx1"/>
                          </a:solidFill>
                          <a:latin typeface="Arial" charset="0"/>
                          <a:ea typeface="楷体_GB2312" pitchFamily="49" charset="-122"/>
                        </a:defRPr>
                      </a:lvl3pPr>
                      <a:lvl4pPr marL="1200150">
                        <a:buClr>
                          <a:schemeClr val="accent2"/>
                        </a:buClr>
                        <a:buSzPct val="85000"/>
                        <a:defRPr kumimoji="1" b="1">
                          <a:solidFill>
                            <a:schemeClr val="tx1"/>
                          </a:solidFill>
                          <a:latin typeface="Arial" charset="0"/>
                          <a:ea typeface="楷体_GB2312" pitchFamily="49" charset="-122"/>
                        </a:defRPr>
                      </a:lvl4pPr>
                      <a:lvl5pPr marL="1543050">
                        <a:buClr>
                          <a:schemeClr val="accent2"/>
                        </a:buClr>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
                          <a:schemeClr val="tx1"/>
                        </a:buClr>
                        <a:buSzTx/>
                        <a:buFont typeface="Wingdings" pitchFamily="2" charset="2"/>
                        <a:buNone/>
                        <a:tabLst/>
                      </a:pPr>
                      <a:r>
                        <a:rPr kumimoji="1" lang="en-US" altLang="zh-CN" sz="1600" b="1" i="0" u="none" strike="noStrike" cap="none" normalizeH="0" baseline="0" smtClean="0">
                          <a:ln>
                            <a:noFill/>
                          </a:ln>
                          <a:solidFill>
                            <a:schemeClr val="tx1"/>
                          </a:solidFill>
                          <a:effectLst/>
                          <a:latin typeface="Arial" charset="0"/>
                          <a:ea typeface="楷体_GB2312" pitchFamily="49" charset="-122"/>
                          <a:sym typeface="Symbol" pitchFamily="18" charset="2"/>
                        </a:rPr>
                        <a:t></a:t>
                      </a:r>
                      <a:r>
                        <a:rPr kumimoji="1" lang="en-US" altLang="zh-CN" sz="1600" b="1" i="0" u="none" strike="noStrike" cap="none" normalizeH="0" baseline="0" smtClean="0">
                          <a:ln>
                            <a:noFill/>
                          </a:ln>
                          <a:solidFill>
                            <a:schemeClr val="tx1"/>
                          </a:solidFill>
                          <a:effectLst/>
                          <a:latin typeface="Arial" charset="0"/>
                          <a:ea typeface="楷体_GB2312" pitchFamily="49" charset="-122"/>
                        </a:rPr>
                        <a:t>N/2</a:t>
                      </a:r>
                      <a:r>
                        <a:rPr kumimoji="1" lang="en-US" altLang="zh-CN" sz="1600" b="1" i="0" u="none" strike="noStrike" cap="none" normalizeH="0" baseline="0" smtClean="0">
                          <a:ln>
                            <a:noFill/>
                          </a:ln>
                          <a:solidFill>
                            <a:schemeClr val="tx1"/>
                          </a:solidFill>
                          <a:effectLst/>
                          <a:latin typeface="Arial" charset="0"/>
                          <a:ea typeface="楷体_GB2312" pitchFamily="49" charset="-122"/>
                          <a:sym typeface="Symbol" pitchFamily="18" charset="2"/>
                        </a:rPr>
                        <a:t></a:t>
                      </a:r>
                      <a:endParaRPr kumimoji="1" lang="zh-CN" altLang="en-US" sz="1600" b="1" i="0" u="none" strike="noStrike" cap="none" normalizeH="0" baseline="0" smtClean="0">
                        <a:ln>
                          <a:noFill/>
                        </a:ln>
                        <a:solidFill>
                          <a:schemeClr val="tx1"/>
                        </a:solidFill>
                        <a:effectLst/>
                        <a:latin typeface="Arial" charset="0"/>
                        <a:ea typeface="楷体_GB2312" pitchFamily="49" charset="-122"/>
                        <a:sym typeface="Symbol" pitchFamily="18" charset="2"/>
                      </a:endParaRP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marL="857250">
                        <a:buClr>
                          <a:schemeClr val="accent2"/>
                        </a:buClr>
                        <a:buSzPct val="65000"/>
                        <a:defRPr kumimoji="1" sz="2000" b="1">
                          <a:solidFill>
                            <a:schemeClr val="tx1"/>
                          </a:solidFill>
                          <a:latin typeface="Arial" charset="0"/>
                          <a:ea typeface="楷体_GB2312" pitchFamily="49" charset="-122"/>
                        </a:defRPr>
                      </a:lvl3pPr>
                      <a:lvl4pPr marL="1200150">
                        <a:buClr>
                          <a:schemeClr val="accent2"/>
                        </a:buClr>
                        <a:buSzPct val="85000"/>
                        <a:defRPr kumimoji="1" b="1">
                          <a:solidFill>
                            <a:schemeClr val="tx1"/>
                          </a:solidFill>
                          <a:latin typeface="Arial" charset="0"/>
                          <a:ea typeface="楷体_GB2312" pitchFamily="49" charset="-122"/>
                        </a:defRPr>
                      </a:lvl4pPr>
                      <a:lvl5pPr marL="1543050">
                        <a:buClr>
                          <a:schemeClr val="accent2"/>
                        </a:buClr>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
                          <a:schemeClr val="tx1"/>
                        </a:buClr>
                        <a:buSzTx/>
                        <a:buFont typeface="Wingdings" pitchFamily="2" charset="2"/>
                        <a:buNone/>
                        <a:tabLst/>
                      </a:pPr>
                      <a:r>
                        <a:rPr kumimoji="1" lang="zh-CN" altLang="en-US" sz="1600" b="1" i="0" u="none" strike="noStrike" cap="none" normalizeH="0" baseline="0" smtClean="0">
                          <a:ln>
                            <a:noFill/>
                          </a:ln>
                          <a:solidFill>
                            <a:schemeClr val="tx1"/>
                          </a:solidFill>
                          <a:effectLst/>
                          <a:latin typeface="Arial" charset="0"/>
                          <a:ea typeface="楷体_GB2312" pitchFamily="49" charset="-122"/>
                        </a:rPr>
                        <a:t>非</a:t>
                      </a: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marL="857250">
                        <a:buClr>
                          <a:schemeClr val="accent2"/>
                        </a:buClr>
                        <a:buSzPct val="65000"/>
                        <a:defRPr kumimoji="1" sz="2000" b="1">
                          <a:solidFill>
                            <a:schemeClr val="tx1"/>
                          </a:solidFill>
                          <a:latin typeface="Arial" charset="0"/>
                          <a:ea typeface="楷体_GB2312" pitchFamily="49" charset="-122"/>
                        </a:defRPr>
                      </a:lvl3pPr>
                      <a:lvl4pPr marL="1200150">
                        <a:buClr>
                          <a:schemeClr val="accent2"/>
                        </a:buClr>
                        <a:buSzPct val="85000"/>
                        <a:defRPr kumimoji="1" b="1">
                          <a:solidFill>
                            <a:schemeClr val="tx1"/>
                          </a:solidFill>
                          <a:latin typeface="Arial" charset="0"/>
                          <a:ea typeface="楷体_GB2312" pitchFamily="49" charset="-122"/>
                        </a:defRPr>
                      </a:lvl4pPr>
                      <a:lvl5pPr marL="1543050">
                        <a:buClr>
                          <a:schemeClr val="accent2"/>
                        </a:buClr>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
                          <a:schemeClr val="tx1"/>
                        </a:buClr>
                        <a:buSzTx/>
                        <a:buFont typeface="Wingdings" pitchFamily="2" charset="2"/>
                        <a:buNone/>
                        <a:tabLst/>
                      </a:pPr>
                      <a:r>
                        <a:rPr kumimoji="1" lang="en-US" altLang="zh-CN" sz="1600" b="1" i="0" u="none" strike="noStrike" cap="none" normalizeH="0" baseline="0" dirty="0" smtClean="0">
                          <a:ln>
                            <a:noFill/>
                          </a:ln>
                          <a:solidFill>
                            <a:schemeClr val="tx1"/>
                          </a:solidFill>
                          <a:effectLst/>
                          <a:latin typeface="Arial" charset="0"/>
                          <a:ea typeface="楷体_GB2312" pitchFamily="49" charset="-122"/>
                        </a:rPr>
                        <a:t>N</a:t>
                      </a:r>
                      <a:r>
                        <a:rPr kumimoji="1" lang="zh-CN" altLang="en-US" sz="1600" b="1" i="0" u="none" strike="noStrike" cap="none" normalizeH="0" baseline="0" dirty="0" smtClean="0">
                          <a:ln>
                            <a:noFill/>
                          </a:ln>
                          <a:solidFill>
                            <a:schemeClr val="tx1"/>
                          </a:solidFill>
                          <a:effectLst/>
                          <a:latin typeface="Arial" charset="0"/>
                          <a:ea typeface="楷体_GB2312" pitchFamily="49" charset="-122"/>
                        </a:rPr>
                        <a:t>个节点</a:t>
                      </a:r>
                    </a:p>
                  </a:txBody>
                  <a:tcPr marL="0" marR="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07920">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marL="857250">
                        <a:buClr>
                          <a:schemeClr val="accent2"/>
                        </a:buClr>
                        <a:buSzPct val="65000"/>
                        <a:defRPr kumimoji="1" sz="2000" b="1">
                          <a:solidFill>
                            <a:schemeClr val="tx1"/>
                          </a:solidFill>
                          <a:latin typeface="Arial" charset="0"/>
                          <a:ea typeface="楷体_GB2312" pitchFamily="49" charset="-122"/>
                        </a:defRPr>
                      </a:lvl3pPr>
                      <a:lvl4pPr marL="1200150">
                        <a:buClr>
                          <a:schemeClr val="accent2"/>
                        </a:buClr>
                        <a:buSzPct val="85000"/>
                        <a:defRPr kumimoji="1" b="1">
                          <a:solidFill>
                            <a:schemeClr val="tx1"/>
                          </a:solidFill>
                          <a:latin typeface="Arial" charset="0"/>
                          <a:ea typeface="楷体_GB2312" pitchFamily="49" charset="-122"/>
                        </a:defRPr>
                      </a:lvl4pPr>
                      <a:lvl5pPr marL="1543050">
                        <a:buClr>
                          <a:schemeClr val="accent2"/>
                        </a:buClr>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
                          <a:schemeClr val="tx1"/>
                        </a:buClr>
                        <a:buSzTx/>
                        <a:buFont typeface="Wingdings" pitchFamily="2" charset="2"/>
                        <a:buNone/>
                        <a:tabLst/>
                      </a:pPr>
                      <a:r>
                        <a:rPr kumimoji="1" lang="zh-CN" altLang="en-US" sz="1600" b="1" i="0" u="none" strike="noStrike" cap="none" normalizeH="0" baseline="0" dirty="0" smtClean="0">
                          <a:ln>
                            <a:noFill/>
                          </a:ln>
                          <a:solidFill>
                            <a:schemeClr val="tx1"/>
                          </a:solidFill>
                          <a:effectLst/>
                          <a:latin typeface="Arial" charset="0"/>
                          <a:ea typeface="楷体_GB2312" pitchFamily="49" charset="-122"/>
                        </a:rPr>
                        <a:t>2</a:t>
                      </a:r>
                      <a:r>
                        <a:rPr kumimoji="1" lang="en-US" altLang="zh-CN" sz="1600" b="1" i="0" u="none" strike="noStrike" cap="none" normalizeH="0" baseline="0" dirty="0" smtClean="0">
                          <a:ln>
                            <a:noFill/>
                          </a:ln>
                          <a:solidFill>
                            <a:schemeClr val="tx1"/>
                          </a:solidFill>
                          <a:effectLst/>
                          <a:latin typeface="Arial" charset="0"/>
                          <a:ea typeface="楷体_GB2312" pitchFamily="49" charset="-122"/>
                        </a:rPr>
                        <a:t>D</a:t>
                      </a:r>
                      <a:r>
                        <a:rPr kumimoji="1" lang="zh-CN" altLang="en-US" sz="1600" b="1" i="0" u="none" strike="noStrike" cap="none" normalizeH="0" baseline="0" dirty="0" smtClean="0">
                          <a:ln>
                            <a:noFill/>
                          </a:ln>
                          <a:solidFill>
                            <a:schemeClr val="tx1"/>
                          </a:solidFill>
                          <a:effectLst/>
                          <a:latin typeface="Arial" charset="0"/>
                          <a:ea typeface="楷体_GB2312" pitchFamily="49" charset="-122"/>
                        </a:rPr>
                        <a:t>网格</a:t>
                      </a:r>
                    </a:p>
                  </a:txBody>
                  <a:tcPr marL="0" marR="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marL="857250">
                        <a:buClr>
                          <a:schemeClr val="accent2"/>
                        </a:buClr>
                        <a:buSzPct val="65000"/>
                        <a:defRPr kumimoji="1" sz="2000" b="1">
                          <a:solidFill>
                            <a:schemeClr val="tx1"/>
                          </a:solidFill>
                          <a:latin typeface="Arial" charset="0"/>
                          <a:ea typeface="楷体_GB2312" pitchFamily="49" charset="-122"/>
                        </a:defRPr>
                      </a:lvl3pPr>
                      <a:lvl4pPr marL="1200150">
                        <a:buClr>
                          <a:schemeClr val="accent2"/>
                        </a:buClr>
                        <a:buSzPct val="85000"/>
                        <a:defRPr kumimoji="1" b="1">
                          <a:solidFill>
                            <a:schemeClr val="tx1"/>
                          </a:solidFill>
                          <a:latin typeface="Arial" charset="0"/>
                          <a:ea typeface="楷体_GB2312" pitchFamily="49" charset="-122"/>
                        </a:defRPr>
                      </a:lvl4pPr>
                      <a:lvl5pPr marL="1543050">
                        <a:buClr>
                          <a:schemeClr val="accent2"/>
                        </a:buClr>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
                          <a:schemeClr val="tx1"/>
                        </a:buClr>
                        <a:buSzTx/>
                        <a:buFont typeface="Wingdings" pitchFamily="2" charset="2"/>
                        <a:buNone/>
                        <a:tabLst/>
                      </a:pPr>
                      <a:r>
                        <a:rPr kumimoji="1" lang="zh-CN" altLang="en-US" sz="1600" b="1" i="0" u="none" strike="noStrike" cap="none" normalizeH="0" baseline="0" dirty="0" smtClean="0">
                          <a:ln>
                            <a:noFill/>
                          </a:ln>
                          <a:solidFill>
                            <a:schemeClr val="tx1"/>
                          </a:solidFill>
                          <a:effectLst/>
                          <a:latin typeface="Arial" charset="0"/>
                          <a:ea typeface="楷体_GB2312" pitchFamily="49" charset="-122"/>
                        </a:rPr>
                        <a:t>4</a:t>
                      </a: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marL="857250">
                        <a:buClr>
                          <a:schemeClr val="accent2"/>
                        </a:buClr>
                        <a:buSzPct val="65000"/>
                        <a:defRPr kumimoji="1" sz="2000" b="1">
                          <a:solidFill>
                            <a:schemeClr val="tx1"/>
                          </a:solidFill>
                          <a:latin typeface="Arial" charset="0"/>
                          <a:ea typeface="楷体_GB2312" pitchFamily="49" charset="-122"/>
                        </a:defRPr>
                      </a:lvl3pPr>
                      <a:lvl4pPr marL="1200150">
                        <a:buClr>
                          <a:schemeClr val="accent2"/>
                        </a:buClr>
                        <a:buSzPct val="85000"/>
                        <a:defRPr kumimoji="1" b="1">
                          <a:solidFill>
                            <a:schemeClr val="tx1"/>
                          </a:solidFill>
                          <a:latin typeface="Arial" charset="0"/>
                          <a:ea typeface="楷体_GB2312" pitchFamily="49" charset="-122"/>
                        </a:defRPr>
                      </a:lvl4pPr>
                      <a:lvl5pPr marL="1543050">
                        <a:buClr>
                          <a:schemeClr val="accent2"/>
                        </a:buClr>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
                          <a:schemeClr val="tx1"/>
                        </a:buClr>
                        <a:buSzTx/>
                        <a:buFont typeface="Wingdings" pitchFamily="2" charset="2"/>
                        <a:buNone/>
                        <a:tabLst/>
                      </a:pPr>
                      <a:r>
                        <a:rPr kumimoji="1" lang="zh-CN" altLang="en-US" sz="1600" b="1" i="0" u="none" strike="noStrike" cap="none" normalizeH="0" baseline="0" smtClean="0">
                          <a:ln>
                            <a:noFill/>
                          </a:ln>
                          <a:solidFill>
                            <a:schemeClr val="tx1"/>
                          </a:solidFill>
                          <a:effectLst/>
                          <a:latin typeface="Arial" charset="0"/>
                          <a:ea typeface="楷体_GB2312" pitchFamily="49" charset="-122"/>
                        </a:rPr>
                        <a:t>2(</a:t>
                      </a:r>
                      <a:r>
                        <a:rPr kumimoji="1" lang="en-US" altLang="zh-CN" sz="1600" b="1" i="0" u="none" strike="noStrike" cap="none" normalizeH="0" baseline="0" smtClean="0">
                          <a:ln>
                            <a:noFill/>
                          </a:ln>
                          <a:solidFill>
                            <a:schemeClr val="tx1"/>
                          </a:solidFill>
                          <a:effectLst/>
                          <a:latin typeface="Arial" charset="0"/>
                          <a:ea typeface="楷体_GB2312" pitchFamily="49" charset="-122"/>
                        </a:rPr>
                        <a:t>r-1)</a:t>
                      </a: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marL="857250">
                        <a:buClr>
                          <a:schemeClr val="accent2"/>
                        </a:buClr>
                        <a:buSzPct val="65000"/>
                        <a:defRPr kumimoji="1" sz="2000" b="1">
                          <a:solidFill>
                            <a:schemeClr val="tx1"/>
                          </a:solidFill>
                          <a:latin typeface="Arial" charset="0"/>
                          <a:ea typeface="楷体_GB2312" pitchFamily="49" charset="-122"/>
                        </a:defRPr>
                      </a:lvl3pPr>
                      <a:lvl4pPr marL="1200150">
                        <a:buClr>
                          <a:schemeClr val="accent2"/>
                        </a:buClr>
                        <a:buSzPct val="85000"/>
                        <a:defRPr kumimoji="1" b="1">
                          <a:solidFill>
                            <a:schemeClr val="tx1"/>
                          </a:solidFill>
                          <a:latin typeface="Arial" charset="0"/>
                          <a:ea typeface="楷体_GB2312" pitchFamily="49" charset="-122"/>
                        </a:defRPr>
                      </a:lvl4pPr>
                      <a:lvl5pPr marL="1543050">
                        <a:buClr>
                          <a:schemeClr val="accent2"/>
                        </a:buClr>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
                          <a:schemeClr val="tx1"/>
                        </a:buClr>
                        <a:buSzTx/>
                        <a:buFont typeface="Wingdings" pitchFamily="2" charset="2"/>
                        <a:buNone/>
                        <a:tabLst/>
                      </a:pPr>
                      <a:r>
                        <a:rPr kumimoji="1" lang="zh-CN" altLang="en-US" sz="1600" b="1" i="0" u="none" strike="noStrike" cap="none" normalizeH="0" baseline="0" smtClean="0">
                          <a:ln>
                            <a:noFill/>
                          </a:ln>
                          <a:solidFill>
                            <a:schemeClr val="tx1"/>
                          </a:solidFill>
                          <a:effectLst/>
                          <a:latin typeface="Arial" charset="0"/>
                          <a:ea typeface="楷体_GB2312" pitchFamily="49" charset="-122"/>
                        </a:rPr>
                        <a:t>2</a:t>
                      </a:r>
                      <a:r>
                        <a:rPr kumimoji="1" lang="en-US" altLang="zh-CN" sz="1600" b="1" i="0" u="none" strike="noStrike" cap="none" normalizeH="0" baseline="0" smtClean="0">
                          <a:ln>
                            <a:noFill/>
                          </a:ln>
                          <a:solidFill>
                            <a:schemeClr val="tx1"/>
                          </a:solidFill>
                          <a:effectLst/>
                          <a:latin typeface="Arial" charset="0"/>
                          <a:ea typeface="楷体_GB2312" pitchFamily="49" charset="-122"/>
                        </a:rPr>
                        <a:t>N-2r</a:t>
                      </a: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marL="857250">
                        <a:buClr>
                          <a:schemeClr val="accent2"/>
                        </a:buClr>
                        <a:buSzPct val="65000"/>
                        <a:defRPr kumimoji="1" sz="2000" b="1">
                          <a:solidFill>
                            <a:schemeClr val="tx1"/>
                          </a:solidFill>
                          <a:latin typeface="Arial" charset="0"/>
                          <a:ea typeface="楷体_GB2312" pitchFamily="49" charset="-122"/>
                        </a:defRPr>
                      </a:lvl3pPr>
                      <a:lvl4pPr marL="1200150">
                        <a:buClr>
                          <a:schemeClr val="accent2"/>
                        </a:buClr>
                        <a:buSzPct val="85000"/>
                        <a:defRPr kumimoji="1" b="1">
                          <a:solidFill>
                            <a:schemeClr val="tx1"/>
                          </a:solidFill>
                          <a:latin typeface="Arial" charset="0"/>
                          <a:ea typeface="楷体_GB2312" pitchFamily="49" charset="-122"/>
                        </a:defRPr>
                      </a:lvl4pPr>
                      <a:lvl5pPr marL="1543050">
                        <a:buClr>
                          <a:schemeClr val="accent2"/>
                        </a:buClr>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
                          <a:schemeClr val="tx1"/>
                        </a:buClr>
                        <a:buSzTx/>
                        <a:buFont typeface="Wingdings" pitchFamily="2" charset="2"/>
                        <a:buNone/>
                        <a:tabLst/>
                      </a:pPr>
                      <a:r>
                        <a:rPr kumimoji="1" lang="en-US" altLang="zh-CN" sz="1600" b="1" i="0" u="none" strike="noStrike" cap="none" normalizeH="0" baseline="0" dirty="0" smtClean="0">
                          <a:ln>
                            <a:noFill/>
                          </a:ln>
                          <a:solidFill>
                            <a:schemeClr val="tx1"/>
                          </a:solidFill>
                          <a:effectLst/>
                          <a:latin typeface="Arial" charset="0"/>
                          <a:ea typeface="楷体_GB2312" pitchFamily="49" charset="-122"/>
                        </a:rPr>
                        <a:t>r</a:t>
                      </a: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marL="857250">
                        <a:buClr>
                          <a:schemeClr val="accent2"/>
                        </a:buClr>
                        <a:buSzPct val="65000"/>
                        <a:defRPr kumimoji="1" sz="2000" b="1">
                          <a:solidFill>
                            <a:schemeClr val="tx1"/>
                          </a:solidFill>
                          <a:latin typeface="Arial" charset="0"/>
                          <a:ea typeface="楷体_GB2312" pitchFamily="49" charset="-122"/>
                        </a:defRPr>
                      </a:lvl3pPr>
                      <a:lvl4pPr marL="1200150">
                        <a:buClr>
                          <a:schemeClr val="accent2"/>
                        </a:buClr>
                        <a:buSzPct val="85000"/>
                        <a:defRPr kumimoji="1" b="1">
                          <a:solidFill>
                            <a:schemeClr val="tx1"/>
                          </a:solidFill>
                          <a:latin typeface="Arial" charset="0"/>
                          <a:ea typeface="楷体_GB2312" pitchFamily="49" charset="-122"/>
                        </a:defRPr>
                      </a:lvl4pPr>
                      <a:lvl5pPr marL="1543050">
                        <a:buClr>
                          <a:schemeClr val="accent2"/>
                        </a:buClr>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
                          <a:schemeClr val="tx1"/>
                        </a:buClr>
                        <a:buSzTx/>
                        <a:buFont typeface="Wingdings" pitchFamily="2" charset="2"/>
                        <a:buNone/>
                        <a:tabLst/>
                      </a:pPr>
                      <a:r>
                        <a:rPr kumimoji="1" lang="zh-CN" altLang="en-US" sz="1600" b="1" i="0" u="none" strike="noStrike" cap="none" normalizeH="0" baseline="0" smtClean="0">
                          <a:ln>
                            <a:noFill/>
                          </a:ln>
                          <a:solidFill>
                            <a:schemeClr val="tx1"/>
                          </a:solidFill>
                          <a:effectLst/>
                          <a:latin typeface="Arial" charset="0"/>
                          <a:ea typeface="楷体_GB2312" pitchFamily="49" charset="-122"/>
                        </a:rPr>
                        <a:t>非</a:t>
                      </a: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marL="857250">
                        <a:buClr>
                          <a:schemeClr val="accent2"/>
                        </a:buClr>
                        <a:buSzPct val="65000"/>
                        <a:defRPr kumimoji="1" sz="2000" b="1">
                          <a:solidFill>
                            <a:schemeClr val="tx1"/>
                          </a:solidFill>
                          <a:latin typeface="Arial" charset="0"/>
                          <a:ea typeface="楷体_GB2312" pitchFamily="49" charset="-122"/>
                        </a:defRPr>
                      </a:lvl3pPr>
                      <a:lvl4pPr marL="1200150">
                        <a:buClr>
                          <a:schemeClr val="accent2"/>
                        </a:buClr>
                        <a:buSzPct val="85000"/>
                        <a:defRPr kumimoji="1" b="1">
                          <a:solidFill>
                            <a:schemeClr val="tx1"/>
                          </a:solidFill>
                          <a:latin typeface="Arial" charset="0"/>
                          <a:ea typeface="楷体_GB2312" pitchFamily="49" charset="-122"/>
                        </a:defRPr>
                      </a:lvl4pPr>
                      <a:lvl5pPr marL="1543050">
                        <a:buClr>
                          <a:schemeClr val="accent2"/>
                        </a:buClr>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
                          <a:schemeClr val="tx1"/>
                        </a:buClr>
                        <a:buSzTx/>
                        <a:buFont typeface="Wingdings" pitchFamily="2" charset="2"/>
                        <a:buNone/>
                        <a:tabLst/>
                      </a:pPr>
                      <a:r>
                        <a:rPr kumimoji="1" lang="en-US" altLang="zh-CN" sz="1600" b="1" i="0" u="none" strike="noStrike" cap="none" normalizeH="0" baseline="0" smtClean="0">
                          <a:ln>
                            <a:noFill/>
                          </a:ln>
                          <a:solidFill>
                            <a:schemeClr val="tx1"/>
                          </a:solidFill>
                          <a:effectLst/>
                          <a:latin typeface="Arial" charset="0"/>
                          <a:ea typeface="楷体_GB2312" pitchFamily="49" charset="-122"/>
                        </a:rPr>
                        <a:t> r×r</a:t>
                      </a:r>
                      <a:r>
                        <a:rPr kumimoji="1" lang="zh-CN" altLang="en-US" sz="1600" b="1" i="0" u="none" strike="noStrike" cap="none" normalizeH="0" baseline="0" smtClean="0">
                          <a:ln>
                            <a:noFill/>
                          </a:ln>
                          <a:solidFill>
                            <a:schemeClr val="tx1"/>
                          </a:solidFill>
                          <a:effectLst/>
                          <a:latin typeface="Arial" charset="0"/>
                          <a:ea typeface="楷体_GB2312" pitchFamily="49" charset="-122"/>
                        </a:rPr>
                        <a:t>网络，</a:t>
                      </a:r>
                      <a:endParaRPr kumimoji="1" lang="en-US" altLang="zh-CN" sz="1600" b="1" i="0" u="none" strike="noStrike" cap="none" normalizeH="0" baseline="0" smtClean="0">
                        <a:ln>
                          <a:noFill/>
                        </a:ln>
                        <a:solidFill>
                          <a:schemeClr val="tx1"/>
                        </a:solidFill>
                        <a:effectLst/>
                        <a:latin typeface="Arial" charset="0"/>
                        <a:ea typeface="楷体_GB2312" pitchFamily="49" charset="-122"/>
                      </a:endParaRPr>
                    </a:p>
                  </a:txBody>
                  <a:tcPr marL="0" marR="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09005">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marL="857250">
                        <a:buClr>
                          <a:schemeClr val="accent2"/>
                        </a:buClr>
                        <a:buSzPct val="65000"/>
                        <a:defRPr kumimoji="1" sz="2000" b="1">
                          <a:solidFill>
                            <a:schemeClr val="tx1"/>
                          </a:solidFill>
                          <a:latin typeface="Arial" charset="0"/>
                          <a:ea typeface="楷体_GB2312" pitchFamily="49" charset="-122"/>
                        </a:defRPr>
                      </a:lvl3pPr>
                      <a:lvl4pPr marL="1200150">
                        <a:buClr>
                          <a:schemeClr val="accent2"/>
                        </a:buClr>
                        <a:buSzPct val="85000"/>
                        <a:defRPr kumimoji="1" b="1">
                          <a:solidFill>
                            <a:schemeClr val="tx1"/>
                          </a:solidFill>
                          <a:latin typeface="Arial" charset="0"/>
                          <a:ea typeface="楷体_GB2312" pitchFamily="49" charset="-122"/>
                        </a:defRPr>
                      </a:lvl4pPr>
                      <a:lvl5pPr marL="1543050">
                        <a:buClr>
                          <a:schemeClr val="accent2"/>
                        </a:buClr>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
                          <a:schemeClr val="tx1"/>
                        </a:buClr>
                        <a:buSzTx/>
                        <a:buFont typeface="Wingdings" pitchFamily="2" charset="2"/>
                        <a:buNone/>
                        <a:tabLst/>
                      </a:pPr>
                      <a:r>
                        <a:rPr kumimoji="1" lang="en-US" altLang="zh-CN" sz="1600" b="1" i="0" u="none" strike="noStrike" cap="none" normalizeH="0" baseline="0" dirty="0" smtClean="0">
                          <a:ln>
                            <a:noFill/>
                          </a:ln>
                          <a:solidFill>
                            <a:schemeClr val="tx1"/>
                          </a:solidFill>
                          <a:effectLst/>
                          <a:latin typeface="Arial" charset="0"/>
                          <a:ea typeface="楷体_GB2312" pitchFamily="49" charset="-122"/>
                        </a:rPr>
                        <a:t>ILLIAC</a:t>
                      </a:r>
                      <a:r>
                        <a:rPr kumimoji="1" lang="zh-CN" altLang="en-US" sz="1600" b="1" i="0" u="none" strike="noStrike" cap="none" normalizeH="0" baseline="0" dirty="0" smtClean="0">
                          <a:ln>
                            <a:noFill/>
                          </a:ln>
                          <a:solidFill>
                            <a:schemeClr val="tx1"/>
                          </a:solidFill>
                          <a:effectLst/>
                          <a:latin typeface="Arial" charset="0"/>
                          <a:ea typeface="楷体_GB2312" pitchFamily="49" charset="-122"/>
                        </a:rPr>
                        <a:t>网</a:t>
                      </a:r>
                    </a:p>
                  </a:txBody>
                  <a:tcPr marL="0" marR="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marL="857250">
                        <a:buClr>
                          <a:schemeClr val="accent2"/>
                        </a:buClr>
                        <a:buSzPct val="65000"/>
                        <a:defRPr kumimoji="1" sz="2000" b="1">
                          <a:solidFill>
                            <a:schemeClr val="tx1"/>
                          </a:solidFill>
                          <a:latin typeface="Arial" charset="0"/>
                          <a:ea typeface="楷体_GB2312" pitchFamily="49" charset="-122"/>
                        </a:defRPr>
                      </a:lvl3pPr>
                      <a:lvl4pPr marL="1200150">
                        <a:buClr>
                          <a:schemeClr val="accent2"/>
                        </a:buClr>
                        <a:buSzPct val="85000"/>
                        <a:defRPr kumimoji="1" b="1">
                          <a:solidFill>
                            <a:schemeClr val="tx1"/>
                          </a:solidFill>
                          <a:latin typeface="Arial" charset="0"/>
                          <a:ea typeface="楷体_GB2312" pitchFamily="49" charset="-122"/>
                        </a:defRPr>
                      </a:lvl4pPr>
                      <a:lvl5pPr marL="1543050">
                        <a:buClr>
                          <a:schemeClr val="accent2"/>
                        </a:buClr>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
                          <a:schemeClr val="tx1"/>
                        </a:buClr>
                        <a:buSzTx/>
                        <a:buFont typeface="Wingdings" pitchFamily="2" charset="2"/>
                        <a:buNone/>
                        <a:tabLst/>
                      </a:pPr>
                      <a:r>
                        <a:rPr kumimoji="1" lang="zh-CN" altLang="en-US" sz="1600" b="1" i="0" u="none" strike="noStrike" cap="none" normalizeH="0" baseline="0" smtClean="0">
                          <a:ln>
                            <a:noFill/>
                          </a:ln>
                          <a:solidFill>
                            <a:schemeClr val="tx1"/>
                          </a:solidFill>
                          <a:effectLst/>
                          <a:latin typeface="Arial" charset="0"/>
                          <a:ea typeface="楷体_GB2312" pitchFamily="49" charset="-122"/>
                        </a:rPr>
                        <a:t>4</a:t>
                      </a: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marL="857250">
                        <a:buClr>
                          <a:schemeClr val="accent2"/>
                        </a:buClr>
                        <a:buSzPct val="65000"/>
                        <a:defRPr kumimoji="1" sz="2000" b="1">
                          <a:solidFill>
                            <a:schemeClr val="tx1"/>
                          </a:solidFill>
                          <a:latin typeface="Arial" charset="0"/>
                          <a:ea typeface="楷体_GB2312" pitchFamily="49" charset="-122"/>
                        </a:defRPr>
                      </a:lvl3pPr>
                      <a:lvl4pPr marL="1200150">
                        <a:buClr>
                          <a:schemeClr val="accent2"/>
                        </a:buClr>
                        <a:buSzPct val="85000"/>
                        <a:defRPr kumimoji="1" b="1">
                          <a:solidFill>
                            <a:schemeClr val="tx1"/>
                          </a:solidFill>
                          <a:latin typeface="Arial" charset="0"/>
                          <a:ea typeface="楷体_GB2312" pitchFamily="49" charset="-122"/>
                        </a:defRPr>
                      </a:lvl4pPr>
                      <a:lvl5pPr marL="1543050">
                        <a:buClr>
                          <a:schemeClr val="accent2"/>
                        </a:buClr>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
                          <a:schemeClr val="tx1"/>
                        </a:buClr>
                        <a:buSzTx/>
                        <a:buFont typeface="Wingdings" pitchFamily="2" charset="2"/>
                        <a:buNone/>
                        <a:tabLst/>
                      </a:pPr>
                      <a:r>
                        <a:rPr kumimoji="1" lang="en-US" altLang="zh-CN" sz="1600" b="1" i="0" u="none" strike="noStrike" cap="none" normalizeH="0" baseline="0" smtClean="0">
                          <a:ln>
                            <a:noFill/>
                          </a:ln>
                          <a:solidFill>
                            <a:schemeClr val="tx1"/>
                          </a:solidFill>
                          <a:effectLst/>
                          <a:latin typeface="Arial" charset="0"/>
                          <a:ea typeface="楷体_GB2312" pitchFamily="49" charset="-122"/>
                        </a:rPr>
                        <a:t>r-1</a:t>
                      </a: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marL="857250">
                        <a:buClr>
                          <a:schemeClr val="accent2"/>
                        </a:buClr>
                        <a:buSzPct val="65000"/>
                        <a:defRPr kumimoji="1" sz="2000" b="1">
                          <a:solidFill>
                            <a:schemeClr val="tx1"/>
                          </a:solidFill>
                          <a:latin typeface="Arial" charset="0"/>
                          <a:ea typeface="楷体_GB2312" pitchFamily="49" charset="-122"/>
                        </a:defRPr>
                      </a:lvl3pPr>
                      <a:lvl4pPr marL="1200150">
                        <a:buClr>
                          <a:schemeClr val="accent2"/>
                        </a:buClr>
                        <a:buSzPct val="85000"/>
                        <a:defRPr kumimoji="1" b="1">
                          <a:solidFill>
                            <a:schemeClr val="tx1"/>
                          </a:solidFill>
                          <a:latin typeface="Arial" charset="0"/>
                          <a:ea typeface="楷体_GB2312" pitchFamily="49" charset="-122"/>
                        </a:defRPr>
                      </a:lvl4pPr>
                      <a:lvl5pPr marL="1543050">
                        <a:buClr>
                          <a:schemeClr val="accent2"/>
                        </a:buClr>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
                          <a:schemeClr val="tx1"/>
                        </a:buClr>
                        <a:buSzTx/>
                        <a:buFont typeface="Wingdings" pitchFamily="2" charset="2"/>
                        <a:buNone/>
                        <a:tabLst/>
                      </a:pPr>
                      <a:r>
                        <a:rPr kumimoji="1" lang="zh-CN" altLang="en-US" sz="1600" b="1" i="0" u="none" strike="noStrike" cap="none" normalizeH="0" baseline="0" smtClean="0">
                          <a:ln>
                            <a:noFill/>
                          </a:ln>
                          <a:solidFill>
                            <a:schemeClr val="tx1"/>
                          </a:solidFill>
                          <a:effectLst/>
                          <a:latin typeface="Arial" charset="0"/>
                          <a:ea typeface="楷体_GB2312" pitchFamily="49" charset="-122"/>
                        </a:rPr>
                        <a:t>2</a:t>
                      </a:r>
                      <a:r>
                        <a:rPr kumimoji="1" lang="en-US" altLang="zh-CN" sz="1600" b="1" i="0" u="none" strike="noStrike" cap="none" normalizeH="0" baseline="0" smtClean="0">
                          <a:ln>
                            <a:noFill/>
                          </a:ln>
                          <a:solidFill>
                            <a:schemeClr val="tx1"/>
                          </a:solidFill>
                          <a:effectLst/>
                          <a:latin typeface="Arial" charset="0"/>
                          <a:ea typeface="楷体_GB2312" pitchFamily="49" charset="-122"/>
                        </a:rPr>
                        <a:t>N</a:t>
                      </a: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marL="857250">
                        <a:buClr>
                          <a:schemeClr val="accent2"/>
                        </a:buClr>
                        <a:buSzPct val="65000"/>
                        <a:defRPr kumimoji="1" sz="2000" b="1">
                          <a:solidFill>
                            <a:schemeClr val="tx1"/>
                          </a:solidFill>
                          <a:latin typeface="Arial" charset="0"/>
                          <a:ea typeface="楷体_GB2312" pitchFamily="49" charset="-122"/>
                        </a:defRPr>
                      </a:lvl3pPr>
                      <a:lvl4pPr marL="1200150">
                        <a:buClr>
                          <a:schemeClr val="accent2"/>
                        </a:buClr>
                        <a:buSzPct val="85000"/>
                        <a:defRPr kumimoji="1" b="1">
                          <a:solidFill>
                            <a:schemeClr val="tx1"/>
                          </a:solidFill>
                          <a:latin typeface="Arial" charset="0"/>
                          <a:ea typeface="楷体_GB2312" pitchFamily="49" charset="-122"/>
                        </a:defRPr>
                      </a:lvl4pPr>
                      <a:lvl5pPr marL="1543050">
                        <a:buClr>
                          <a:schemeClr val="accent2"/>
                        </a:buClr>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
                          <a:schemeClr val="tx1"/>
                        </a:buClr>
                        <a:buSzTx/>
                        <a:buFont typeface="Wingdings" pitchFamily="2" charset="2"/>
                        <a:buNone/>
                        <a:tabLst/>
                      </a:pPr>
                      <a:r>
                        <a:rPr kumimoji="1" lang="zh-CN" altLang="en-US" sz="1600" b="1" i="0" u="none" strike="noStrike" cap="none" normalizeH="0" baseline="0" smtClean="0">
                          <a:ln>
                            <a:noFill/>
                          </a:ln>
                          <a:solidFill>
                            <a:schemeClr val="tx1"/>
                          </a:solidFill>
                          <a:effectLst/>
                          <a:latin typeface="Arial" charset="0"/>
                          <a:ea typeface="楷体_GB2312" pitchFamily="49" charset="-122"/>
                        </a:rPr>
                        <a:t>2</a:t>
                      </a:r>
                      <a:r>
                        <a:rPr kumimoji="1" lang="en-US" altLang="zh-CN" sz="1600" b="1" i="0" u="none" strike="noStrike" cap="none" normalizeH="0" baseline="0" smtClean="0">
                          <a:ln>
                            <a:noFill/>
                          </a:ln>
                          <a:solidFill>
                            <a:schemeClr val="tx1"/>
                          </a:solidFill>
                          <a:effectLst/>
                          <a:latin typeface="Arial" charset="0"/>
                          <a:ea typeface="楷体_GB2312" pitchFamily="49" charset="-122"/>
                        </a:rPr>
                        <a:t>r</a:t>
                      </a: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marL="857250">
                        <a:buClr>
                          <a:schemeClr val="accent2"/>
                        </a:buClr>
                        <a:buSzPct val="65000"/>
                        <a:defRPr kumimoji="1" sz="2000" b="1">
                          <a:solidFill>
                            <a:schemeClr val="tx1"/>
                          </a:solidFill>
                          <a:latin typeface="Arial" charset="0"/>
                          <a:ea typeface="楷体_GB2312" pitchFamily="49" charset="-122"/>
                        </a:defRPr>
                      </a:lvl3pPr>
                      <a:lvl4pPr marL="1200150">
                        <a:buClr>
                          <a:schemeClr val="accent2"/>
                        </a:buClr>
                        <a:buSzPct val="85000"/>
                        <a:defRPr kumimoji="1" b="1">
                          <a:solidFill>
                            <a:schemeClr val="tx1"/>
                          </a:solidFill>
                          <a:latin typeface="Arial" charset="0"/>
                          <a:ea typeface="楷体_GB2312" pitchFamily="49" charset="-122"/>
                        </a:defRPr>
                      </a:lvl4pPr>
                      <a:lvl5pPr marL="1543050">
                        <a:buClr>
                          <a:schemeClr val="accent2"/>
                        </a:buClr>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
                          <a:schemeClr val="tx1"/>
                        </a:buClr>
                        <a:buSzTx/>
                        <a:buFont typeface="Wingdings" pitchFamily="2" charset="2"/>
                        <a:buNone/>
                        <a:tabLst/>
                      </a:pPr>
                      <a:r>
                        <a:rPr kumimoji="1" lang="zh-CN" altLang="en-US" sz="1600" b="1" i="0" u="none" strike="noStrike" cap="none" normalizeH="0" baseline="0" smtClean="0">
                          <a:ln>
                            <a:noFill/>
                          </a:ln>
                          <a:solidFill>
                            <a:schemeClr val="tx1"/>
                          </a:solidFill>
                          <a:effectLst/>
                          <a:latin typeface="Arial" charset="0"/>
                          <a:ea typeface="楷体_GB2312" pitchFamily="49" charset="-122"/>
                        </a:rPr>
                        <a:t>非</a:t>
                      </a: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marL="857250">
                        <a:buClr>
                          <a:schemeClr val="accent2"/>
                        </a:buClr>
                        <a:buSzPct val="65000"/>
                        <a:defRPr kumimoji="1" sz="2000" b="1">
                          <a:solidFill>
                            <a:schemeClr val="tx1"/>
                          </a:solidFill>
                          <a:latin typeface="Arial" charset="0"/>
                          <a:ea typeface="楷体_GB2312" pitchFamily="49" charset="-122"/>
                        </a:defRPr>
                      </a:lvl3pPr>
                      <a:lvl4pPr marL="1200150">
                        <a:buClr>
                          <a:schemeClr val="accent2"/>
                        </a:buClr>
                        <a:buSzPct val="85000"/>
                        <a:defRPr kumimoji="1" b="1">
                          <a:solidFill>
                            <a:schemeClr val="tx1"/>
                          </a:solidFill>
                          <a:latin typeface="Arial" charset="0"/>
                          <a:ea typeface="楷体_GB2312" pitchFamily="49" charset="-122"/>
                        </a:defRPr>
                      </a:lvl4pPr>
                      <a:lvl5pPr marL="1543050">
                        <a:buClr>
                          <a:schemeClr val="accent2"/>
                        </a:buClr>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
                          <a:schemeClr val="tx1"/>
                        </a:buClr>
                        <a:buSzTx/>
                        <a:buFont typeface="Wingdings" pitchFamily="2" charset="2"/>
                        <a:buNone/>
                        <a:tabLst/>
                      </a:pPr>
                      <a:r>
                        <a:rPr kumimoji="1" lang="en-US" altLang="zh-CN" sz="1600" b="1" i="0" u="none" strike="noStrike" cap="none" normalizeH="0" baseline="0" dirty="0" smtClean="0">
                          <a:ln>
                            <a:noFill/>
                          </a:ln>
                          <a:solidFill>
                            <a:schemeClr val="tx1"/>
                          </a:solidFill>
                          <a:effectLst/>
                          <a:latin typeface="Arial" charset="0"/>
                          <a:ea typeface="楷体_GB2312" pitchFamily="49" charset="-122"/>
                        </a:rPr>
                        <a:t> </a:t>
                      </a:r>
                      <a:r>
                        <a:rPr kumimoji="1" lang="en-US" altLang="zh-CN" sz="1600" b="1" i="0" u="none" strike="noStrike" cap="none" normalizeH="0" baseline="0" dirty="0" err="1" smtClean="0">
                          <a:ln>
                            <a:noFill/>
                          </a:ln>
                          <a:solidFill>
                            <a:schemeClr val="tx1"/>
                          </a:solidFill>
                          <a:effectLst/>
                          <a:latin typeface="Arial" charset="0"/>
                          <a:ea typeface="楷体_GB2312" pitchFamily="49" charset="-122"/>
                        </a:rPr>
                        <a:t>r×r</a:t>
                      </a:r>
                      <a:r>
                        <a:rPr kumimoji="1" lang="zh-CN" altLang="en-US" sz="1600" b="1" i="0" u="none" strike="noStrike" cap="none" normalizeH="0" baseline="0" dirty="0" smtClean="0">
                          <a:ln>
                            <a:noFill/>
                          </a:ln>
                          <a:solidFill>
                            <a:schemeClr val="tx1"/>
                          </a:solidFill>
                          <a:effectLst/>
                          <a:latin typeface="Arial" charset="0"/>
                          <a:ea typeface="楷体_GB2312" pitchFamily="49" charset="-122"/>
                        </a:rPr>
                        <a:t>网络，</a:t>
                      </a:r>
                    </a:p>
                  </a:txBody>
                  <a:tcPr marL="0" marR="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07920">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marL="857250">
                        <a:buClr>
                          <a:schemeClr val="accent2"/>
                        </a:buClr>
                        <a:buSzPct val="65000"/>
                        <a:defRPr kumimoji="1" sz="2000" b="1">
                          <a:solidFill>
                            <a:schemeClr val="tx1"/>
                          </a:solidFill>
                          <a:latin typeface="Arial" charset="0"/>
                          <a:ea typeface="楷体_GB2312" pitchFamily="49" charset="-122"/>
                        </a:defRPr>
                      </a:lvl3pPr>
                      <a:lvl4pPr marL="1200150">
                        <a:buClr>
                          <a:schemeClr val="accent2"/>
                        </a:buClr>
                        <a:buSzPct val="85000"/>
                        <a:defRPr kumimoji="1" b="1">
                          <a:solidFill>
                            <a:schemeClr val="tx1"/>
                          </a:solidFill>
                          <a:latin typeface="Arial" charset="0"/>
                          <a:ea typeface="楷体_GB2312" pitchFamily="49" charset="-122"/>
                        </a:defRPr>
                      </a:lvl4pPr>
                      <a:lvl5pPr marL="1543050">
                        <a:buClr>
                          <a:schemeClr val="accent2"/>
                        </a:buClr>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
                          <a:schemeClr val="tx1"/>
                        </a:buClr>
                        <a:buSzTx/>
                        <a:buFont typeface="Wingdings" pitchFamily="2" charset="2"/>
                        <a:buNone/>
                        <a:tabLst/>
                      </a:pPr>
                      <a:r>
                        <a:rPr kumimoji="1" lang="zh-CN" altLang="en-US" sz="1600" b="1" i="0" u="none" strike="noStrike" cap="none" normalizeH="0" baseline="0" smtClean="0">
                          <a:ln>
                            <a:noFill/>
                          </a:ln>
                          <a:solidFill>
                            <a:schemeClr val="tx1"/>
                          </a:solidFill>
                          <a:effectLst/>
                          <a:latin typeface="Arial" charset="0"/>
                          <a:ea typeface="楷体_GB2312" pitchFamily="49" charset="-122"/>
                        </a:rPr>
                        <a:t>2</a:t>
                      </a:r>
                      <a:r>
                        <a:rPr kumimoji="1" lang="en-US" altLang="zh-CN" sz="1600" b="1" i="0" u="none" strike="noStrike" cap="none" normalizeH="0" baseline="0" smtClean="0">
                          <a:ln>
                            <a:noFill/>
                          </a:ln>
                          <a:solidFill>
                            <a:schemeClr val="tx1"/>
                          </a:solidFill>
                          <a:effectLst/>
                          <a:latin typeface="Arial" charset="0"/>
                          <a:ea typeface="楷体_GB2312" pitchFamily="49" charset="-122"/>
                        </a:rPr>
                        <a:t>D</a:t>
                      </a:r>
                      <a:r>
                        <a:rPr kumimoji="1" lang="zh-CN" altLang="en-US" sz="1600" b="1" i="0" u="none" strike="noStrike" cap="none" normalizeH="0" baseline="0" smtClean="0">
                          <a:ln>
                            <a:noFill/>
                          </a:ln>
                          <a:solidFill>
                            <a:schemeClr val="tx1"/>
                          </a:solidFill>
                          <a:effectLst/>
                          <a:latin typeface="Arial" charset="0"/>
                          <a:ea typeface="楷体_GB2312" pitchFamily="49" charset="-122"/>
                        </a:rPr>
                        <a:t>环网</a:t>
                      </a:r>
                    </a:p>
                  </a:txBody>
                  <a:tcPr marL="0" marR="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marL="857250">
                        <a:buClr>
                          <a:schemeClr val="accent2"/>
                        </a:buClr>
                        <a:buSzPct val="65000"/>
                        <a:defRPr kumimoji="1" sz="2000" b="1">
                          <a:solidFill>
                            <a:schemeClr val="tx1"/>
                          </a:solidFill>
                          <a:latin typeface="Arial" charset="0"/>
                          <a:ea typeface="楷体_GB2312" pitchFamily="49" charset="-122"/>
                        </a:defRPr>
                      </a:lvl3pPr>
                      <a:lvl4pPr marL="1200150">
                        <a:buClr>
                          <a:schemeClr val="accent2"/>
                        </a:buClr>
                        <a:buSzPct val="85000"/>
                        <a:defRPr kumimoji="1" b="1">
                          <a:solidFill>
                            <a:schemeClr val="tx1"/>
                          </a:solidFill>
                          <a:latin typeface="Arial" charset="0"/>
                          <a:ea typeface="楷体_GB2312" pitchFamily="49" charset="-122"/>
                        </a:defRPr>
                      </a:lvl4pPr>
                      <a:lvl5pPr marL="1543050">
                        <a:buClr>
                          <a:schemeClr val="accent2"/>
                        </a:buClr>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
                          <a:schemeClr val="tx1"/>
                        </a:buClr>
                        <a:buSzTx/>
                        <a:buFont typeface="Wingdings" pitchFamily="2" charset="2"/>
                        <a:buNone/>
                        <a:tabLst/>
                      </a:pPr>
                      <a:r>
                        <a:rPr kumimoji="1" lang="zh-CN" altLang="en-US" sz="1600" b="1" i="0" u="none" strike="noStrike" cap="none" normalizeH="0" baseline="0" smtClean="0">
                          <a:ln>
                            <a:noFill/>
                          </a:ln>
                          <a:solidFill>
                            <a:schemeClr val="tx1"/>
                          </a:solidFill>
                          <a:effectLst/>
                          <a:latin typeface="Arial" charset="0"/>
                          <a:ea typeface="楷体_GB2312" pitchFamily="49" charset="-122"/>
                        </a:rPr>
                        <a:t>4</a:t>
                      </a: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marL="857250">
                        <a:buClr>
                          <a:schemeClr val="accent2"/>
                        </a:buClr>
                        <a:buSzPct val="65000"/>
                        <a:defRPr kumimoji="1" sz="2000" b="1">
                          <a:solidFill>
                            <a:schemeClr val="tx1"/>
                          </a:solidFill>
                          <a:latin typeface="Arial" charset="0"/>
                          <a:ea typeface="楷体_GB2312" pitchFamily="49" charset="-122"/>
                        </a:defRPr>
                      </a:lvl3pPr>
                      <a:lvl4pPr marL="1200150">
                        <a:buClr>
                          <a:schemeClr val="accent2"/>
                        </a:buClr>
                        <a:buSzPct val="85000"/>
                        <a:defRPr kumimoji="1" b="1">
                          <a:solidFill>
                            <a:schemeClr val="tx1"/>
                          </a:solidFill>
                          <a:latin typeface="Arial" charset="0"/>
                          <a:ea typeface="楷体_GB2312" pitchFamily="49" charset="-122"/>
                        </a:defRPr>
                      </a:lvl4pPr>
                      <a:lvl5pPr marL="1543050">
                        <a:buClr>
                          <a:schemeClr val="accent2"/>
                        </a:buClr>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
                          <a:schemeClr val="tx1"/>
                        </a:buClr>
                        <a:buSzTx/>
                        <a:buFont typeface="Wingdings" pitchFamily="2" charset="2"/>
                        <a:buNone/>
                        <a:tabLst/>
                      </a:pPr>
                      <a:r>
                        <a:rPr kumimoji="1" lang="en-US" altLang="zh-CN" sz="1600" b="1" i="0" u="none" strike="noStrike" cap="none" normalizeH="0" baseline="0" dirty="0" smtClean="0">
                          <a:ln>
                            <a:noFill/>
                          </a:ln>
                          <a:solidFill>
                            <a:schemeClr val="tx1"/>
                          </a:solidFill>
                          <a:effectLst/>
                          <a:latin typeface="Arial" charset="0"/>
                          <a:ea typeface="楷体_GB2312" pitchFamily="49" charset="-122"/>
                          <a:sym typeface="Symbol" pitchFamily="18" charset="2"/>
                        </a:rPr>
                        <a:t>2</a:t>
                      </a:r>
                      <a:r>
                        <a:rPr kumimoji="1" lang="en-US" altLang="zh-CN" sz="1600" b="1" i="0" u="none" strike="noStrike" cap="none" normalizeH="0" baseline="0" dirty="0" smtClean="0">
                          <a:ln>
                            <a:noFill/>
                          </a:ln>
                          <a:solidFill>
                            <a:schemeClr val="tx1"/>
                          </a:solidFill>
                          <a:effectLst/>
                          <a:latin typeface="Arial" charset="0"/>
                          <a:ea typeface="楷体_GB2312" pitchFamily="49" charset="-122"/>
                        </a:rPr>
                        <a:t>r/2</a:t>
                      </a:r>
                      <a:r>
                        <a:rPr kumimoji="1" lang="en-US" altLang="zh-CN" sz="1600" b="1" i="0" u="none" strike="noStrike" cap="none" normalizeH="0" baseline="0" dirty="0" smtClean="0">
                          <a:ln>
                            <a:noFill/>
                          </a:ln>
                          <a:solidFill>
                            <a:schemeClr val="tx1"/>
                          </a:solidFill>
                          <a:effectLst/>
                          <a:latin typeface="Arial" charset="0"/>
                          <a:ea typeface="楷体_GB2312" pitchFamily="49" charset="-122"/>
                          <a:sym typeface="Symbol" pitchFamily="18" charset="2"/>
                        </a:rPr>
                        <a:t></a:t>
                      </a:r>
                      <a:endParaRPr kumimoji="1" lang="zh-CN" altLang="en-US" sz="1600" b="1" i="0" u="none" strike="noStrike" cap="none" normalizeH="0" baseline="0" dirty="0" smtClean="0">
                        <a:ln>
                          <a:noFill/>
                        </a:ln>
                        <a:solidFill>
                          <a:schemeClr val="tx1"/>
                        </a:solidFill>
                        <a:effectLst/>
                        <a:latin typeface="Arial" charset="0"/>
                        <a:ea typeface="楷体_GB2312" pitchFamily="49" charset="-122"/>
                        <a:sym typeface="Symbol" pitchFamily="18" charset="2"/>
                      </a:endParaRP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marL="857250">
                        <a:buClr>
                          <a:schemeClr val="accent2"/>
                        </a:buClr>
                        <a:buSzPct val="65000"/>
                        <a:defRPr kumimoji="1" sz="2000" b="1">
                          <a:solidFill>
                            <a:schemeClr val="tx1"/>
                          </a:solidFill>
                          <a:latin typeface="Arial" charset="0"/>
                          <a:ea typeface="楷体_GB2312" pitchFamily="49" charset="-122"/>
                        </a:defRPr>
                      </a:lvl3pPr>
                      <a:lvl4pPr marL="1200150">
                        <a:buClr>
                          <a:schemeClr val="accent2"/>
                        </a:buClr>
                        <a:buSzPct val="85000"/>
                        <a:defRPr kumimoji="1" b="1">
                          <a:solidFill>
                            <a:schemeClr val="tx1"/>
                          </a:solidFill>
                          <a:latin typeface="Arial" charset="0"/>
                          <a:ea typeface="楷体_GB2312" pitchFamily="49" charset="-122"/>
                        </a:defRPr>
                      </a:lvl4pPr>
                      <a:lvl5pPr marL="1543050">
                        <a:buClr>
                          <a:schemeClr val="accent2"/>
                        </a:buClr>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
                          <a:schemeClr val="tx1"/>
                        </a:buClr>
                        <a:buSzTx/>
                        <a:buFont typeface="Wingdings" pitchFamily="2" charset="2"/>
                        <a:buNone/>
                        <a:tabLst/>
                      </a:pPr>
                      <a:r>
                        <a:rPr kumimoji="1" lang="zh-CN" altLang="en-US" sz="1600" b="1" i="0" u="none" strike="noStrike" cap="none" normalizeH="0" baseline="0" smtClean="0">
                          <a:ln>
                            <a:noFill/>
                          </a:ln>
                          <a:solidFill>
                            <a:schemeClr val="tx1"/>
                          </a:solidFill>
                          <a:effectLst/>
                          <a:latin typeface="Arial" charset="0"/>
                          <a:ea typeface="楷体_GB2312" pitchFamily="49" charset="-122"/>
                        </a:rPr>
                        <a:t>2</a:t>
                      </a:r>
                      <a:r>
                        <a:rPr kumimoji="1" lang="en-US" altLang="zh-CN" sz="1600" b="1" i="0" u="none" strike="noStrike" cap="none" normalizeH="0" baseline="0" smtClean="0">
                          <a:ln>
                            <a:noFill/>
                          </a:ln>
                          <a:solidFill>
                            <a:schemeClr val="tx1"/>
                          </a:solidFill>
                          <a:effectLst/>
                          <a:latin typeface="Arial" charset="0"/>
                          <a:ea typeface="楷体_GB2312" pitchFamily="49" charset="-122"/>
                        </a:rPr>
                        <a:t>N</a:t>
                      </a: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marL="857250">
                        <a:buClr>
                          <a:schemeClr val="accent2"/>
                        </a:buClr>
                        <a:buSzPct val="65000"/>
                        <a:defRPr kumimoji="1" sz="2000" b="1">
                          <a:solidFill>
                            <a:schemeClr val="tx1"/>
                          </a:solidFill>
                          <a:latin typeface="Arial" charset="0"/>
                          <a:ea typeface="楷体_GB2312" pitchFamily="49" charset="-122"/>
                        </a:defRPr>
                      </a:lvl3pPr>
                      <a:lvl4pPr marL="1200150">
                        <a:buClr>
                          <a:schemeClr val="accent2"/>
                        </a:buClr>
                        <a:buSzPct val="85000"/>
                        <a:defRPr kumimoji="1" b="1">
                          <a:solidFill>
                            <a:schemeClr val="tx1"/>
                          </a:solidFill>
                          <a:latin typeface="Arial" charset="0"/>
                          <a:ea typeface="楷体_GB2312" pitchFamily="49" charset="-122"/>
                        </a:defRPr>
                      </a:lvl4pPr>
                      <a:lvl5pPr marL="1543050">
                        <a:buClr>
                          <a:schemeClr val="accent2"/>
                        </a:buClr>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
                          <a:schemeClr val="tx1"/>
                        </a:buClr>
                        <a:buSzTx/>
                        <a:buFont typeface="Wingdings" pitchFamily="2" charset="2"/>
                        <a:buNone/>
                        <a:tabLst/>
                      </a:pPr>
                      <a:r>
                        <a:rPr kumimoji="1" lang="zh-CN" altLang="en-US" sz="1600" b="1" i="0" u="none" strike="noStrike" cap="none" normalizeH="0" baseline="0" smtClean="0">
                          <a:ln>
                            <a:noFill/>
                          </a:ln>
                          <a:solidFill>
                            <a:schemeClr val="tx1"/>
                          </a:solidFill>
                          <a:effectLst/>
                          <a:latin typeface="Arial" charset="0"/>
                          <a:ea typeface="楷体_GB2312" pitchFamily="49" charset="-122"/>
                        </a:rPr>
                        <a:t>2</a:t>
                      </a:r>
                      <a:r>
                        <a:rPr kumimoji="1" lang="en-US" altLang="zh-CN" sz="1600" b="1" i="0" u="none" strike="noStrike" cap="none" normalizeH="0" baseline="0" smtClean="0">
                          <a:ln>
                            <a:noFill/>
                          </a:ln>
                          <a:solidFill>
                            <a:schemeClr val="tx1"/>
                          </a:solidFill>
                          <a:effectLst/>
                          <a:latin typeface="Arial" charset="0"/>
                          <a:ea typeface="楷体_GB2312" pitchFamily="49" charset="-122"/>
                        </a:rPr>
                        <a:t>r</a:t>
                      </a: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marL="857250">
                        <a:buClr>
                          <a:schemeClr val="accent2"/>
                        </a:buClr>
                        <a:buSzPct val="65000"/>
                        <a:defRPr kumimoji="1" sz="2000" b="1">
                          <a:solidFill>
                            <a:schemeClr val="tx1"/>
                          </a:solidFill>
                          <a:latin typeface="Arial" charset="0"/>
                          <a:ea typeface="楷体_GB2312" pitchFamily="49" charset="-122"/>
                        </a:defRPr>
                      </a:lvl3pPr>
                      <a:lvl4pPr marL="1200150">
                        <a:buClr>
                          <a:schemeClr val="accent2"/>
                        </a:buClr>
                        <a:buSzPct val="85000"/>
                        <a:defRPr kumimoji="1" b="1">
                          <a:solidFill>
                            <a:schemeClr val="tx1"/>
                          </a:solidFill>
                          <a:latin typeface="Arial" charset="0"/>
                          <a:ea typeface="楷体_GB2312" pitchFamily="49" charset="-122"/>
                        </a:defRPr>
                      </a:lvl4pPr>
                      <a:lvl5pPr marL="1543050">
                        <a:buClr>
                          <a:schemeClr val="accent2"/>
                        </a:buClr>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
                          <a:schemeClr val="tx1"/>
                        </a:buClr>
                        <a:buSzTx/>
                        <a:buFont typeface="Wingdings" pitchFamily="2" charset="2"/>
                        <a:buNone/>
                        <a:tabLst/>
                      </a:pPr>
                      <a:r>
                        <a:rPr kumimoji="1" lang="zh-CN" altLang="en-US" sz="1600" b="1" i="0" u="none" strike="noStrike" cap="none" normalizeH="0" baseline="0" smtClean="0">
                          <a:ln>
                            <a:noFill/>
                          </a:ln>
                          <a:solidFill>
                            <a:schemeClr val="tx1"/>
                          </a:solidFill>
                          <a:effectLst/>
                          <a:latin typeface="Arial" charset="0"/>
                          <a:ea typeface="楷体_GB2312" pitchFamily="49" charset="-122"/>
                        </a:rPr>
                        <a:t>是</a:t>
                      </a: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marL="857250">
                        <a:buClr>
                          <a:schemeClr val="accent2"/>
                        </a:buClr>
                        <a:buSzPct val="65000"/>
                        <a:defRPr kumimoji="1" sz="2000" b="1">
                          <a:solidFill>
                            <a:schemeClr val="tx1"/>
                          </a:solidFill>
                          <a:latin typeface="Arial" charset="0"/>
                          <a:ea typeface="楷体_GB2312" pitchFamily="49" charset="-122"/>
                        </a:defRPr>
                      </a:lvl3pPr>
                      <a:lvl4pPr marL="1200150">
                        <a:buClr>
                          <a:schemeClr val="accent2"/>
                        </a:buClr>
                        <a:buSzPct val="85000"/>
                        <a:defRPr kumimoji="1" b="1">
                          <a:solidFill>
                            <a:schemeClr val="tx1"/>
                          </a:solidFill>
                          <a:latin typeface="Arial" charset="0"/>
                          <a:ea typeface="楷体_GB2312" pitchFamily="49" charset="-122"/>
                        </a:defRPr>
                      </a:lvl4pPr>
                      <a:lvl5pPr marL="1543050">
                        <a:buClr>
                          <a:schemeClr val="accent2"/>
                        </a:buClr>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
                          <a:schemeClr val="tx1"/>
                        </a:buClr>
                        <a:buSzTx/>
                        <a:buFont typeface="Wingdings" pitchFamily="2" charset="2"/>
                        <a:buNone/>
                        <a:tabLst/>
                      </a:pPr>
                      <a:r>
                        <a:rPr kumimoji="1" lang="en-US" altLang="zh-CN" sz="1600" b="1" i="0" u="none" strike="noStrike" cap="none" normalizeH="0" baseline="0" dirty="0" smtClean="0">
                          <a:ln>
                            <a:noFill/>
                          </a:ln>
                          <a:solidFill>
                            <a:schemeClr val="tx1"/>
                          </a:solidFill>
                          <a:effectLst/>
                          <a:latin typeface="Arial" charset="0"/>
                          <a:ea typeface="楷体_GB2312" pitchFamily="49" charset="-122"/>
                        </a:rPr>
                        <a:t> </a:t>
                      </a:r>
                      <a:r>
                        <a:rPr kumimoji="1" lang="en-US" altLang="zh-CN" sz="1600" b="1" i="0" u="none" strike="noStrike" cap="none" normalizeH="0" baseline="0" dirty="0" err="1" smtClean="0">
                          <a:ln>
                            <a:noFill/>
                          </a:ln>
                          <a:solidFill>
                            <a:schemeClr val="tx1"/>
                          </a:solidFill>
                          <a:effectLst/>
                          <a:latin typeface="Arial" charset="0"/>
                          <a:ea typeface="楷体_GB2312" pitchFamily="49" charset="-122"/>
                        </a:rPr>
                        <a:t>r×r</a:t>
                      </a:r>
                      <a:r>
                        <a:rPr kumimoji="1" lang="zh-CN" altLang="en-US" sz="1600" b="1" i="0" u="none" strike="noStrike" cap="none" normalizeH="0" baseline="0" dirty="0" smtClean="0">
                          <a:ln>
                            <a:noFill/>
                          </a:ln>
                          <a:solidFill>
                            <a:schemeClr val="tx1"/>
                          </a:solidFill>
                          <a:effectLst/>
                          <a:latin typeface="Arial" charset="0"/>
                          <a:ea typeface="楷体_GB2312" pitchFamily="49" charset="-122"/>
                        </a:rPr>
                        <a:t>网络，</a:t>
                      </a:r>
                    </a:p>
                  </a:txBody>
                  <a:tcPr marL="0" marR="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87320">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marL="857250">
                        <a:buClr>
                          <a:schemeClr val="accent2"/>
                        </a:buClr>
                        <a:buSzPct val="65000"/>
                        <a:defRPr kumimoji="1" sz="2000" b="1">
                          <a:solidFill>
                            <a:schemeClr val="tx1"/>
                          </a:solidFill>
                          <a:latin typeface="Arial" charset="0"/>
                          <a:ea typeface="楷体_GB2312" pitchFamily="49" charset="-122"/>
                        </a:defRPr>
                      </a:lvl3pPr>
                      <a:lvl4pPr marL="1200150">
                        <a:buClr>
                          <a:schemeClr val="accent2"/>
                        </a:buClr>
                        <a:buSzPct val="85000"/>
                        <a:defRPr kumimoji="1" b="1">
                          <a:solidFill>
                            <a:schemeClr val="tx1"/>
                          </a:solidFill>
                          <a:latin typeface="Arial" charset="0"/>
                          <a:ea typeface="楷体_GB2312" pitchFamily="49" charset="-122"/>
                        </a:defRPr>
                      </a:lvl4pPr>
                      <a:lvl5pPr marL="1543050">
                        <a:buClr>
                          <a:schemeClr val="accent2"/>
                        </a:buClr>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
                          <a:schemeClr val="tx1"/>
                        </a:buClr>
                        <a:buSzTx/>
                        <a:buFont typeface="Wingdings" pitchFamily="2" charset="2"/>
                        <a:buNone/>
                        <a:tabLst/>
                      </a:pPr>
                      <a:r>
                        <a:rPr kumimoji="1" lang="zh-CN" altLang="en-US" sz="1600" b="1" i="0" u="none" strike="noStrike" cap="none" normalizeH="0" baseline="0" smtClean="0">
                          <a:ln>
                            <a:noFill/>
                          </a:ln>
                          <a:solidFill>
                            <a:schemeClr val="tx1"/>
                          </a:solidFill>
                          <a:effectLst/>
                          <a:latin typeface="Arial" charset="0"/>
                          <a:ea typeface="楷体_GB2312" pitchFamily="49" charset="-122"/>
                        </a:rPr>
                        <a:t>超立方体</a:t>
                      </a:r>
                    </a:p>
                  </a:txBody>
                  <a:tcPr marL="0" marR="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marL="857250">
                        <a:buClr>
                          <a:schemeClr val="accent2"/>
                        </a:buClr>
                        <a:buSzPct val="65000"/>
                        <a:defRPr kumimoji="1" sz="2000" b="1">
                          <a:solidFill>
                            <a:schemeClr val="tx1"/>
                          </a:solidFill>
                          <a:latin typeface="Arial" charset="0"/>
                          <a:ea typeface="楷体_GB2312" pitchFamily="49" charset="-122"/>
                        </a:defRPr>
                      </a:lvl3pPr>
                      <a:lvl4pPr marL="1200150">
                        <a:buClr>
                          <a:schemeClr val="accent2"/>
                        </a:buClr>
                        <a:buSzPct val="85000"/>
                        <a:defRPr kumimoji="1" b="1">
                          <a:solidFill>
                            <a:schemeClr val="tx1"/>
                          </a:solidFill>
                          <a:latin typeface="Arial" charset="0"/>
                          <a:ea typeface="楷体_GB2312" pitchFamily="49" charset="-122"/>
                        </a:defRPr>
                      </a:lvl4pPr>
                      <a:lvl5pPr marL="1543050">
                        <a:buClr>
                          <a:schemeClr val="accent2"/>
                        </a:buClr>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
                          <a:schemeClr val="tx1"/>
                        </a:buClr>
                        <a:buSzTx/>
                        <a:buFont typeface="Wingdings" pitchFamily="2" charset="2"/>
                        <a:buNone/>
                        <a:tabLst/>
                      </a:pPr>
                      <a:r>
                        <a:rPr kumimoji="1" lang="en-US" altLang="zh-CN" sz="1600" b="1" i="0" u="none" strike="noStrike" cap="none" normalizeH="0" baseline="0" smtClean="0">
                          <a:ln>
                            <a:noFill/>
                          </a:ln>
                          <a:solidFill>
                            <a:schemeClr val="tx1"/>
                          </a:solidFill>
                          <a:effectLst/>
                          <a:latin typeface="Arial" charset="0"/>
                          <a:ea typeface="楷体_GB2312" pitchFamily="49" charset="-122"/>
                        </a:rPr>
                        <a:t>n</a:t>
                      </a: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marL="857250">
                        <a:buClr>
                          <a:schemeClr val="accent2"/>
                        </a:buClr>
                        <a:buSzPct val="65000"/>
                        <a:defRPr kumimoji="1" sz="2000" b="1">
                          <a:solidFill>
                            <a:schemeClr val="tx1"/>
                          </a:solidFill>
                          <a:latin typeface="Arial" charset="0"/>
                          <a:ea typeface="楷体_GB2312" pitchFamily="49" charset="-122"/>
                        </a:defRPr>
                      </a:lvl3pPr>
                      <a:lvl4pPr marL="1200150">
                        <a:buClr>
                          <a:schemeClr val="accent2"/>
                        </a:buClr>
                        <a:buSzPct val="85000"/>
                        <a:defRPr kumimoji="1" b="1">
                          <a:solidFill>
                            <a:schemeClr val="tx1"/>
                          </a:solidFill>
                          <a:latin typeface="Arial" charset="0"/>
                          <a:ea typeface="楷体_GB2312" pitchFamily="49" charset="-122"/>
                        </a:defRPr>
                      </a:lvl4pPr>
                      <a:lvl5pPr marL="1543050">
                        <a:buClr>
                          <a:schemeClr val="accent2"/>
                        </a:buClr>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
                          <a:schemeClr val="tx1"/>
                        </a:buClr>
                        <a:buSzTx/>
                        <a:buFont typeface="Wingdings" pitchFamily="2" charset="2"/>
                        <a:buNone/>
                        <a:tabLst/>
                      </a:pPr>
                      <a:r>
                        <a:rPr kumimoji="1" lang="en-US" altLang="zh-CN" sz="1600" b="1" i="0" u="none" strike="noStrike" cap="none" normalizeH="0" baseline="0" smtClean="0">
                          <a:ln>
                            <a:noFill/>
                          </a:ln>
                          <a:solidFill>
                            <a:schemeClr val="tx1"/>
                          </a:solidFill>
                          <a:effectLst/>
                          <a:latin typeface="Arial" charset="0"/>
                          <a:ea typeface="楷体_GB2312" pitchFamily="49" charset="-122"/>
                        </a:rPr>
                        <a:t>n</a:t>
                      </a: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marL="857250">
                        <a:buClr>
                          <a:schemeClr val="accent2"/>
                        </a:buClr>
                        <a:buSzPct val="65000"/>
                        <a:defRPr kumimoji="1" sz="2000" b="1">
                          <a:solidFill>
                            <a:schemeClr val="tx1"/>
                          </a:solidFill>
                          <a:latin typeface="Arial" charset="0"/>
                          <a:ea typeface="楷体_GB2312" pitchFamily="49" charset="-122"/>
                        </a:defRPr>
                      </a:lvl3pPr>
                      <a:lvl4pPr marL="1200150">
                        <a:buClr>
                          <a:schemeClr val="accent2"/>
                        </a:buClr>
                        <a:buSzPct val="85000"/>
                        <a:defRPr kumimoji="1" b="1">
                          <a:solidFill>
                            <a:schemeClr val="tx1"/>
                          </a:solidFill>
                          <a:latin typeface="Arial" charset="0"/>
                          <a:ea typeface="楷体_GB2312" pitchFamily="49" charset="-122"/>
                        </a:defRPr>
                      </a:lvl4pPr>
                      <a:lvl5pPr marL="1543050">
                        <a:buClr>
                          <a:schemeClr val="accent2"/>
                        </a:buClr>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
                          <a:schemeClr val="tx1"/>
                        </a:buClr>
                        <a:buSzTx/>
                        <a:buFont typeface="Wingdings" pitchFamily="2" charset="2"/>
                        <a:buNone/>
                        <a:tabLst/>
                      </a:pPr>
                      <a:r>
                        <a:rPr kumimoji="1" lang="en-US" altLang="zh-CN" sz="1600" b="1" i="0" u="none" strike="noStrike" cap="none" normalizeH="0" baseline="0" smtClean="0">
                          <a:ln>
                            <a:noFill/>
                          </a:ln>
                          <a:solidFill>
                            <a:schemeClr val="tx1"/>
                          </a:solidFill>
                          <a:effectLst/>
                          <a:latin typeface="Arial" charset="0"/>
                          <a:ea typeface="楷体_GB2312" pitchFamily="49" charset="-122"/>
                        </a:rPr>
                        <a:t>nN/2</a:t>
                      </a: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marL="857250">
                        <a:buClr>
                          <a:schemeClr val="accent2"/>
                        </a:buClr>
                        <a:buSzPct val="65000"/>
                        <a:defRPr kumimoji="1" sz="2000" b="1">
                          <a:solidFill>
                            <a:schemeClr val="tx1"/>
                          </a:solidFill>
                          <a:latin typeface="Arial" charset="0"/>
                          <a:ea typeface="楷体_GB2312" pitchFamily="49" charset="-122"/>
                        </a:defRPr>
                      </a:lvl3pPr>
                      <a:lvl4pPr marL="1200150">
                        <a:buClr>
                          <a:schemeClr val="accent2"/>
                        </a:buClr>
                        <a:buSzPct val="85000"/>
                        <a:defRPr kumimoji="1" b="1">
                          <a:solidFill>
                            <a:schemeClr val="tx1"/>
                          </a:solidFill>
                          <a:latin typeface="Arial" charset="0"/>
                          <a:ea typeface="楷体_GB2312" pitchFamily="49" charset="-122"/>
                        </a:defRPr>
                      </a:lvl4pPr>
                      <a:lvl5pPr marL="1543050">
                        <a:buClr>
                          <a:schemeClr val="accent2"/>
                        </a:buClr>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
                          <a:schemeClr val="tx1"/>
                        </a:buClr>
                        <a:buSzTx/>
                        <a:buFont typeface="Wingdings" pitchFamily="2" charset="2"/>
                        <a:buNone/>
                        <a:tabLst/>
                      </a:pPr>
                      <a:r>
                        <a:rPr kumimoji="1" lang="en-US" altLang="zh-CN" sz="1600" b="1" i="0" u="none" strike="noStrike" cap="none" normalizeH="0" baseline="0" smtClean="0">
                          <a:ln>
                            <a:noFill/>
                          </a:ln>
                          <a:solidFill>
                            <a:schemeClr val="tx1"/>
                          </a:solidFill>
                          <a:effectLst/>
                          <a:latin typeface="Arial" charset="0"/>
                          <a:ea typeface="楷体_GB2312" pitchFamily="49" charset="-122"/>
                        </a:rPr>
                        <a:t>N/2</a:t>
                      </a: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marL="857250">
                        <a:buClr>
                          <a:schemeClr val="accent2"/>
                        </a:buClr>
                        <a:buSzPct val="65000"/>
                        <a:defRPr kumimoji="1" sz="2000" b="1">
                          <a:solidFill>
                            <a:schemeClr val="tx1"/>
                          </a:solidFill>
                          <a:latin typeface="Arial" charset="0"/>
                          <a:ea typeface="楷体_GB2312" pitchFamily="49" charset="-122"/>
                        </a:defRPr>
                      </a:lvl3pPr>
                      <a:lvl4pPr marL="1200150">
                        <a:buClr>
                          <a:schemeClr val="accent2"/>
                        </a:buClr>
                        <a:buSzPct val="85000"/>
                        <a:defRPr kumimoji="1" b="1">
                          <a:solidFill>
                            <a:schemeClr val="tx1"/>
                          </a:solidFill>
                          <a:latin typeface="Arial" charset="0"/>
                          <a:ea typeface="楷体_GB2312" pitchFamily="49" charset="-122"/>
                        </a:defRPr>
                      </a:lvl4pPr>
                      <a:lvl5pPr marL="1543050">
                        <a:buClr>
                          <a:schemeClr val="accent2"/>
                        </a:buClr>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
                          <a:schemeClr val="tx1"/>
                        </a:buClr>
                        <a:buSzTx/>
                        <a:buFont typeface="Wingdings" pitchFamily="2" charset="2"/>
                        <a:buNone/>
                        <a:tabLst/>
                      </a:pPr>
                      <a:r>
                        <a:rPr kumimoji="1" lang="zh-CN" altLang="en-US" sz="1600" b="1" i="0" u="none" strike="noStrike" cap="none" normalizeH="0" baseline="0" smtClean="0">
                          <a:ln>
                            <a:noFill/>
                          </a:ln>
                          <a:solidFill>
                            <a:schemeClr val="tx1"/>
                          </a:solidFill>
                          <a:effectLst/>
                          <a:latin typeface="Arial" charset="0"/>
                          <a:ea typeface="楷体_GB2312" pitchFamily="49" charset="-122"/>
                        </a:rPr>
                        <a:t>是</a:t>
                      </a: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marL="857250">
                        <a:buClr>
                          <a:schemeClr val="accent2"/>
                        </a:buClr>
                        <a:buSzPct val="65000"/>
                        <a:defRPr kumimoji="1" sz="2000" b="1">
                          <a:solidFill>
                            <a:schemeClr val="tx1"/>
                          </a:solidFill>
                          <a:latin typeface="Arial" charset="0"/>
                          <a:ea typeface="楷体_GB2312" pitchFamily="49" charset="-122"/>
                        </a:defRPr>
                      </a:lvl3pPr>
                      <a:lvl4pPr marL="1200150">
                        <a:buClr>
                          <a:schemeClr val="accent2"/>
                        </a:buClr>
                        <a:buSzPct val="85000"/>
                        <a:defRPr kumimoji="1" b="1">
                          <a:solidFill>
                            <a:schemeClr val="tx1"/>
                          </a:solidFill>
                          <a:latin typeface="Arial" charset="0"/>
                          <a:ea typeface="楷体_GB2312" pitchFamily="49" charset="-122"/>
                        </a:defRPr>
                      </a:lvl4pPr>
                      <a:lvl5pPr marL="1543050">
                        <a:buClr>
                          <a:schemeClr val="accent2"/>
                        </a:buClr>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
                          <a:schemeClr val="tx1"/>
                        </a:buClr>
                        <a:buSzTx/>
                        <a:buFont typeface="Wingdings" pitchFamily="2" charset="2"/>
                        <a:buNone/>
                        <a:tabLst/>
                      </a:pPr>
                      <a:r>
                        <a:rPr kumimoji="1" lang="en-US" altLang="zh-CN" sz="1600" b="1" i="0" u="none" strike="noStrike" cap="none" normalizeH="0" baseline="0" dirty="0" smtClean="0">
                          <a:ln>
                            <a:noFill/>
                          </a:ln>
                          <a:solidFill>
                            <a:schemeClr val="tx1"/>
                          </a:solidFill>
                          <a:effectLst/>
                          <a:latin typeface="Arial" charset="0"/>
                          <a:ea typeface="楷体_GB2312" pitchFamily="49" charset="-122"/>
                        </a:rPr>
                        <a:t>N</a:t>
                      </a:r>
                      <a:r>
                        <a:rPr kumimoji="1" lang="zh-CN" altLang="en-US" sz="1600" b="1" i="0" u="none" strike="noStrike" cap="none" normalizeH="0" baseline="0" dirty="0" smtClean="0">
                          <a:ln>
                            <a:noFill/>
                          </a:ln>
                          <a:solidFill>
                            <a:schemeClr val="tx1"/>
                          </a:solidFill>
                          <a:effectLst/>
                          <a:latin typeface="Arial" charset="0"/>
                          <a:ea typeface="楷体_GB2312" pitchFamily="49" charset="-122"/>
                        </a:rPr>
                        <a:t>个节点,</a:t>
                      </a:r>
                      <a:r>
                        <a:rPr kumimoji="1" lang="en-US" altLang="zh-CN" sz="1600" b="1" i="0" u="none" strike="noStrike" cap="none" normalizeH="0" baseline="0" dirty="0" smtClean="0">
                          <a:ln>
                            <a:noFill/>
                          </a:ln>
                          <a:solidFill>
                            <a:schemeClr val="tx1"/>
                          </a:solidFill>
                          <a:effectLst/>
                          <a:latin typeface="Arial" charset="0"/>
                          <a:ea typeface="楷体_GB2312" pitchFamily="49" charset="-122"/>
                        </a:rPr>
                        <a:t>n= log</a:t>
                      </a:r>
                      <a:r>
                        <a:rPr kumimoji="1" lang="en-US" altLang="zh-CN" sz="1600" b="1" i="0" u="none" strike="noStrike" cap="none" normalizeH="0" baseline="-25000" dirty="0" smtClean="0">
                          <a:ln>
                            <a:noFill/>
                          </a:ln>
                          <a:solidFill>
                            <a:schemeClr val="tx1"/>
                          </a:solidFill>
                          <a:effectLst/>
                          <a:latin typeface="Arial" charset="0"/>
                          <a:ea typeface="楷体_GB2312" pitchFamily="49" charset="-122"/>
                        </a:rPr>
                        <a:t>2</a:t>
                      </a:r>
                      <a:r>
                        <a:rPr kumimoji="1" lang="en-US" altLang="zh-CN" sz="1600" b="1" i="0" u="none" strike="noStrike" cap="none" normalizeH="0" baseline="0" dirty="0" smtClean="0">
                          <a:ln>
                            <a:noFill/>
                          </a:ln>
                          <a:solidFill>
                            <a:schemeClr val="tx1"/>
                          </a:solidFill>
                          <a:effectLst/>
                          <a:latin typeface="Arial" charset="0"/>
                          <a:ea typeface="楷体_GB2312" pitchFamily="49" charset="-122"/>
                        </a:rPr>
                        <a:t>N</a:t>
                      </a:r>
                      <a:endParaRPr kumimoji="1" lang="zh-CN" altLang="en-US" sz="1600" b="1" i="0" u="none" strike="noStrike" cap="none" normalizeH="0" baseline="0" dirty="0" smtClean="0">
                        <a:ln>
                          <a:noFill/>
                        </a:ln>
                        <a:solidFill>
                          <a:schemeClr val="tx1"/>
                        </a:solidFill>
                        <a:effectLst/>
                        <a:latin typeface="Arial" charset="0"/>
                        <a:ea typeface="楷体_GB2312" pitchFamily="49" charset="-122"/>
                      </a:endParaRPr>
                    </a:p>
                  </a:txBody>
                  <a:tcPr marL="0" marR="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95526">
                <a:tc>
                  <a:txBody>
                    <a:bodyPr/>
                    <a:lstStyle>
                      <a:lvl1pPr marL="449263" indent="-449263" eaLnBrk="0" hangingPunct="0">
                        <a:lnSpc>
                          <a:spcPct val="110000"/>
                        </a:lnSpc>
                        <a:spcBef>
                          <a:spcPct val="20000"/>
                        </a:spcBef>
                        <a:buClr>
                          <a:schemeClr val="tx1"/>
                        </a:buClr>
                        <a:buFont typeface="Wingdings" panose="05000000000000000000" pitchFamily="2" charset="2"/>
                        <a:defRPr kumimoji="1" sz="2000">
                          <a:solidFill>
                            <a:srgbClr val="E24C05"/>
                          </a:solidFill>
                          <a:latin typeface="Tahoma" panose="020B0604030504040204" pitchFamily="34" charset="0"/>
                          <a:ea typeface="黑体" panose="02010609060101010101" pitchFamily="49" charset="-122"/>
                        </a:defRPr>
                      </a:lvl1pPr>
                      <a:lvl2pPr marL="742950" indent="-285750" eaLnBrk="0" hangingPunct="0">
                        <a:lnSpc>
                          <a:spcPct val="110000"/>
                        </a:lnSpc>
                        <a:spcBef>
                          <a:spcPct val="20000"/>
                        </a:spcBef>
                        <a:buClr>
                          <a:schemeClr val="tx1"/>
                        </a:buClr>
                        <a:buSzPct val="90000"/>
                        <a:buFont typeface="Wingdings" panose="05000000000000000000" pitchFamily="2" charset="2"/>
                        <a:defRPr kumimoji="1" sz="2000">
                          <a:solidFill>
                            <a:schemeClr val="tx1"/>
                          </a:solidFill>
                          <a:latin typeface="Tahoma" panose="020B0604030504040204" pitchFamily="34" charset="0"/>
                          <a:ea typeface="黑体" panose="02010609060101010101" pitchFamily="49" charset="-122"/>
                        </a:defRPr>
                      </a:lvl2pPr>
                      <a:lvl3pPr marL="1143000" indent="-228600" eaLnBrk="0" hangingPunct="0">
                        <a:lnSpc>
                          <a:spcPct val="110000"/>
                        </a:lnSpc>
                        <a:spcBef>
                          <a:spcPct val="20000"/>
                        </a:spcBef>
                        <a:buClr>
                          <a:schemeClr val="hlink"/>
                        </a:buClr>
                        <a:buSzPct val="60000"/>
                        <a:buFont typeface="Wingdings" panose="05000000000000000000" pitchFamily="2" charset="2"/>
                        <a:defRPr kumimoji="1" b="1">
                          <a:solidFill>
                            <a:srgbClr val="000000"/>
                          </a:solidFill>
                          <a:latin typeface="Tahoma" panose="020B0604030504040204" pitchFamily="34" charset="0"/>
                          <a:ea typeface="宋体" panose="02010600030101010101" pitchFamily="2" charset="-122"/>
                        </a:defRPr>
                      </a:lvl3pPr>
                      <a:lvl4pPr marL="1600200" indent="-228600" eaLnBrk="0" hangingPunct="0">
                        <a:lnSpc>
                          <a:spcPct val="110000"/>
                        </a:lnSpc>
                        <a:spcBef>
                          <a:spcPct val="20000"/>
                        </a:spcBef>
                        <a:buClr>
                          <a:schemeClr val="tx1"/>
                        </a:buClr>
                        <a:buSzPct val="65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4pPr>
                      <a:lvl5pPr marL="2057400" indent="-228600" eaLnBrk="0" hangingPunct="0">
                        <a:lnSpc>
                          <a:spcPct val="110000"/>
                        </a:lnSpc>
                        <a:spcBef>
                          <a:spcPct val="20000"/>
                        </a:spcBef>
                        <a:buClr>
                          <a:schemeClr val="hlink"/>
                        </a:buClr>
                        <a:buSzPct val="60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10000"/>
                        </a:lnSpc>
                        <a:spcBef>
                          <a:spcPct val="20000"/>
                        </a:spcBef>
                        <a:spcAft>
                          <a:spcPct val="0"/>
                        </a:spcAft>
                        <a:buClr>
                          <a:schemeClr val="hlink"/>
                        </a:buClr>
                        <a:buSzPct val="60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10000"/>
                        </a:lnSpc>
                        <a:spcBef>
                          <a:spcPct val="20000"/>
                        </a:spcBef>
                        <a:spcAft>
                          <a:spcPct val="0"/>
                        </a:spcAft>
                        <a:buClr>
                          <a:schemeClr val="hlink"/>
                        </a:buClr>
                        <a:buSzPct val="60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10000"/>
                        </a:lnSpc>
                        <a:spcBef>
                          <a:spcPct val="20000"/>
                        </a:spcBef>
                        <a:spcAft>
                          <a:spcPct val="0"/>
                        </a:spcAft>
                        <a:buClr>
                          <a:schemeClr val="hlink"/>
                        </a:buClr>
                        <a:buSzPct val="60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10000"/>
                        </a:lnSpc>
                        <a:spcBef>
                          <a:spcPct val="20000"/>
                        </a:spcBef>
                        <a:spcAft>
                          <a:spcPct val="0"/>
                        </a:spcAft>
                        <a:buClr>
                          <a:schemeClr val="hlink"/>
                        </a:buClr>
                        <a:buSzPct val="60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9p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smtClean="0">
                          <a:ln>
                            <a:noFill/>
                          </a:ln>
                          <a:solidFill>
                            <a:schemeClr val="tx1"/>
                          </a:solidFill>
                          <a:effectLst/>
                          <a:latin typeface="+mn-lt"/>
                          <a:ea typeface="楷体" panose="02010609060101010101" pitchFamily="49" charset="-122"/>
                        </a:rPr>
                        <a:t>CCC</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marL="449263" indent="-449263" eaLnBrk="0" hangingPunct="0">
                        <a:lnSpc>
                          <a:spcPct val="110000"/>
                        </a:lnSpc>
                        <a:spcBef>
                          <a:spcPct val="20000"/>
                        </a:spcBef>
                        <a:buClr>
                          <a:schemeClr val="tx1"/>
                        </a:buClr>
                        <a:buFont typeface="Wingdings" panose="05000000000000000000" pitchFamily="2" charset="2"/>
                        <a:defRPr kumimoji="1" sz="2000">
                          <a:solidFill>
                            <a:srgbClr val="E24C05"/>
                          </a:solidFill>
                          <a:latin typeface="Tahoma" panose="020B0604030504040204" pitchFamily="34" charset="0"/>
                          <a:ea typeface="黑体" panose="02010609060101010101" pitchFamily="49" charset="-122"/>
                        </a:defRPr>
                      </a:lvl1pPr>
                      <a:lvl2pPr marL="742950" indent="-285750" eaLnBrk="0" hangingPunct="0">
                        <a:lnSpc>
                          <a:spcPct val="110000"/>
                        </a:lnSpc>
                        <a:spcBef>
                          <a:spcPct val="20000"/>
                        </a:spcBef>
                        <a:buClr>
                          <a:schemeClr val="tx1"/>
                        </a:buClr>
                        <a:buSzPct val="90000"/>
                        <a:buFont typeface="Wingdings" panose="05000000000000000000" pitchFamily="2" charset="2"/>
                        <a:defRPr kumimoji="1" sz="2000">
                          <a:solidFill>
                            <a:schemeClr val="tx1"/>
                          </a:solidFill>
                          <a:latin typeface="Tahoma" panose="020B0604030504040204" pitchFamily="34" charset="0"/>
                          <a:ea typeface="黑体" panose="02010609060101010101" pitchFamily="49" charset="-122"/>
                        </a:defRPr>
                      </a:lvl2pPr>
                      <a:lvl3pPr marL="1143000" indent="-228600" eaLnBrk="0" hangingPunct="0">
                        <a:lnSpc>
                          <a:spcPct val="110000"/>
                        </a:lnSpc>
                        <a:spcBef>
                          <a:spcPct val="20000"/>
                        </a:spcBef>
                        <a:buClr>
                          <a:schemeClr val="hlink"/>
                        </a:buClr>
                        <a:buSzPct val="60000"/>
                        <a:buFont typeface="Wingdings" panose="05000000000000000000" pitchFamily="2" charset="2"/>
                        <a:defRPr kumimoji="1" b="1">
                          <a:solidFill>
                            <a:srgbClr val="000000"/>
                          </a:solidFill>
                          <a:latin typeface="Tahoma" panose="020B0604030504040204" pitchFamily="34" charset="0"/>
                          <a:ea typeface="宋体" panose="02010600030101010101" pitchFamily="2" charset="-122"/>
                        </a:defRPr>
                      </a:lvl3pPr>
                      <a:lvl4pPr marL="1600200" indent="-228600" eaLnBrk="0" hangingPunct="0">
                        <a:lnSpc>
                          <a:spcPct val="110000"/>
                        </a:lnSpc>
                        <a:spcBef>
                          <a:spcPct val="20000"/>
                        </a:spcBef>
                        <a:buClr>
                          <a:schemeClr val="tx1"/>
                        </a:buClr>
                        <a:buSzPct val="65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4pPr>
                      <a:lvl5pPr marL="2057400" indent="-228600" eaLnBrk="0" hangingPunct="0">
                        <a:lnSpc>
                          <a:spcPct val="110000"/>
                        </a:lnSpc>
                        <a:spcBef>
                          <a:spcPct val="20000"/>
                        </a:spcBef>
                        <a:buClr>
                          <a:schemeClr val="hlink"/>
                        </a:buClr>
                        <a:buSzPct val="60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10000"/>
                        </a:lnSpc>
                        <a:spcBef>
                          <a:spcPct val="20000"/>
                        </a:spcBef>
                        <a:spcAft>
                          <a:spcPct val="0"/>
                        </a:spcAft>
                        <a:buClr>
                          <a:schemeClr val="hlink"/>
                        </a:buClr>
                        <a:buSzPct val="60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10000"/>
                        </a:lnSpc>
                        <a:spcBef>
                          <a:spcPct val="20000"/>
                        </a:spcBef>
                        <a:spcAft>
                          <a:spcPct val="0"/>
                        </a:spcAft>
                        <a:buClr>
                          <a:schemeClr val="hlink"/>
                        </a:buClr>
                        <a:buSzPct val="60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10000"/>
                        </a:lnSpc>
                        <a:spcBef>
                          <a:spcPct val="20000"/>
                        </a:spcBef>
                        <a:spcAft>
                          <a:spcPct val="0"/>
                        </a:spcAft>
                        <a:buClr>
                          <a:schemeClr val="hlink"/>
                        </a:buClr>
                        <a:buSzPct val="60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10000"/>
                        </a:lnSpc>
                        <a:spcBef>
                          <a:spcPct val="20000"/>
                        </a:spcBef>
                        <a:spcAft>
                          <a:spcPct val="0"/>
                        </a:spcAft>
                        <a:buClr>
                          <a:schemeClr val="hlink"/>
                        </a:buClr>
                        <a:buSzPct val="60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9p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smtClean="0">
                          <a:ln>
                            <a:noFill/>
                          </a:ln>
                          <a:solidFill>
                            <a:schemeClr val="tx1"/>
                          </a:solidFill>
                          <a:effectLst/>
                          <a:latin typeface="+mn-lt"/>
                          <a:ea typeface="楷体" panose="02010609060101010101" pitchFamily="49" charset="-122"/>
                        </a:rPr>
                        <a:t>3</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marL="449263" indent="-449263" eaLnBrk="0" hangingPunct="0">
                        <a:lnSpc>
                          <a:spcPct val="110000"/>
                        </a:lnSpc>
                        <a:spcBef>
                          <a:spcPct val="20000"/>
                        </a:spcBef>
                        <a:buClr>
                          <a:schemeClr val="tx1"/>
                        </a:buClr>
                        <a:buFont typeface="Wingdings" panose="05000000000000000000" pitchFamily="2" charset="2"/>
                        <a:defRPr kumimoji="1" sz="2000">
                          <a:solidFill>
                            <a:srgbClr val="E24C05"/>
                          </a:solidFill>
                          <a:latin typeface="Tahoma" panose="020B0604030504040204" pitchFamily="34" charset="0"/>
                          <a:ea typeface="黑体" panose="02010609060101010101" pitchFamily="49" charset="-122"/>
                        </a:defRPr>
                      </a:lvl1pPr>
                      <a:lvl2pPr marL="742950" indent="-285750" eaLnBrk="0" hangingPunct="0">
                        <a:lnSpc>
                          <a:spcPct val="110000"/>
                        </a:lnSpc>
                        <a:spcBef>
                          <a:spcPct val="20000"/>
                        </a:spcBef>
                        <a:buClr>
                          <a:schemeClr val="tx1"/>
                        </a:buClr>
                        <a:buSzPct val="90000"/>
                        <a:buFont typeface="Wingdings" panose="05000000000000000000" pitchFamily="2" charset="2"/>
                        <a:defRPr kumimoji="1" sz="2000">
                          <a:solidFill>
                            <a:schemeClr val="tx1"/>
                          </a:solidFill>
                          <a:latin typeface="Tahoma" panose="020B0604030504040204" pitchFamily="34" charset="0"/>
                          <a:ea typeface="黑体" panose="02010609060101010101" pitchFamily="49" charset="-122"/>
                        </a:defRPr>
                      </a:lvl2pPr>
                      <a:lvl3pPr marL="1143000" indent="-228600" eaLnBrk="0" hangingPunct="0">
                        <a:lnSpc>
                          <a:spcPct val="110000"/>
                        </a:lnSpc>
                        <a:spcBef>
                          <a:spcPct val="20000"/>
                        </a:spcBef>
                        <a:buClr>
                          <a:schemeClr val="hlink"/>
                        </a:buClr>
                        <a:buSzPct val="60000"/>
                        <a:buFont typeface="Wingdings" panose="05000000000000000000" pitchFamily="2" charset="2"/>
                        <a:defRPr kumimoji="1" b="1">
                          <a:solidFill>
                            <a:srgbClr val="000000"/>
                          </a:solidFill>
                          <a:latin typeface="Tahoma" panose="020B0604030504040204" pitchFamily="34" charset="0"/>
                          <a:ea typeface="宋体" panose="02010600030101010101" pitchFamily="2" charset="-122"/>
                        </a:defRPr>
                      </a:lvl3pPr>
                      <a:lvl4pPr marL="1600200" indent="-228600" eaLnBrk="0" hangingPunct="0">
                        <a:lnSpc>
                          <a:spcPct val="110000"/>
                        </a:lnSpc>
                        <a:spcBef>
                          <a:spcPct val="20000"/>
                        </a:spcBef>
                        <a:buClr>
                          <a:schemeClr val="tx1"/>
                        </a:buClr>
                        <a:buSzPct val="65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4pPr>
                      <a:lvl5pPr marL="2057400" indent="-228600" eaLnBrk="0" hangingPunct="0">
                        <a:lnSpc>
                          <a:spcPct val="110000"/>
                        </a:lnSpc>
                        <a:spcBef>
                          <a:spcPct val="20000"/>
                        </a:spcBef>
                        <a:buClr>
                          <a:schemeClr val="hlink"/>
                        </a:buClr>
                        <a:buSzPct val="60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10000"/>
                        </a:lnSpc>
                        <a:spcBef>
                          <a:spcPct val="20000"/>
                        </a:spcBef>
                        <a:spcAft>
                          <a:spcPct val="0"/>
                        </a:spcAft>
                        <a:buClr>
                          <a:schemeClr val="hlink"/>
                        </a:buClr>
                        <a:buSzPct val="60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10000"/>
                        </a:lnSpc>
                        <a:spcBef>
                          <a:spcPct val="20000"/>
                        </a:spcBef>
                        <a:spcAft>
                          <a:spcPct val="0"/>
                        </a:spcAft>
                        <a:buClr>
                          <a:schemeClr val="hlink"/>
                        </a:buClr>
                        <a:buSzPct val="60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10000"/>
                        </a:lnSpc>
                        <a:spcBef>
                          <a:spcPct val="20000"/>
                        </a:spcBef>
                        <a:spcAft>
                          <a:spcPct val="0"/>
                        </a:spcAft>
                        <a:buClr>
                          <a:schemeClr val="hlink"/>
                        </a:buClr>
                        <a:buSzPct val="60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10000"/>
                        </a:lnSpc>
                        <a:spcBef>
                          <a:spcPct val="20000"/>
                        </a:spcBef>
                        <a:spcAft>
                          <a:spcPct val="0"/>
                        </a:spcAft>
                        <a:buClr>
                          <a:schemeClr val="hlink"/>
                        </a:buClr>
                        <a:buSzPct val="60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9pPr>
                    </a:lstStyle>
                    <a:p>
                      <a:pPr marL="449263" marR="0" lvl="0" indent="-449263" algn="ctr" defTabSz="914400" rtl="0" eaLnBrk="1" fontAlgn="base" latinLnBrk="0" hangingPunct="1">
                        <a:lnSpc>
                          <a:spcPct val="100000"/>
                        </a:lnSpc>
                        <a:spcBef>
                          <a:spcPct val="0"/>
                        </a:spcBef>
                        <a:spcAft>
                          <a:spcPct val="0"/>
                        </a:spcAft>
                        <a:buClrTx/>
                        <a:buSzTx/>
                        <a:buFontTx/>
                        <a:buNone/>
                        <a:tabLst/>
                        <a:defRPr/>
                      </a:pPr>
                      <a:r>
                        <a:rPr kumimoji="1" lang="en-US" altLang="zh-CN" sz="1600" b="1" i="0" u="none" strike="noStrike" cap="none" normalizeH="0" baseline="0" dirty="0" smtClean="0">
                          <a:ln>
                            <a:noFill/>
                          </a:ln>
                          <a:solidFill>
                            <a:schemeClr val="tx1"/>
                          </a:solidFill>
                          <a:effectLst/>
                          <a:latin typeface="+mn-lt"/>
                          <a:ea typeface="楷体" panose="02010609060101010101" pitchFamily="49" charset="-122"/>
                        </a:rPr>
                        <a:t>2k-1+</a:t>
                      </a:r>
                      <a:r>
                        <a:rPr kumimoji="1" lang="en-US" altLang="zh-CN" sz="1600" b="1" i="0" u="none" strike="noStrike" cap="none" normalizeH="0" baseline="0" dirty="0" smtClean="0">
                          <a:ln>
                            <a:noFill/>
                          </a:ln>
                          <a:solidFill>
                            <a:schemeClr val="tx1"/>
                          </a:solidFill>
                          <a:effectLst/>
                          <a:latin typeface="Arial" charset="0"/>
                          <a:ea typeface="楷体_GB2312" pitchFamily="49" charset="-122"/>
                          <a:sym typeface="Symbol" pitchFamily="18" charset="2"/>
                        </a:rPr>
                        <a:t></a:t>
                      </a:r>
                      <a:r>
                        <a:rPr kumimoji="1" lang="en-US" altLang="zh-CN" sz="1600" b="1" i="0" u="none" strike="noStrike" cap="none" normalizeH="0" baseline="0" dirty="0" smtClean="0">
                          <a:ln>
                            <a:noFill/>
                          </a:ln>
                          <a:solidFill>
                            <a:schemeClr val="tx1"/>
                          </a:solidFill>
                          <a:effectLst/>
                          <a:latin typeface="+mn-lt"/>
                          <a:ea typeface="楷体" panose="02010609060101010101" pitchFamily="49" charset="-122"/>
                        </a:rPr>
                        <a:t>k/2</a:t>
                      </a:r>
                      <a:r>
                        <a:rPr kumimoji="1" lang="en-US" altLang="zh-CN" sz="1600" b="1" i="0" u="none" strike="noStrike" cap="none" normalizeH="0" baseline="0" dirty="0" smtClean="0">
                          <a:ln>
                            <a:noFill/>
                          </a:ln>
                          <a:solidFill>
                            <a:schemeClr val="tx1"/>
                          </a:solidFill>
                          <a:effectLst/>
                          <a:latin typeface="Arial" charset="0"/>
                          <a:ea typeface="楷体_GB2312" pitchFamily="49" charset="-122"/>
                          <a:sym typeface="Symbol" pitchFamily="18" charset="2"/>
                        </a:rPr>
                        <a:t></a:t>
                      </a:r>
                      <a:r>
                        <a:rPr kumimoji="1" lang="en-US" altLang="zh-CN" sz="1600" b="1" i="0" u="none" strike="noStrike" cap="none" normalizeH="0" baseline="0" dirty="0" smtClean="0">
                          <a:ln>
                            <a:noFill/>
                          </a:ln>
                          <a:solidFill>
                            <a:schemeClr val="tx1"/>
                          </a:solidFill>
                          <a:effectLst/>
                          <a:latin typeface="+mn-lt"/>
                          <a:ea typeface="楷体" panose="02010609060101010101" pitchFamily="49" charset="-122"/>
                        </a:rPr>
                        <a:t> </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marL="449263" indent="-449263" eaLnBrk="0" hangingPunct="0">
                        <a:lnSpc>
                          <a:spcPct val="110000"/>
                        </a:lnSpc>
                        <a:spcBef>
                          <a:spcPct val="20000"/>
                        </a:spcBef>
                        <a:buClr>
                          <a:schemeClr val="tx1"/>
                        </a:buClr>
                        <a:buFont typeface="Wingdings" panose="05000000000000000000" pitchFamily="2" charset="2"/>
                        <a:defRPr kumimoji="1" sz="2000">
                          <a:solidFill>
                            <a:srgbClr val="E24C05"/>
                          </a:solidFill>
                          <a:latin typeface="Tahoma" panose="020B0604030504040204" pitchFamily="34" charset="0"/>
                          <a:ea typeface="黑体" panose="02010609060101010101" pitchFamily="49" charset="-122"/>
                        </a:defRPr>
                      </a:lvl1pPr>
                      <a:lvl2pPr marL="742950" indent="-285750" eaLnBrk="0" hangingPunct="0">
                        <a:lnSpc>
                          <a:spcPct val="110000"/>
                        </a:lnSpc>
                        <a:spcBef>
                          <a:spcPct val="20000"/>
                        </a:spcBef>
                        <a:buClr>
                          <a:schemeClr val="tx1"/>
                        </a:buClr>
                        <a:buSzPct val="90000"/>
                        <a:buFont typeface="Wingdings" panose="05000000000000000000" pitchFamily="2" charset="2"/>
                        <a:defRPr kumimoji="1" sz="2000">
                          <a:solidFill>
                            <a:schemeClr val="tx1"/>
                          </a:solidFill>
                          <a:latin typeface="Tahoma" panose="020B0604030504040204" pitchFamily="34" charset="0"/>
                          <a:ea typeface="黑体" panose="02010609060101010101" pitchFamily="49" charset="-122"/>
                        </a:defRPr>
                      </a:lvl2pPr>
                      <a:lvl3pPr marL="1143000" indent="-228600" eaLnBrk="0" hangingPunct="0">
                        <a:lnSpc>
                          <a:spcPct val="110000"/>
                        </a:lnSpc>
                        <a:spcBef>
                          <a:spcPct val="20000"/>
                        </a:spcBef>
                        <a:buClr>
                          <a:schemeClr val="hlink"/>
                        </a:buClr>
                        <a:buSzPct val="60000"/>
                        <a:buFont typeface="Wingdings" panose="05000000000000000000" pitchFamily="2" charset="2"/>
                        <a:defRPr kumimoji="1" b="1">
                          <a:solidFill>
                            <a:srgbClr val="000000"/>
                          </a:solidFill>
                          <a:latin typeface="Tahoma" panose="020B0604030504040204" pitchFamily="34" charset="0"/>
                          <a:ea typeface="宋体" panose="02010600030101010101" pitchFamily="2" charset="-122"/>
                        </a:defRPr>
                      </a:lvl3pPr>
                      <a:lvl4pPr marL="1600200" indent="-228600" eaLnBrk="0" hangingPunct="0">
                        <a:lnSpc>
                          <a:spcPct val="110000"/>
                        </a:lnSpc>
                        <a:spcBef>
                          <a:spcPct val="20000"/>
                        </a:spcBef>
                        <a:buClr>
                          <a:schemeClr val="tx1"/>
                        </a:buClr>
                        <a:buSzPct val="65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4pPr>
                      <a:lvl5pPr marL="2057400" indent="-228600" eaLnBrk="0" hangingPunct="0">
                        <a:lnSpc>
                          <a:spcPct val="110000"/>
                        </a:lnSpc>
                        <a:spcBef>
                          <a:spcPct val="20000"/>
                        </a:spcBef>
                        <a:buClr>
                          <a:schemeClr val="hlink"/>
                        </a:buClr>
                        <a:buSzPct val="60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10000"/>
                        </a:lnSpc>
                        <a:spcBef>
                          <a:spcPct val="20000"/>
                        </a:spcBef>
                        <a:spcAft>
                          <a:spcPct val="0"/>
                        </a:spcAft>
                        <a:buClr>
                          <a:schemeClr val="hlink"/>
                        </a:buClr>
                        <a:buSzPct val="60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10000"/>
                        </a:lnSpc>
                        <a:spcBef>
                          <a:spcPct val="20000"/>
                        </a:spcBef>
                        <a:spcAft>
                          <a:spcPct val="0"/>
                        </a:spcAft>
                        <a:buClr>
                          <a:schemeClr val="hlink"/>
                        </a:buClr>
                        <a:buSzPct val="60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10000"/>
                        </a:lnSpc>
                        <a:spcBef>
                          <a:spcPct val="20000"/>
                        </a:spcBef>
                        <a:spcAft>
                          <a:spcPct val="0"/>
                        </a:spcAft>
                        <a:buClr>
                          <a:schemeClr val="hlink"/>
                        </a:buClr>
                        <a:buSzPct val="60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10000"/>
                        </a:lnSpc>
                        <a:spcBef>
                          <a:spcPct val="20000"/>
                        </a:spcBef>
                        <a:spcAft>
                          <a:spcPct val="0"/>
                        </a:spcAft>
                        <a:buClr>
                          <a:schemeClr val="hlink"/>
                        </a:buClr>
                        <a:buSzPct val="60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9p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smtClean="0">
                          <a:ln>
                            <a:noFill/>
                          </a:ln>
                          <a:solidFill>
                            <a:schemeClr val="tx1"/>
                          </a:solidFill>
                          <a:effectLst/>
                          <a:latin typeface="+mn-lt"/>
                          <a:ea typeface="楷体" panose="02010609060101010101" pitchFamily="49" charset="-122"/>
                        </a:rPr>
                        <a:t>3N/2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marL="449263" indent="-449263" eaLnBrk="0" hangingPunct="0">
                        <a:lnSpc>
                          <a:spcPct val="110000"/>
                        </a:lnSpc>
                        <a:spcBef>
                          <a:spcPct val="20000"/>
                        </a:spcBef>
                        <a:buClr>
                          <a:schemeClr val="tx1"/>
                        </a:buClr>
                        <a:buFont typeface="Wingdings" panose="05000000000000000000" pitchFamily="2" charset="2"/>
                        <a:defRPr kumimoji="1" sz="2000">
                          <a:solidFill>
                            <a:srgbClr val="E24C05"/>
                          </a:solidFill>
                          <a:latin typeface="Tahoma" panose="020B0604030504040204" pitchFamily="34" charset="0"/>
                          <a:ea typeface="黑体" panose="02010609060101010101" pitchFamily="49" charset="-122"/>
                        </a:defRPr>
                      </a:lvl1pPr>
                      <a:lvl2pPr marL="742950" indent="-285750" eaLnBrk="0" hangingPunct="0">
                        <a:lnSpc>
                          <a:spcPct val="110000"/>
                        </a:lnSpc>
                        <a:spcBef>
                          <a:spcPct val="20000"/>
                        </a:spcBef>
                        <a:buClr>
                          <a:schemeClr val="tx1"/>
                        </a:buClr>
                        <a:buSzPct val="90000"/>
                        <a:buFont typeface="Wingdings" panose="05000000000000000000" pitchFamily="2" charset="2"/>
                        <a:defRPr kumimoji="1" sz="2000">
                          <a:solidFill>
                            <a:schemeClr val="tx1"/>
                          </a:solidFill>
                          <a:latin typeface="Tahoma" panose="020B0604030504040204" pitchFamily="34" charset="0"/>
                          <a:ea typeface="黑体" panose="02010609060101010101" pitchFamily="49" charset="-122"/>
                        </a:defRPr>
                      </a:lvl2pPr>
                      <a:lvl3pPr marL="1143000" indent="-228600" eaLnBrk="0" hangingPunct="0">
                        <a:lnSpc>
                          <a:spcPct val="110000"/>
                        </a:lnSpc>
                        <a:spcBef>
                          <a:spcPct val="20000"/>
                        </a:spcBef>
                        <a:buClr>
                          <a:schemeClr val="hlink"/>
                        </a:buClr>
                        <a:buSzPct val="60000"/>
                        <a:buFont typeface="Wingdings" panose="05000000000000000000" pitchFamily="2" charset="2"/>
                        <a:defRPr kumimoji="1" b="1">
                          <a:solidFill>
                            <a:srgbClr val="000000"/>
                          </a:solidFill>
                          <a:latin typeface="Tahoma" panose="020B0604030504040204" pitchFamily="34" charset="0"/>
                          <a:ea typeface="宋体" panose="02010600030101010101" pitchFamily="2" charset="-122"/>
                        </a:defRPr>
                      </a:lvl3pPr>
                      <a:lvl4pPr marL="1600200" indent="-228600" eaLnBrk="0" hangingPunct="0">
                        <a:lnSpc>
                          <a:spcPct val="110000"/>
                        </a:lnSpc>
                        <a:spcBef>
                          <a:spcPct val="20000"/>
                        </a:spcBef>
                        <a:buClr>
                          <a:schemeClr val="tx1"/>
                        </a:buClr>
                        <a:buSzPct val="65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4pPr>
                      <a:lvl5pPr marL="2057400" indent="-228600" eaLnBrk="0" hangingPunct="0">
                        <a:lnSpc>
                          <a:spcPct val="110000"/>
                        </a:lnSpc>
                        <a:spcBef>
                          <a:spcPct val="20000"/>
                        </a:spcBef>
                        <a:buClr>
                          <a:schemeClr val="hlink"/>
                        </a:buClr>
                        <a:buSzPct val="60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10000"/>
                        </a:lnSpc>
                        <a:spcBef>
                          <a:spcPct val="20000"/>
                        </a:spcBef>
                        <a:spcAft>
                          <a:spcPct val="0"/>
                        </a:spcAft>
                        <a:buClr>
                          <a:schemeClr val="hlink"/>
                        </a:buClr>
                        <a:buSzPct val="60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10000"/>
                        </a:lnSpc>
                        <a:spcBef>
                          <a:spcPct val="20000"/>
                        </a:spcBef>
                        <a:spcAft>
                          <a:spcPct val="0"/>
                        </a:spcAft>
                        <a:buClr>
                          <a:schemeClr val="hlink"/>
                        </a:buClr>
                        <a:buSzPct val="60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10000"/>
                        </a:lnSpc>
                        <a:spcBef>
                          <a:spcPct val="20000"/>
                        </a:spcBef>
                        <a:spcAft>
                          <a:spcPct val="0"/>
                        </a:spcAft>
                        <a:buClr>
                          <a:schemeClr val="hlink"/>
                        </a:buClr>
                        <a:buSzPct val="60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10000"/>
                        </a:lnSpc>
                        <a:spcBef>
                          <a:spcPct val="20000"/>
                        </a:spcBef>
                        <a:spcAft>
                          <a:spcPct val="0"/>
                        </a:spcAft>
                        <a:buClr>
                          <a:schemeClr val="hlink"/>
                        </a:buClr>
                        <a:buSzPct val="60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9p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smtClean="0">
                          <a:ln>
                            <a:noFill/>
                          </a:ln>
                          <a:solidFill>
                            <a:schemeClr val="tx1"/>
                          </a:solidFill>
                          <a:effectLst/>
                          <a:latin typeface="+mn-lt"/>
                          <a:ea typeface="楷体" panose="02010609060101010101" pitchFamily="49" charset="-122"/>
                        </a:rPr>
                        <a:t>N/(2k)</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marL="449263" indent="-449263" eaLnBrk="0" hangingPunct="0">
                        <a:lnSpc>
                          <a:spcPct val="110000"/>
                        </a:lnSpc>
                        <a:spcBef>
                          <a:spcPct val="20000"/>
                        </a:spcBef>
                        <a:buClr>
                          <a:schemeClr val="tx1"/>
                        </a:buClr>
                        <a:buFont typeface="Wingdings" panose="05000000000000000000" pitchFamily="2" charset="2"/>
                        <a:defRPr kumimoji="1" sz="2000">
                          <a:solidFill>
                            <a:srgbClr val="E24C05"/>
                          </a:solidFill>
                          <a:latin typeface="Tahoma" panose="020B0604030504040204" pitchFamily="34" charset="0"/>
                          <a:ea typeface="黑体" panose="02010609060101010101" pitchFamily="49" charset="-122"/>
                        </a:defRPr>
                      </a:lvl1pPr>
                      <a:lvl2pPr marL="742950" indent="-285750" eaLnBrk="0" hangingPunct="0">
                        <a:lnSpc>
                          <a:spcPct val="110000"/>
                        </a:lnSpc>
                        <a:spcBef>
                          <a:spcPct val="20000"/>
                        </a:spcBef>
                        <a:buClr>
                          <a:schemeClr val="tx1"/>
                        </a:buClr>
                        <a:buSzPct val="90000"/>
                        <a:buFont typeface="Wingdings" panose="05000000000000000000" pitchFamily="2" charset="2"/>
                        <a:defRPr kumimoji="1" sz="2000">
                          <a:solidFill>
                            <a:schemeClr val="tx1"/>
                          </a:solidFill>
                          <a:latin typeface="Tahoma" panose="020B0604030504040204" pitchFamily="34" charset="0"/>
                          <a:ea typeface="黑体" panose="02010609060101010101" pitchFamily="49" charset="-122"/>
                        </a:defRPr>
                      </a:lvl2pPr>
                      <a:lvl3pPr marL="1143000" indent="-228600" eaLnBrk="0" hangingPunct="0">
                        <a:lnSpc>
                          <a:spcPct val="110000"/>
                        </a:lnSpc>
                        <a:spcBef>
                          <a:spcPct val="20000"/>
                        </a:spcBef>
                        <a:buClr>
                          <a:schemeClr val="hlink"/>
                        </a:buClr>
                        <a:buSzPct val="60000"/>
                        <a:buFont typeface="Wingdings" panose="05000000000000000000" pitchFamily="2" charset="2"/>
                        <a:defRPr kumimoji="1" b="1">
                          <a:solidFill>
                            <a:srgbClr val="000000"/>
                          </a:solidFill>
                          <a:latin typeface="Tahoma" panose="020B0604030504040204" pitchFamily="34" charset="0"/>
                          <a:ea typeface="宋体" panose="02010600030101010101" pitchFamily="2" charset="-122"/>
                        </a:defRPr>
                      </a:lvl3pPr>
                      <a:lvl4pPr marL="1600200" indent="-228600" eaLnBrk="0" hangingPunct="0">
                        <a:lnSpc>
                          <a:spcPct val="110000"/>
                        </a:lnSpc>
                        <a:spcBef>
                          <a:spcPct val="20000"/>
                        </a:spcBef>
                        <a:buClr>
                          <a:schemeClr val="tx1"/>
                        </a:buClr>
                        <a:buSzPct val="65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4pPr>
                      <a:lvl5pPr marL="2057400" indent="-228600" eaLnBrk="0" hangingPunct="0">
                        <a:lnSpc>
                          <a:spcPct val="110000"/>
                        </a:lnSpc>
                        <a:spcBef>
                          <a:spcPct val="20000"/>
                        </a:spcBef>
                        <a:buClr>
                          <a:schemeClr val="hlink"/>
                        </a:buClr>
                        <a:buSzPct val="60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10000"/>
                        </a:lnSpc>
                        <a:spcBef>
                          <a:spcPct val="20000"/>
                        </a:spcBef>
                        <a:spcAft>
                          <a:spcPct val="0"/>
                        </a:spcAft>
                        <a:buClr>
                          <a:schemeClr val="hlink"/>
                        </a:buClr>
                        <a:buSzPct val="60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10000"/>
                        </a:lnSpc>
                        <a:spcBef>
                          <a:spcPct val="20000"/>
                        </a:spcBef>
                        <a:spcAft>
                          <a:spcPct val="0"/>
                        </a:spcAft>
                        <a:buClr>
                          <a:schemeClr val="hlink"/>
                        </a:buClr>
                        <a:buSzPct val="60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10000"/>
                        </a:lnSpc>
                        <a:spcBef>
                          <a:spcPct val="20000"/>
                        </a:spcBef>
                        <a:spcAft>
                          <a:spcPct val="0"/>
                        </a:spcAft>
                        <a:buClr>
                          <a:schemeClr val="hlink"/>
                        </a:buClr>
                        <a:buSzPct val="60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10000"/>
                        </a:lnSpc>
                        <a:spcBef>
                          <a:spcPct val="20000"/>
                        </a:spcBef>
                        <a:spcAft>
                          <a:spcPct val="0"/>
                        </a:spcAft>
                        <a:buClr>
                          <a:schemeClr val="hlink"/>
                        </a:buClr>
                        <a:buSzPct val="60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9p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dirty="0" smtClean="0">
                          <a:ln>
                            <a:noFill/>
                          </a:ln>
                          <a:solidFill>
                            <a:schemeClr val="tx1"/>
                          </a:solidFill>
                          <a:effectLst/>
                          <a:latin typeface="+mn-lt"/>
                          <a:ea typeface="楷体" panose="02010609060101010101" pitchFamily="49" charset="-122"/>
                        </a:rPr>
                        <a:t>是</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marL="449263" indent="-449263" eaLnBrk="0" hangingPunct="0">
                        <a:lnSpc>
                          <a:spcPct val="110000"/>
                        </a:lnSpc>
                        <a:spcBef>
                          <a:spcPct val="20000"/>
                        </a:spcBef>
                        <a:buClr>
                          <a:schemeClr val="tx1"/>
                        </a:buClr>
                        <a:buFont typeface="Wingdings" panose="05000000000000000000" pitchFamily="2" charset="2"/>
                        <a:defRPr kumimoji="1" sz="2000">
                          <a:solidFill>
                            <a:srgbClr val="E24C05"/>
                          </a:solidFill>
                          <a:latin typeface="Tahoma" panose="020B0604030504040204" pitchFamily="34" charset="0"/>
                          <a:ea typeface="黑体" panose="02010609060101010101" pitchFamily="49" charset="-122"/>
                        </a:defRPr>
                      </a:lvl1pPr>
                      <a:lvl2pPr marL="742950" indent="-285750" eaLnBrk="0" hangingPunct="0">
                        <a:lnSpc>
                          <a:spcPct val="110000"/>
                        </a:lnSpc>
                        <a:spcBef>
                          <a:spcPct val="20000"/>
                        </a:spcBef>
                        <a:buClr>
                          <a:schemeClr val="tx1"/>
                        </a:buClr>
                        <a:buSzPct val="90000"/>
                        <a:buFont typeface="Wingdings" panose="05000000000000000000" pitchFamily="2" charset="2"/>
                        <a:defRPr kumimoji="1" sz="2000">
                          <a:solidFill>
                            <a:schemeClr val="tx1"/>
                          </a:solidFill>
                          <a:latin typeface="Tahoma" panose="020B0604030504040204" pitchFamily="34" charset="0"/>
                          <a:ea typeface="黑体" panose="02010609060101010101" pitchFamily="49" charset="-122"/>
                        </a:defRPr>
                      </a:lvl2pPr>
                      <a:lvl3pPr marL="1143000" indent="-228600" eaLnBrk="0" hangingPunct="0">
                        <a:lnSpc>
                          <a:spcPct val="110000"/>
                        </a:lnSpc>
                        <a:spcBef>
                          <a:spcPct val="20000"/>
                        </a:spcBef>
                        <a:buClr>
                          <a:schemeClr val="hlink"/>
                        </a:buClr>
                        <a:buSzPct val="60000"/>
                        <a:buFont typeface="Wingdings" panose="05000000000000000000" pitchFamily="2" charset="2"/>
                        <a:defRPr kumimoji="1" b="1">
                          <a:solidFill>
                            <a:srgbClr val="000000"/>
                          </a:solidFill>
                          <a:latin typeface="Tahoma" panose="020B0604030504040204" pitchFamily="34" charset="0"/>
                          <a:ea typeface="宋体" panose="02010600030101010101" pitchFamily="2" charset="-122"/>
                        </a:defRPr>
                      </a:lvl3pPr>
                      <a:lvl4pPr marL="1600200" indent="-228600" eaLnBrk="0" hangingPunct="0">
                        <a:lnSpc>
                          <a:spcPct val="110000"/>
                        </a:lnSpc>
                        <a:spcBef>
                          <a:spcPct val="20000"/>
                        </a:spcBef>
                        <a:buClr>
                          <a:schemeClr val="tx1"/>
                        </a:buClr>
                        <a:buSzPct val="65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4pPr>
                      <a:lvl5pPr marL="2057400" indent="-228600" eaLnBrk="0" hangingPunct="0">
                        <a:lnSpc>
                          <a:spcPct val="110000"/>
                        </a:lnSpc>
                        <a:spcBef>
                          <a:spcPct val="20000"/>
                        </a:spcBef>
                        <a:buClr>
                          <a:schemeClr val="hlink"/>
                        </a:buClr>
                        <a:buSzPct val="60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10000"/>
                        </a:lnSpc>
                        <a:spcBef>
                          <a:spcPct val="20000"/>
                        </a:spcBef>
                        <a:spcAft>
                          <a:spcPct val="0"/>
                        </a:spcAft>
                        <a:buClr>
                          <a:schemeClr val="hlink"/>
                        </a:buClr>
                        <a:buSzPct val="60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10000"/>
                        </a:lnSpc>
                        <a:spcBef>
                          <a:spcPct val="20000"/>
                        </a:spcBef>
                        <a:spcAft>
                          <a:spcPct val="0"/>
                        </a:spcAft>
                        <a:buClr>
                          <a:schemeClr val="hlink"/>
                        </a:buClr>
                        <a:buSzPct val="60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10000"/>
                        </a:lnSpc>
                        <a:spcBef>
                          <a:spcPct val="20000"/>
                        </a:spcBef>
                        <a:spcAft>
                          <a:spcPct val="0"/>
                        </a:spcAft>
                        <a:buClr>
                          <a:schemeClr val="hlink"/>
                        </a:buClr>
                        <a:buSzPct val="60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10000"/>
                        </a:lnSpc>
                        <a:spcBef>
                          <a:spcPct val="20000"/>
                        </a:spcBef>
                        <a:spcAft>
                          <a:spcPct val="0"/>
                        </a:spcAft>
                        <a:buClr>
                          <a:schemeClr val="hlink"/>
                        </a:buClr>
                        <a:buSzPct val="60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9p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smtClean="0">
                          <a:ln>
                            <a:noFill/>
                          </a:ln>
                          <a:solidFill>
                            <a:schemeClr val="tx1"/>
                          </a:solidFill>
                          <a:effectLst/>
                          <a:latin typeface="+mn-lt"/>
                          <a:ea typeface="楷体" panose="02010609060101010101" pitchFamily="49" charset="-122"/>
                        </a:rPr>
                        <a:t>N=k×2</a:t>
                      </a:r>
                      <a:r>
                        <a:rPr kumimoji="1" lang="en-US" altLang="zh-CN" sz="1600" b="1" i="0" u="none" strike="noStrike" cap="none" normalizeH="0" baseline="30000" dirty="0" smtClean="0">
                          <a:ln>
                            <a:noFill/>
                          </a:ln>
                          <a:solidFill>
                            <a:schemeClr val="tx1"/>
                          </a:solidFill>
                          <a:effectLst/>
                          <a:latin typeface="+mn-lt"/>
                          <a:ea typeface="楷体" panose="02010609060101010101" pitchFamily="49" charset="-122"/>
                        </a:rPr>
                        <a:t>k</a:t>
                      </a:r>
                      <a:r>
                        <a:rPr kumimoji="1" lang="zh-CN" altLang="en-US" sz="1600" b="1" i="0" u="none" strike="noStrike" cap="none" normalizeH="0" baseline="0" dirty="0" smtClean="0">
                          <a:ln>
                            <a:noFill/>
                          </a:ln>
                          <a:solidFill>
                            <a:schemeClr val="tx1"/>
                          </a:solidFill>
                          <a:effectLst/>
                          <a:latin typeface="+mn-lt"/>
                          <a:ea typeface="楷体" panose="02010609060101010101" pitchFamily="49" charset="-122"/>
                        </a:rPr>
                        <a:t>结点</a:t>
                      </a:r>
                    </a:p>
                    <a:p>
                      <a:pPr marL="449263" marR="0" lvl="0" indent="-449263" algn="ctr" defTabSz="914400" rtl="0" eaLnBrk="0" fontAlgn="base" latinLnBrk="0" hangingPunct="0">
                        <a:lnSpc>
                          <a:spcPct val="100000"/>
                        </a:lnSpc>
                        <a:spcBef>
                          <a:spcPct val="0"/>
                        </a:spcBef>
                        <a:spcAft>
                          <a:spcPct val="0"/>
                        </a:spcAft>
                        <a:buClrTx/>
                        <a:buSzTx/>
                        <a:buFontTx/>
                        <a:buNone/>
                        <a:tabLst/>
                      </a:pPr>
                      <a:r>
                        <a:rPr kumimoji="1" lang="zh-CN" altLang="en-US" sz="1600" b="1" i="0" u="none" strike="noStrike" cap="none" normalizeH="0" baseline="0" dirty="0" smtClean="0">
                          <a:ln>
                            <a:noFill/>
                          </a:ln>
                          <a:solidFill>
                            <a:schemeClr val="tx1"/>
                          </a:solidFill>
                          <a:effectLst/>
                          <a:latin typeface="+mn-lt"/>
                          <a:ea typeface="楷体" panose="02010609060101010101" pitchFamily="49" charset="-122"/>
                        </a:rPr>
                        <a:t>环长</a:t>
                      </a:r>
                      <a:r>
                        <a:rPr kumimoji="1" lang="en-US" altLang="zh-CN" sz="1600" b="1" i="0" u="none" strike="noStrike" cap="none" normalizeH="0" baseline="0" dirty="0" smtClean="0">
                          <a:ln>
                            <a:noFill/>
                          </a:ln>
                          <a:solidFill>
                            <a:schemeClr val="tx1"/>
                          </a:solidFill>
                          <a:effectLst/>
                          <a:latin typeface="+mn-lt"/>
                          <a:ea typeface="楷体" panose="02010609060101010101" pitchFamily="49" charset="-122"/>
                        </a:rPr>
                        <a:t>k≥3</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57661">
                <a:tc>
                  <a:txBody>
                    <a:bodyPr/>
                    <a:lstStyle>
                      <a:lvl1pPr marL="449263" indent="-449263" eaLnBrk="0" hangingPunct="0">
                        <a:lnSpc>
                          <a:spcPct val="110000"/>
                        </a:lnSpc>
                        <a:spcBef>
                          <a:spcPct val="20000"/>
                        </a:spcBef>
                        <a:buClr>
                          <a:schemeClr val="tx1"/>
                        </a:buClr>
                        <a:buFont typeface="Wingdings" panose="05000000000000000000" pitchFamily="2" charset="2"/>
                        <a:defRPr kumimoji="1" sz="2000">
                          <a:solidFill>
                            <a:srgbClr val="E24C05"/>
                          </a:solidFill>
                          <a:latin typeface="Tahoma" panose="020B0604030504040204" pitchFamily="34" charset="0"/>
                          <a:ea typeface="黑体" panose="02010609060101010101" pitchFamily="49" charset="-122"/>
                        </a:defRPr>
                      </a:lvl1pPr>
                      <a:lvl2pPr marL="742950" indent="-285750" eaLnBrk="0" hangingPunct="0">
                        <a:lnSpc>
                          <a:spcPct val="110000"/>
                        </a:lnSpc>
                        <a:spcBef>
                          <a:spcPct val="20000"/>
                        </a:spcBef>
                        <a:buClr>
                          <a:schemeClr val="tx1"/>
                        </a:buClr>
                        <a:buSzPct val="90000"/>
                        <a:buFont typeface="Wingdings" panose="05000000000000000000" pitchFamily="2" charset="2"/>
                        <a:defRPr kumimoji="1" sz="2000">
                          <a:solidFill>
                            <a:schemeClr val="tx1"/>
                          </a:solidFill>
                          <a:latin typeface="Tahoma" panose="020B0604030504040204" pitchFamily="34" charset="0"/>
                          <a:ea typeface="黑体" panose="02010609060101010101" pitchFamily="49" charset="-122"/>
                        </a:defRPr>
                      </a:lvl2pPr>
                      <a:lvl3pPr marL="1143000" indent="-228600" eaLnBrk="0" hangingPunct="0">
                        <a:lnSpc>
                          <a:spcPct val="110000"/>
                        </a:lnSpc>
                        <a:spcBef>
                          <a:spcPct val="20000"/>
                        </a:spcBef>
                        <a:buClr>
                          <a:schemeClr val="hlink"/>
                        </a:buClr>
                        <a:buSzPct val="60000"/>
                        <a:buFont typeface="Wingdings" panose="05000000000000000000" pitchFamily="2" charset="2"/>
                        <a:defRPr kumimoji="1" b="1">
                          <a:solidFill>
                            <a:srgbClr val="000000"/>
                          </a:solidFill>
                          <a:latin typeface="Tahoma" panose="020B0604030504040204" pitchFamily="34" charset="0"/>
                          <a:ea typeface="宋体" panose="02010600030101010101" pitchFamily="2" charset="-122"/>
                        </a:defRPr>
                      </a:lvl3pPr>
                      <a:lvl4pPr marL="1600200" indent="-228600" eaLnBrk="0" hangingPunct="0">
                        <a:lnSpc>
                          <a:spcPct val="110000"/>
                        </a:lnSpc>
                        <a:spcBef>
                          <a:spcPct val="20000"/>
                        </a:spcBef>
                        <a:buClr>
                          <a:schemeClr val="tx1"/>
                        </a:buClr>
                        <a:buSzPct val="65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4pPr>
                      <a:lvl5pPr marL="2057400" indent="-228600" eaLnBrk="0" hangingPunct="0">
                        <a:lnSpc>
                          <a:spcPct val="110000"/>
                        </a:lnSpc>
                        <a:spcBef>
                          <a:spcPct val="20000"/>
                        </a:spcBef>
                        <a:buClr>
                          <a:schemeClr val="hlink"/>
                        </a:buClr>
                        <a:buSzPct val="60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10000"/>
                        </a:lnSpc>
                        <a:spcBef>
                          <a:spcPct val="20000"/>
                        </a:spcBef>
                        <a:spcAft>
                          <a:spcPct val="0"/>
                        </a:spcAft>
                        <a:buClr>
                          <a:schemeClr val="hlink"/>
                        </a:buClr>
                        <a:buSzPct val="60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10000"/>
                        </a:lnSpc>
                        <a:spcBef>
                          <a:spcPct val="20000"/>
                        </a:spcBef>
                        <a:spcAft>
                          <a:spcPct val="0"/>
                        </a:spcAft>
                        <a:buClr>
                          <a:schemeClr val="hlink"/>
                        </a:buClr>
                        <a:buSzPct val="60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10000"/>
                        </a:lnSpc>
                        <a:spcBef>
                          <a:spcPct val="20000"/>
                        </a:spcBef>
                        <a:spcAft>
                          <a:spcPct val="0"/>
                        </a:spcAft>
                        <a:buClr>
                          <a:schemeClr val="hlink"/>
                        </a:buClr>
                        <a:buSzPct val="60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10000"/>
                        </a:lnSpc>
                        <a:spcBef>
                          <a:spcPct val="20000"/>
                        </a:spcBef>
                        <a:spcAft>
                          <a:spcPct val="0"/>
                        </a:spcAft>
                        <a:buClr>
                          <a:schemeClr val="hlink"/>
                        </a:buClr>
                        <a:buSzPct val="60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9p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smtClean="0">
                          <a:ln>
                            <a:noFill/>
                          </a:ln>
                          <a:solidFill>
                            <a:schemeClr val="tx1"/>
                          </a:solidFill>
                          <a:effectLst/>
                          <a:latin typeface="+mn-lt"/>
                          <a:ea typeface="楷体" panose="02010609060101010101" pitchFamily="49" charset="-122"/>
                        </a:rPr>
                        <a:t>k</a:t>
                      </a:r>
                      <a:r>
                        <a:rPr kumimoji="1" lang="zh-CN" altLang="en-US" sz="1600" b="1" i="0" u="none" strike="noStrike" cap="none" normalizeH="0" baseline="0" dirty="0" smtClean="0">
                          <a:ln>
                            <a:noFill/>
                          </a:ln>
                          <a:solidFill>
                            <a:schemeClr val="tx1"/>
                          </a:solidFill>
                          <a:effectLst/>
                          <a:latin typeface="+mn-lt"/>
                          <a:ea typeface="楷体" panose="02010609060101010101" pitchFamily="49" charset="-122"/>
                        </a:rPr>
                        <a:t>元</a:t>
                      </a:r>
                      <a:r>
                        <a:rPr kumimoji="1" lang="en-US" altLang="zh-CN" sz="1600" b="1" i="0" u="none" strike="noStrike" cap="none" normalizeH="0" baseline="0" dirty="0" smtClean="0">
                          <a:ln>
                            <a:noFill/>
                          </a:ln>
                          <a:solidFill>
                            <a:schemeClr val="tx1"/>
                          </a:solidFill>
                          <a:effectLst/>
                          <a:latin typeface="+mn-lt"/>
                          <a:ea typeface="楷体" panose="02010609060101010101" pitchFamily="49" charset="-122"/>
                        </a:rPr>
                        <a:t>n-</a:t>
                      </a:r>
                      <a:r>
                        <a:rPr kumimoji="1" lang="zh-CN" altLang="en-US" sz="1600" b="1" i="0" u="none" strike="noStrike" cap="none" normalizeH="0" baseline="0" dirty="0" smtClean="0">
                          <a:ln>
                            <a:noFill/>
                          </a:ln>
                          <a:solidFill>
                            <a:schemeClr val="tx1"/>
                          </a:solidFill>
                          <a:effectLst/>
                          <a:latin typeface="+mn-lt"/>
                          <a:ea typeface="楷体" panose="02010609060101010101" pitchFamily="49" charset="-122"/>
                        </a:rPr>
                        <a:t>立方体</a:t>
                      </a:r>
                    </a:p>
                  </a:txBody>
                  <a:tcPr marL="90000" marR="90000" marT="18000" marB="180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marL="449263" indent="-449263" eaLnBrk="0" hangingPunct="0">
                        <a:lnSpc>
                          <a:spcPct val="110000"/>
                        </a:lnSpc>
                        <a:spcBef>
                          <a:spcPct val="20000"/>
                        </a:spcBef>
                        <a:buClr>
                          <a:schemeClr val="tx1"/>
                        </a:buClr>
                        <a:buFont typeface="Wingdings" panose="05000000000000000000" pitchFamily="2" charset="2"/>
                        <a:defRPr kumimoji="1" sz="2000">
                          <a:solidFill>
                            <a:srgbClr val="E24C05"/>
                          </a:solidFill>
                          <a:latin typeface="Tahoma" panose="020B0604030504040204" pitchFamily="34" charset="0"/>
                          <a:ea typeface="黑体" panose="02010609060101010101" pitchFamily="49" charset="-122"/>
                        </a:defRPr>
                      </a:lvl1pPr>
                      <a:lvl2pPr marL="742950" indent="-285750" eaLnBrk="0" hangingPunct="0">
                        <a:lnSpc>
                          <a:spcPct val="110000"/>
                        </a:lnSpc>
                        <a:spcBef>
                          <a:spcPct val="20000"/>
                        </a:spcBef>
                        <a:buClr>
                          <a:schemeClr val="tx1"/>
                        </a:buClr>
                        <a:buSzPct val="90000"/>
                        <a:buFont typeface="Wingdings" panose="05000000000000000000" pitchFamily="2" charset="2"/>
                        <a:defRPr kumimoji="1" sz="2000">
                          <a:solidFill>
                            <a:schemeClr val="tx1"/>
                          </a:solidFill>
                          <a:latin typeface="Tahoma" panose="020B0604030504040204" pitchFamily="34" charset="0"/>
                          <a:ea typeface="黑体" panose="02010609060101010101" pitchFamily="49" charset="-122"/>
                        </a:defRPr>
                      </a:lvl2pPr>
                      <a:lvl3pPr marL="1143000" indent="-228600" eaLnBrk="0" hangingPunct="0">
                        <a:lnSpc>
                          <a:spcPct val="110000"/>
                        </a:lnSpc>
                        <a:spcBef>
                          <a:spcPct val="20000"/>
                        </a:spcBef>
                        <a:buClr>
                          <a:schemeClr val="hlink"/>
                        </a:buClr>
                        <a:buSzPct val="60000"/>
                        <a:buFont typeface="Wingdings" panose="05000000000000000000" pitchFamily="2" charset="2"/>
                        <a:defRPr kumimoji="1" b="1">
                          <a:solidFill>
                            <a:srgbClr val="000000"/>
                          </a:solidFill>
                          <a:latin typeface="Tahoma" panose="020B0604030504040204" pitchFamily="34" charset="0"/>
                          <a:ea typeface="宋体" panose="02010600030101010101" pitchFamily="2" charset="-122"/>
                        </a:defRPr>
                      </a:lvl3pPr>
                      <a:lvl4pPr marL="1600200" indent="-228600" eaLnBrk="0" hangingPunct="0">
                        <a:lnSpc>
                          <a:spcPct val="110000"/>
                        </a:lnSpc>
                        <a:spcBef>
                          <a:spcPct val="20000"/>
                        </a:spcBef>
                        <a:buClr>
                          <a:schemeClr val="tx1"/>
                        </a:buClr>
                        <a:buSzPct val="65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4pPr>
                      <a:lvl5pPr marL="2057400" indent="-228600" eaLnBrk="0" hangingPunct="0">
                        <a:lnSpc>
                          <a:spcPct val="110000"/>
                        </a:lnSpc>
                        <a:spcBef>
                          <a:spcPct val="20000"/>
                        </a:spcBef>
                        <a:buClr>
                          <a:schemeClr val="hlink"/>
                        </a:buClr>
                        <a:buSzPct val="60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10000"/>
                        </a:lnSpc>
                        <a:spcBef>
                          <a:spcPct val="20000"/>
                        </a:spcBef>
                        <a:spcAft>
                          <a:spcPct val="0"/>
                        </a:spcAft>
                        <a:buClr>
                          <a:schemeClr val="hlink"/>
                        </a:buClr>
                        <a:buSzPct val="60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10000"/>
                        </a:lnSpc>
                        <a:spcBef>
                          <a:spcPct val="20000"/>
                        </a:spcBef>
                        <a:spcAft>
                          <a:spcPct val="0"/>
                        </a:spcAft>
                        <a:buClr>
                          <a:schemeClr val="hlink"/>
                        </a:buClr>
                        <a:buSzPct val="60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10000"/>
                        </a:lnSpc>
                        <a:spcBef>
                          <a:spcPct val="20000"/>
                        </a:spcBef>
                        <a:spcAft>
                          <a:spcPct val="0"/>
                        </a:spcAft>
                        <a:buClr>
                          <a:schemeClr val="hlink"/>
                        </a:buClr>
                        <a:buSzPct val="60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10000"/>
                        </a:lnSpc>
                        <a:spcBef>
                          <a:spcPct val="20000"/>
                        </a:spcBef>
                        <a:spcAft>
                          <a:spcPct val="0"/>
                        </a:spcAft>
                        <a:buClr>
                          <a:schemeClr val="hlink"/>
                        </a:buClr>
                        <a:buSzPct val="60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9p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smtClean="0">
                          <a:ln>
                            <a:noFill/>
                          </a:ln>
                          <a:solidFill>
                            <a:schemeClr val="tx1"/>
                          </a:solidFill>
                          <a:effectLst/>
                          <a:latin typeface="+mn-lt"/>
                          <a:ea typeface="楷体" panose="02010609060101010101" pitchFamily="49" charset="-122"/>
                        </a:rPr>
                        <a:t>2n</a:t>
                      </a:r>
                    </a:p>
                  </a:txBody>
                  <a:tcPr marL="90000" marR="90000" marT="18000" marB="18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marL="449263" indent="-449263" eaLnBrk="0" hangingPunct="0">
                        <a:lnSpc>
                          <a:spcPct val="110000"/>
                        </a:lnSpc>
                        <a:spcBef>
                          <a:spcPct val="20000"/>
                        </a:spcBef>
                        <a:buClr>
                          <a:schemeClr val="tx1"/>
                        </a:buClr>
                        <a:buFont typeface="Wingdings" panose="05000000000000000000" pitchFamily="2" charset="2"/>
                        <a:defRPr kumimoji="1" sz="2000">
                          <a:solidFill>
                            <a:srgbClr val="E24C05"/>
                          </a:solidFill>
                          <a:latin typeface="Tahoma" panose="020B0604030504040204" pitchFamily="34" charset="0"/>
                          <a:ea typeface="黑体" panose="02010609060101010101" pitchFamily="49" charset="-122"/>
                        </a:defRPr>
                      </a:lvl1pPr>
                      <a:lvl2pPr marL="742950" indent="-285750" eaLnBrk="0" hangingPunct="0">
                        <a:lnSpc>
                          <a:spcPct val="110000"/>
                        </a:lnSpc>
                        <a:spcBef>
                          <a:spcPct val="20000"/>
                        </a:spcBef>
                        <a:buClr>
                          <a:schemeClr val="tx1"/>
                        </a:buClr>
                        <a:buSzPct val="90000"/>
                        <a:buFont typeface="Wingdings" panose="05000000000000000000" pitchFamily="2" charset="2"/>
                        <a:defRPr kumimoji="1" sz="2000">
                          <a:solidFill>
                            <a:schemeClr val="tx1"/>
                          </a:solidFill>
                          <a:latin typeface="Tahoma" panose="020B0604030504040204" pitchFamily="34" charset="0"/>
                          <a:ea typeface="黑体" panose="02010609060101010101" pitchFamily="49" charset="-122"/>
                        </a:defRPr>
                      </a:lvl2pPr>
                      <a:lvl3pPr marL="1143000" indent="-228600" eaLnBrk="0" hangingPunct="0">
                        <a:lnSpc>
                          <a:spcPct val="110000"/>
                        </a:lnSpc>
                        <a:spcBef>
                          <a:spcPct val="20000"/>
                        </a:spcBef>
                        <a:buClr>
                          <a:schemeClr val="hlink"/>
                        </a:buClr>
                        <a:buSzPct val="60000"/>
                        <a:buFont typeface="Wingdings" panose="05000000000000000000" pitchFamily="2" charset="2"/>
                        <a:defRPr kumimoji="1" b="1">
                          <a:solidFill>
                            <a:srgbClr val="000000"/>
                          </a:solidFill>
                          <a:latin typeface="Tahoma" panose="020B0604030504040204" pitchFamily="34" charset="0"/>
                          <a:ea typeface="宋体" panose="02010600030101010101" pitchFamily="2" charset="-122"/>
                        </a:defRPr>
                      </a:lvl3pPr>
                      <a:lvl4pPr marL="1600200" indent="-228600" eaLnBrk="0" hangingPunct="0">
                        <a:lnSpc>
                          <a:spcPct val="110000"/>
                        </a:lnSpc>
                        <a:spcBef>
                          <a:spcPct val="20000"/>
                        </a:spcBef>
                        <a:buClr>
                          <a:schemeClr val="tx1"/>
                        </a:buClr>
                        <a:buSzPct val="65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4pPr>
                      <a:lvl5pPr marL="2057400" indent="-228600" eaLnBrk="0" hangingPunct="0">
                        <a:lnSpc>
                          <a:spcPct val="110000"/>
                        </a:lnSpc>
                        <a:spcBef>
                          <a:spcPct val="20000"/>
                        </a:spcBef>
                        <a:buClr>
                          <a:schemeClr val="hlink"/>
                        </a:buClr>
                        <a:buSzPct val="60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10000"/>
                        </a:lnSpc>
                        <a:spcBef>
                          <a:spcPct val="20000"/>
                        </a:spcBef>
                        <a:spcAft>
                          <a:spcPct val="0"/>
                        </a:spcAft>
                        <a:buClr>
                          <a:schemeClr val="hlink"/>
                        </a:buClr>
                        <a:buSzPct val="60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10000"/>
                        </a:lnSpc>
                        <a:spcBef>
                          <a:spcPct val="20000"/>
                        </a:spcBef>
                        <a:spcAft>
                          <a:spcPct val="0"/>
                        </a:spcAft>
                        <a:buClr>
                          <a:schemeClr val="hlink"/>
                        </a:buClr>
                        <a:buSzPct val="60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10000"/>
                        </a:lnSpc>
                        <a:spcBef>
                          <a:spcPct val="20000"/>
                        </a:spcBef>
                        <a:spcAft>
                          <a:spcPct val="0"/>
                        </a:spcAft>
                        <a:buClr>
                          <a:schemeClr val="hlink"/>
                        </a:buClr>
                        <a:buSzPct val="60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10000"/>
                        </a:lnSpc>
                        <a:spcBef>
                          <a:spcPct val="20000"/>
                        </a:spcBef>
                        <a:spcAft>
                          <a:spcPct val="0"/>
                        </a:spcAft>
                        <a:buClr>
                          <a:schemeClr val="hlink"/>
                        </a:buClr>
                        <a:buSzPct val="60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9p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smtClean="0">
                          <a:ln>
                            <a:noFill/>
                          </a:ln>
                          <a:solidFill>
                            <a:schemeClr val="tx1"/>
                          </a:solidFill>
                          <a:effectLst/>
                          <a:latin typeface="+mn-lt"/>
                          <a:ea typeface="楷体" panose="02010609060101010101" pitchFamily="49" charset="-122"/>
                        </a:rPr>
                        <a:t>n[k/2]</a:t>
                      </a:r>
                    </a:p>
                  </a:txBody>
                  <a:tcPr marL="90000" marR="90000" marT="18000" marB="18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marL="449263" indent="-449263" eaLnBrk="0" hangingPunct="0">
                        <a:lnSpc>
                          <a:spcPct val="110000"/>
                        </a:lnSpc>
                        <a:spcBef>
                          <a:spcPct val="20000"/>
                        </a:spcBef>
                        <a:buClr>
                          <a:schemeClr val="tx1"/>
                        </a:buClr>
                        <a:buFont typeface="Wingdings" panose="05000000000000000000" pitchFamily="2" charset="2"/>
                        <a:defRPr kumimoji="1" sz="2000">
                          <a:solidFill>
                            <a:srgbClr val="E24C05"/>
                          </a:solidFill>
                          <a:latin typeface="Tahoma" panose="020B0604030504040204" pitchFamily="34" charset="0"/>
                          <a:ea typeface="黑体" panose="02010609060101010101" pitchFamily="49" charset="-122"/>
                        </a:defRPr>
                      </a:lvl1pPr>
                      <a:lvl2pPr marL="742950" indent="-285750" eaLnBrk="0" hangingPunct="0">
                        <a:lnSpc>
                          <a:spcPct val="110000"/>
                        </a:lnSpc>
                        <a:spcBef>
                          <a:spcPct val="20000"/>
                        </a:spcBef>
                        <a:buClr>
                          <a:schemeClr val="tx1"/>
                        </a:buClr>
                        <a:buSzPct val="90000"/>
                        <a:buFont typeface="Wingdings" panose="05000000000000000000" pitchFamily="2" charset="2"/>
                        <a:defRPr kumimoji="1" sz="2000">
                          <a:solidFill>
                            <a:schemeClr val="tx1"/>
                          </a:solidFill>
                          <a:latin typeface="Tahoma" panose="020B0604030504040204" pitchFamily="34" charset="0"/>
                          <a:ea typeface="黑体" panose="02010609060101010101" pitchFamily="49" charset="-122"/>
                        </a:defRPr>
                      </a:lvl2pPr>
                      <a:lvl3pPr marL="1143000" indent="-228600" eaLnBrk="0" hangingPunct="0">
                        <a:lnSpc>
                          <a:spcPct val="110000"/>
                        </a:lnSpc>
                        <a:spcBef>
                          <a:spcPct val="20000"/>
                        </a:spcBef>
                        <a:buClr>
                          <a:schemeClr val="hlink"/>
                        </a:buClr>
                        <a:buSzPct val="60000"/>
                        <a:buFont typeface="Wingdings" panose="05000000000000000000" pitchFamily="2" charset="2"/>
                        <a:defRPr kumimoji="1" b="1">
                          <a:solidFill>
                            <a:srgbClr val="000000"/>
                          </a:solidFill>
                          <a:latin typeface="Tahoma" panose="020B0604030504040204" pitchFamily="34" charset="0"/>
                          <a:ea typeface="宋体" panose="02010600030101010101" pitchFamily="2" charset="-122"/>
                        </a:defRPr>
                      </a:lvl3pPr>
                      <a:lvl4pPr marL="1600200" indent="-228600" eaLnBrk="0" hangingPunct="0">
                        <a:lnSpc>
                          <a:spcPct val="110000"/>
                        </a:lnSpc>
                        <a:spcBef>
                          <a:spcPct val="20000"/>
                        </a:spcBef>
                        <a:buClr>
                          <a:schemeClr val="tx1"/>
                        </a:buClr>
                        <a:buSzPct val="65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4pPr>
                      <a:lvl5pPr marL="2057400" indent="-228600" eaLnBrk="0" hangingPunct="0">
                        <a:lnSpc>
                          <a:spcPct val="110000"/>
                        </a:lnSpc>
                        <a:spcBef>
                          <a:spcPct val="20000"/>
                        </a:spcBef>
                        <a:buClr>
                          <a:schemeClr val="hlink"/>
                        </a:buClr>
                        <a:buSzPct val="60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10000"/>
                        </a:lnSpc>
                        <a:spcBef>
                          <a:spcPct val="20000"/>
                        </a:spcBef>
                        <a:spcAft>
                          <a:spcPct val="0"/>
                        </a:spcAft>
                        <a:buClr>
                          <a:schemeClr val="hlink"/>
                        </a:buClr>
                        <a:buSzPct val="60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10000"/>
                        </a:lnSpc>
                        <a:spcBef>
                          <a:spcPct val="20000"/>
                        </a:spcBef>
                        <a:spcAft>
                          <a:spcPct val="0"/>
                        </a:spcAft>
                        <a:buClr>
                          <a:schemeClr val="hlink"/>
                        </a:buClr>
                        <a:buSzPct val="60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10000"/>
                        </a:lnSpc>
                        <a:spcBef>
                          <a:spcPct val="20000"/>
                        </a:spcBef>
                        <a:spcAft>
                          <a:spcPct val="0"/>
                        </a:spcAft>
                        <a:buClr>
                          <a:schemeClr val="hlink"/>
                        </a:buClr>
                        <a:buSzPct val="60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10000"/>
                        </a:lnSpc>
                        <a:spcBef>
                          <a:spcPct val="20000"/>
                        </a:spcBef>
                        <a:spcAft>
                          <a:spcPct val="0"/>
                        </a:spcAft>
                        <a:buClr>
                          <a:schemeClr val="hlink"/>
                        </a:buClr>
                        <a:buSzPct val="60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9p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err="1" smtClean="0">
                          <a:ln>
                            <a:noFill/>
                          </a:ln>
                          <a:solidFill>
                            <a:schemeClr val="tx1"/>
                          </a:solidFill>
                          <a:effectLst/>
                          <a:latin typeface="+mn-lt"/>
                          <a:ea typeface="楷体" panose="02010609060101010101" pitchFamily="49" charset="-122"/>
                        </a:rPr>
                        <a:t>nN</a:t>
                      </a:r>
                      <a:endParaRPr kumimoji="1" lang="en-US" altLang="zh-CN" sz="1600" b="1" i="0" u="none" strike="noStrike" cap="none" normalizeH="0" baseline="0" dirty="0" smtClean="0">
                        <a:ln>
                          <a:noFill/>
                        </a:ln>
                        <a:solidFill>
                          <a:schemeClr val="tx1"/>
                        </a:solidFill>
                        <a:effectLst/>
                        <a:latin typeface="+mn-lt"/>
                        <a:ea typeface="楷体" panose="02010609060101010101" pitchFamily="49" charset="-122"/>
                      </a:endParaRPr>
                    </a:p>
                  </a:txBody>
                  <a:tcPr marL="90000" marR="90000" marT="18000" marB="18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marL="449263" indent="-449263" eaLnBrk="0" hangingPunct="0">
                        <a:lnSpc>
                          <a:spcPct val="110000"/>
                        </a:lnSpc>
                        <a:spcBef>
                          <a:spcPct val="20000"/>
                        </a:spcBef>
                        <a:buClr>
                          <a:schemeClr val="tx1"/>
                        </a:buClr>
                        <a:buFont typeface="Wingdings" panose="05000000000000000000" pitchFamily="2" charset="2"/>
                        <a:defRPr kumimoji="1" sz="2000">
                          <a:solidFill>
                            <a:srgbClr val="E24C05"/>
                          </a:solidFill>
                          <a:latin typeface="Tahoma" panose="020B0604030504040204" pitchFamily="34" charset="0"/>
                          <a:ea typeface="黑体" panose="02010609060101010101" pitchFamily="49" charset="-122"/>
                        </a:defRPr>
                      </a:lvl1pPr>
                      <a:lvl2pPr marL="742950" indent="-285750" eaLnBrk="0" hangingPunct="0">
                        <a:lnSpc>
                          <a:spcPct val="110000"/>
                        </a:lnSpc>
                        <a:spcBef>
                          <a:spcPct val="20000"/>
                        </a:spcBef>
                        <a:buClr>
                          <a:schemeClr val="tx1"/>
                        </a:buClr>
                        <a:buSzPct val="90000"/>
                        <a:buFont typeface="Wingdings" panose="05000000000000000000" pitchFamily="2" charset="2"/>
                        <a:defRPr kumimoji="1" sz="2000">
                          <a:solidFill>
                            <a:schemeClr val="tx1"/>
                          </a:solidFill>
                          <a:latin typeface="Tahoma" panose="020B0604030504040204" pitchFamily="34" charset="0"/>
                          <a:ea typeface="黑体" panose="02010609060101010101" pitchFamily="49" charset="-122"/>
                        </a:defRPr>
                      </a:lvl2pPr>
                      <a:lvl3pPr marL="1143000" indent="-228600" eaLnBrk="0" hangingPunct="0">
                        <a:lnSpc>
                          <a:spcPct val="110000"/>
                        </a:lnSpc>
                        <a:spcBef>
                          <a:spcPct val="20000"/>
                        </a:spcBef>
                        <a:buClr>
                          <a:schemeClr val="hlink"/>
                        </a:buClr>
                        <a:buSzPct val="60000"/>
                        <a:buFont typeface="Wingdings" panose="05000000000000000000" pitchFamily="2" charset="2"/>
                        <a:defRPr kumimoji="1" b="1">
                          <a:solidFill>
                            <a:srgbClr val="000000"/>
                          </a:solidFill>
                          <a:latin typeface="Tahoma" panose="020B0604030504040204" pitchFamily="34" charset="0"/>
                          <a:ea typeface="宋体" panose="02010600030101010101" pitchFamily="2" charset="-122"/>
                        </a:defRPr>
                      </a:lvl3pPr>
                      <a:lvl4pPr marL="1600200" indent="-228600" eaLnBrk="0" hangingPunct="0">
                        <a:lnSpc>
                          <a:spcPct val="110000"/>
                        </a:lnSpc>
                        <a:spcBef>
                          <a:spcPct val="20000"/>
                        </a:spcBef>
                        <a:buClr>
                          <a:schemeClr val="tx1"/>
                        </a:buClr>
                        <a:buSzPct val="65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4pPr>
                      <a:lvl5pPr marL="2057400" indent="-228600" eaLnBrk="0" hangingPunct="0">
                        <a:lnSpc>
                          <a:spcPct val="110000"/>
                        </a:lnSpc>
                        <a:spcBef>
                          <a:spcPct val="20000"/>
                        </a:spcBef>
                        <a:buClr>
                          <a:schemeClr val="hlink"/>
                        </a:buClr>
                        <a:buSzPct val="60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10000"/>
                        </a:lnSpc>
                        <a:spcBef>
                          <a:spcPct val="20000"/>
                        </a:spcBef>
                        <a:spcAft>
                          <a:spcPct val="0"/>
                        </a:spcAft>
                        <a:buClr>
                          <a:schemeClr val="hlink"/>
                        </a:buClr>
                        <a:buSzPct val="60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10000"/>
                        </a:lnSpc>
                        <a:spcBef>
                          <a:spcPct val="20000"/>
                        </a:spcBef>
                        <a:spcAft>
                          <a:spcPct val="0"/>
                        </a:spcAft>
                        <a:buClr>
                          <a:schemeClr val="hlink"/>
                        </a:buClr>
                        <a:buSzPct val="60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10000"/>
                        </a:lnSpc>
                        <a:spcBef>
                          <a:spcPct val="20000"/>
                        </a:spcBef>
                        <a:spcAft>
                          <a:spcPct val="0"/>
                        </a:spcAft>
                        <a:buClr>
                          <a:schemeClr val="hlink"/>
                        </a:buClr>
                        <a:buSzPct val="60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10000"/>
                        </a:lnSpc>
                        <a:spcBef>
                          <a:spcPct val="20000"/>
                        </a:spcBef>
                        <a:spcAft>
                          <a:spcPct val="0"/>
                        </a:spcAft>
                        <a:buClr>
                          <a:schemeClr val="hlink"/>
                        </a:buClr>
                        <a:buSzPct val="60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9p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smtClean="0">
                          <a:ln>
                            <a:noFill/>
                          </a:ln>
                          <a:solidFill>
                            <a:schemeClr val="tx1"/>
                          </a:solidFill>
                          <a:effectLst/>
                          <a:latin typeface="+mn-lt"/>
                          <a:ea typeface="楷体" panose="02010609060101010101" pitchFamily="49" charset="-122"/>
                        </a:rPr>
                        <a:t>2k</a:t>
                      </a:r>
                      <a:r>
                        <a:rPr kumimoji="1" lang="en-US" altLang="zh-CN" sz="1600" b="1" i="0" u="none" strike="noStrike" cap="none" normalizeH="0" baseline="30000" dirty="0" smtClean="0">
                          <a:ln>
                            <a:noFill/>
                          </a:ln>
                          <a:solidFill>
                            <a:schemeClr val="tx1"/>
                          </a:solidFill>
                          <a:effectLst/>
                          <a:latin typeface="+mn-lt"/>
                          <a:ea typeface="楷体" panose="02010609060101010101" pitchFamily="49" charset="-122"/>
                        </a:rPr>
                        <a:t>n-1</a:t>
                      </a:r>
                      <a:endParaRPr kumimoji="1" lang="en-US" altLang="zh-CN" sz="1600" b="1" i="0" u="none" strike="noStrike" cap="none" normalizeH="0" baseline="0" dirty="0" smtClean="0">
                        <a:ln>
                          <a:noFill/>
                        </a:ln>
                        <a:solidFill>
                          <a:schemeClr val="tx1"/>
                        </a:solidFill>
                        <a:effectLst/>
                        <a:latin typeface="+mn-lt"/>
                        <a:ea typeface="楷体" panose="02010609060101010101" pitchFamily="49" charset="-122"/>
                      </a:endParaRPr>
                    </a:p>
                  </a:txBody>
                  <a:tcPr marL="90000" marR="90000" marT="18000" marB="18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marL="449263" indent="-449263" eaLnBrk="0" hangingPunct="0">
                        <a:lnSpc>
                          <a:spcPct val="110000"/>
                        </a:lnSpc>
                        <a:spcBef>
                          <a:spcPct val="20000"/>
                        </a:spcBef>
                        <a:buClr>
                          <a:schemeClr val="tx1"/>
                        </a:buClr>
                        <a:buFont typeface="Wingdings" panose="05000000000000000000" pitchFamily="2" charset="2"/>
                        <a:defRPr kumimoji="1" sz="2000">
                          <a:solidFill>
                            <a:srgbClr val="E24C05"/>
                          </a:solidFill>
                          <a:latin typeface="Tahoma" panose="020B0604030504040204" pitchFamily="34" charset="0"/>
                          <a:ea typeface="黑体" panose="02010609060101010101" pitchFamily="49" charset="-122"/>
                        </a:defRPr>
                      </a:lvl1pPr>
                      <a:lvl2pPr marL="742950" indent="-285750" eaLnBrk="0" hangingPunct="0">
                        <a:lnSpc>
                          <a:spcPct val="110000"/>
                        </a:lnSpc>
                        <a:spcBef>
                          <a:spcPct val="20000"/>
                        </a:spcBef>
                        <a:buClr>
                          <a:schemeClr val="tx1"/>
                        </a:buClr>
                        <a:buSzPct val="90000"/>
                        <a:buFont typeface="Wingdings" panose="05000000000000000000" pitchFamily="2" charset="2"/>
                        <a:defRPr kumimoji="1" sz="2000">
                          <a:solidFill>
                            <a:schemeClr val="tx1"/>
                          </a:solidFill>
                          <a:latin typeface="Tahoma" panose="020B0604030504040204" pitchFamily="34" charset="0"/>
                          <a:ea typeface="黑体" panose="02010609060101010101" pitchFamily="49" charset="-122"/>
                        </a:defRPr>
                      </a:lvl2pPr>
                      <a:lvl3pPr marL="1143000" indent="-228600" eaLnBrk="0" hangingPunct="0">
                        <a:lnSpc>
                          <a:spcPct val="110000"/>
                        </a:lnSpc>
                        <a:spcBef>
                          <a:spcPct val="20000"/>
                        </a:spcBef>
                        <a:buClr>
                          <a:schemeClr val="hlink"/>
                        </a:buClr>
                        <a:buSzPct val="60000"/>
                        <a:buFont typeface="Wingdings" panose="05000000000000000000" pitchFamily="2" charset="2"/>
                        <a:defRPr kumimoji="1" b="1">
                          <a:solidFill>
                            <a:srgbClr val="000000"/>
                          </a:solidFill>
                          <a:latin typeface="Tahoma" panose="020B0604030504040204" pitchFamily="34" charset="0"/>
                          <a:ea typeface="宋体" panose="02010600030101010101" pitchFamily="2" charset="-122"/>
                        </a:defRPr>
                      </a:lvl3pPr>
                      <a:lvl4pPr marL="1600200" indent="-228600" eaLnBrk="0" hangingPunct="0">
                        <a:lnSpc>
                          <a:spcPct val="110000"/>
                        </a:lnSpc>
                        <a:spcBef>
                          <a:spcPct val="20000"/>
                        </a:spcBef>
                        <a:buClr>
                          <a:schemeClr val="tx1"/>
                        </a:buClr>
                        <a:buSzPct val="65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4pPr>
                      <a:lvl5pPr marL="2057400" indent="-228600" eaLnBrk="0" hangingPunct="0">
                        <a:lnSpc>
                          <a:spcPct val="110000"/>
                        </a:lnSpc>
                        <a:spcBef>
                          <a:spcPct val="20000"/>
                        </a:spcBef>
                        <a:buClr>
                          <a:schemeClr val="hlink"/>
                        </a:buClr>
                        <a:buSzPct val="60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10000"/>
                        </a:lnSpc>
                        <a:spcBef>
                          <a:spcPct val="20000"/>
                        </a:spcBef>
                        <a:spcAft>
                          <a:spcPct val="0"/>
                        </a:spcAft>
                        <a:buClr>
                          <a:schemeClr val="hlink"/>
                        </a:buClr>
                        <a:buSzPct val="60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10000"/>
                        </a:lnSpc>
                        <a:spcBef>
                          <a:spcPct val="20000"/>
                        </a:spcBef>
                        <a:spcAft>
                          <a:spcPct val="0"/>
                        </a:spcAft>
                        <a:buClr>
                          <a:schemeClr val="hlink"/>
                        </a:buClr>
                        <a:buSzPct val="60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10000"/>
                        </a:lnSpc>
                        <a:spcBef>
                          <a:spcPct val="20000"/>
                        </a:spcBef>
                        <a:spcAft>
                          <a:spcPct val="0"/>
                        </a:spcAft>
                        <a:buClr>
                          <a:schemeClr val="hlink"/>
                        </a:buClr>
                        <a:buSzPct val="60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10000"/>
                        </a:lnSpc>
                        <a:spcBef>
                          <a:spcPct val="20000"/>
                        </a:spcBef>
                        <a:spcAft>
                          <a:spcPct val="0"/>
                        </a:spcAft>
                        <a:buClr>
                          <a:schemeClr val="hlink"/>
                        </a:buClr>
                        <a:buSzPct val="60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9p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dirty="0" smtClean="0">
                          <a:ln>
                            <a:noFill/>
                          </a:ln>
                          <a:solidFill>
                            <a:schemeClr val="tx1"/>
                          </a:solidFill>
                          <a:effectLst/>
                          <a:latin typeface="+mn-lt"/>
                          <a:ea typeface="楷体" panose="02010609060101010101" pitchFamily="49" charset="-122"/>
                        </a:rPr>
                        <a:t>是</a:t>
                      </a:r>
                    </a:p>
                  </a:txBody>
                  <a:tcPr marL="90000" marR="90000" marT="18000" marB="18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marL="449263" indent="-449263" eaLnBrk="0" hangingPunct="0">
                        <a:lnSpc>
                          <a:spcPct val="110000"/>
                        </a:lnSpc>
                        <a:spcBef>
                          <a:spcPct val="20000"/>
                        </a:spcBef>
                        <a:buClr>
                          <a:schemeClr val="tx1"/>
                        </a:buClr>
                        <a:buFont typeface="Wingdings" panose="05000000000000000000" pitchFamily="2" charset="2"/>
                        <a:defRPr kumimoji="1" sz="2000">
                          <a:solidFill>
                            <a:srgbClr val="E24C05"/>
                          </a:solidFill>
                          <a:latin typeface="Tahoma" panose="020B0604030504040204" pitchFamily="34" charset="0"/>
                          <a:ea typeface="黑体" panose="02010609060101010101" pitchFamily="49" charset="-122"/>
                        </a:defRPr>
                      </a:lvl1pPr>
                      <a:lvl2pPr marL="742950" indent="-285750" eaLnBrk="0" hangingPunct="0">
                        <a:lnSpc>
                          <a:spcPct val="110000"/>
                        </a:lnSpc>
                        <a:spcBef>
                          <a:spcPct val="20000"/>
                        </a:spcBef>
                        <a:buClr>
                          <a:schemeClr val="tx1"/>
                        </a:buClr>
                        <a:buSzPct val="90000"/>
                        <a:buFont typeface="Wingdings" panose="05000000000000000000" pitchFamily="2" charset="2"/>
                        <a:defRPr kumimoji="1" sz="2000">
                          <a:solidFill>
                            <a:schemeClr val="tx1"/>
                          </a:solidFill>
                          <a:latin typeface="Tahoma" panose="020B0604030504040204" pitchFamily="34" charset="0"/>
                          <a:ea typeface="黑体" panose="02010609060101010101" pitchFamily="49" charset="-122"/>
                        </a:defRPr>
                      </a:lvl2pPr>
                      <a:lvl3pPr marL="1143000" indent="-228600" eaLnBrk="0" hangingPunct="0">
                        <a:lnSpc>
                          <a:spcPct val="110000"/>
                        </a:lnSpc>
                        <a:spcBef>
                          <a:spcPct val="20000"/>
                        </a:spcBef>
                        <a:buClr>
                          <a:schemeClr val="hlink"/>
                        </a:buClr>
                        <a:buSzPct val="60000"/>
                        <a:buFont typeface="Wingdings" panose="05000000000000000000" pitchFamily="2" charset="2"/>
                        <a:defRPr kumimoji="1" b="1">
                          <a:solidFill>
                            <a:srgbClr val="000000"/>
                          </a:solidFill>
                          <a:latin typeface="Tahoma" panose="020B0604030504040204" pitchFamily="34" charset="0"/>
                          <a:ea typeface="宋体" panose="02010600030101010101" pitchFamily="2" charset="-122"/>
                        </a:defRPr>
                      </a:lvl3pPr>
                      <a:lvl4pPr marL="1600200" indent="-228600" eaLnBrk="0" hangingPunct="0">
                        <a:lnSpc>
                          <a:spcPct val="110000"/>
                        </a:lnSpc>
                        <a:spcBef>
                          <a:spcPct val="20000"/>
                        </a:spcBef>
                        <a:buClr>
                          <a:schemeClr val="tx1"/>
                        </a:buClr>
                        <a:buSzPct val="65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4pPr>
                      <a:lvl5pPr marL="2057400" indent="-228600" eaLnBrk="0" hangingPunct="0">
                        <a:lnSpc>
                          <a:spcPct val="110000"/>
                        </a:lnSpc>
                        <a:spcBef>
                          <a:spcPct val="20000"/>
                        </a:spcBef>
                        <a:buClr>
                          <a:schemeClr val="hlink"/>
                        </a:buClr>
                        <a:buSzPct val="60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10000"/>
                        </a:lnSpc>
                        <a:spcBef>
                          <a:spcPct val="20000"/>
                        </a:spcBef>
                        <a:spcAft>
                          <a:spcPct val="0"/>
                        </a:spcAft>
                        <a:buClr>
                          <a:schemeClr val="hlink"/>
                        </a:buClr>
                        <a:buSzPct val="60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10000"/>
                        </a:lnSpc>
                        <a:spcBef>
                          <a:spcPct val="20000"/>
                        </a:spcBef>
                        <a:spcAft>
                          <a:spcPct val="0"/>
                        </a:spcAft>
                        <a:buClr>
                          <a:schemeClr val="hlink"/>
                        </a:buClr>
                        <a:buSzPct val="60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10000"/>
                        </a:lnSpc>
                        <a:spcBef>
                          <a:spcPct val="20000"/>
                        </a:spcBef>
                        <a:spcAft>
                          <a:spcPct val="0"/>
                        </a:spcAft>
                        <a:buClr>
                          <a:schemeClr val="hlink"/>
                        </a:buClr>
                        <a:buSzPct val="60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10000"/>
                        </a:lnSpc>
                        <a:spcBef>
                          <a:spcPct val="20000"/>
                        </a:spcBef>
                        <a:spcAft>
                          <a:spcPct val="0"/>
                        </a:spcAft>
                        <a:buClr>
                          <a:schemeClr val="hlink"/>
                        </a:buClr>
                        <a:buSzPct val="60000"/>
                        <a:buFont typeface="Wingdings" panose="05000000000000000000" pitchFamily="2" charset="2"/>
                        <a:defRPr kumimoji="1" b="1">
                          <a:solidFill>
                            <a:schemeClr val="tx1"/>
                          </a:solidFill>
                          <a:latin typeface="Tahoma" panose="020B0604030504040204" pitchFamily="34" charset="0"/>
                          <a:ea typeface="宋体" panose="02010600030101010101" pitchFamily="2" charset="-122"/>
                        </a:defRPr>
                      </a:lvl9p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smtClean="0">
                          <a:ln>
                            <a:noFill/>
                          </a:ln>
                          <a:solidFill>
                            <a:schemeClr val="tx1"/>
                          </a:solidFill>
                          <a:effectLst/>
                          <a:latin typeface="+mn-lt"/>
                          <a:ea typeface="楷体" panose="02010609060101010101" pitchFamily="49" charset="-122"/>
                        </a:rPr>
                        <a:t>N=</a:t>
                      </a:r>
                      <a:r>
                        <a:rPr kumimoji="1" lang="en-US" altLang="zh-CN" sz="1600" b="1" i="0" u="none" strike="noStrike" cap="none" normalizeH="0" baseline="0" dirty="0" err="1" smtClean="0">
                          <a:ln>
                            <a:noFill/>
                          </a:ln>
                          <a:solidFill>
                            <a:schemeClr val="tx1"/>
                          </a:solidFill>
                          <a:effectLst/>
                          <a:latin typeface="+mn-lt"/>
                          <a:ea typeface="楷体" panose="02010609060101010101" pitchFamily="49" charset="-122"/>
                        </a:rPr>
                        <a:t>k</a:t>
                      </a:r>
                      <a:r>
                        <a:rPr kumimoji="1" lang="en-US" altLang="zh-CN" sz="1600" b="1" i="0" u="none" strike="noStrike" cap="none" normalizeH="0" baseline="30000" dirty="0" err="1" smtClean="0">
                          <a:ln>
                            <a:noFill/>
                          </a:ln>
                          <a:solidFill>
                            <a:schemeClr val="tx1"/>
                          </a:solidFill>
                          <a:effectLst/>
                          <a:latin typeface="+mn-lt"/>
                          <a:ea typeface="楷体" panose="02010609060101010101" pitchFamily="49" charset="-122"/>
                        </a:rPr>
                        <a:t>n</a:t>
                      </a:r>
                      <a:r>
                        <a:rPr kumimoji="1" lang="zh-CN" altLang="en-US" sz="1600" b="1" i="0" u="none" strike="noStrike" cap="none" normalizeH="0" baseline="0" dirty="0" smtClean="0">
                          <a:ln>
                            <a:noFill/>
                          </a:ln>
                          <a:solidFill>
                            <a:schemeClr val="tx1"/>
                          </a:solidFill>
                          <a:effectLst/>
                          <a:latin typeface="+mn-lt"/>
                          <a:ea typeface="楷体" panose="02010609060101010101" pitchFamily="49" charset="-122"/>
                        </a:rPr>
                        <a:t>个结点</a:t>
                      </a:r>
                    </a:p>
                  </a:txBody>
                  <a:tcPr marL="90000" marR="90000" marT="18000" marB="1800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graphicFrame>
        <p:nvGraphicFramePr>
          <p:cNvPr id="53342" name="Object 109"/>
          <p:cNvGraphicFramePr>
            <a:graphicFrameLocks noChangeAspect="1"/>
          </p:cNvGraphicFramePr>
          <p:nvPr>
            <p:extLst>
              <p:ext uri="{D42A27DB-BD31-4B8C-83A1-F6EECF244321}">
                <p14:modId xmlns:p14="http://schemas.microsoft.com/office/powerpoint/2010/main" val="1852506231"/>
              </p:ext>
            </p:extLst>
          </p:nvPr>
        </p:nvGraphicFramePr>
        <p:xfrm>
          <a:off x="7812360" y="3976186"/>
          <a:ext cx="744538" cy="344488"/>
        </p:xfrm>
        <a:graphic>
          <a:graphicData uri="http://schemas.openxmlformats.org/presentationml/2006/ole">
            <mc:AlternateContent xmlns:mc="http://schemas.openxmlformats.org/markup-compatibility/2006">
              <mc:Choice xmlns:v="urn:schemas-microsoft-com:vml" Requires="v">
                <p:oleObj spid="_x0000_s53555" name="Equation" r:id="rId7" imgW="495085" imgH="228501" progId="Equation.3">
                  <p:embed/>
                </p:oleObj>
              </mc:Choice>
              <mc:Fallback>
                <p:oleObj name="Equation" r:id="rId7" imgW="495085" imgH="228501" progId="Equation.3">
                  <p:embed/>
                  <p:pic>
                    <p:nvPicPr>
                      <p:cNvPr id="0" name="Object 10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812360" y="3976186"/>
                        <a:ext cx="744538" cy="3444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3343" name="Object 110"/>
          <p:cNvGraphicFramePr>
            <a:graphicFrameLocks noChangeAspect="1"/>
          </p:cNvGraphicFramePr>
          <p:nvPr>
            <p:extLst>
              <p:ext uri="{D42A27DB-BD31-4B8C-83A1-F6EECF244321}">
                <p14:modId xmlns:p14="http://schemas.microsoft.com/office/powerpoint/2010/main" val="1029257739"/>
              </p:ext>
            </p:extLst>
          </p:nvPr>
        </p:nvGraphicFramePr>
        <p:xfrm>
          <a:off x="7812360" y="4320674"/>
          <a:ext cx="744538" cy="344488"/>
        </p:xfrm>
        <a:graphic>
          <a:graphicData uri="http://schemas.openxmlformats.org/presentationml/2006/ole">
            <mc:AlternateContent xmlns:mc="http://schemas.openxmlformats.org/markup-compatibility/2006">
              <mc:Choice xmlns:v="urn:schemas-microsoft-com:vml" Requires="v">
                <p:oleObj spid="_x0000_s53556" name="Equation" r:id="rId9" imgW="495085" imgH="228501" progId="Equation.3">
                  <p:embed/>
                </p:oleObj>
              </mc:Choice>
              <mc:Fallback>
                <p:oleObj name="Equation" r:id="rId9" imgW="495085" imgH="228501" progId="Equation.3">
                  <p:embed/>
                  <p:pic>
                    <p:nvPicPr>
                      <p:cNvPr id="0" name="Object 1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812360" y="4320674"/>
                        <a:ext cx="744538" cy="3444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3344" name="Object 111"/>
          <p:cNvGraphicFramePr>
            <a:graphicFrameLocks noChangeAspect="1"/>
          </p:cNvGraphicFramePr>
          <p:nvPr>
            <p:extLst>
              <p:ext uri="{D42A27DB-BD31-4B8C-83A1-F6EECF244321}">
                <p14:modId xmlns:p14="http://schemas.microsoft.com/office/powerpoint/2010/main" val="2085225555"/>
              </p:ext>
            </p:extLst>
          </p:nvPr>
        </p:nvGraphicFramePr>
        <p:xfrm>
          <a:off x="7812360" y="4665162"/>
          <a:ext cx="744538" cy="344488"/>
        </p:xfrm>
        <a:graphic>
          <a:graphicData uri="http://schemas.openxmlformats.org/presentationml/2006/ole">
            <mc:AlternateContent xmlns:mc="http://schemas.openxmlformats.org/markup-compatibility/2006">
              <mc:Choice xmlns:v="urn:schemas-microsoft-com:vml" Requires="v">
                <p:oleObj spid="_x0000_s53557" name="Equation" r:id="rId10" imgW="495085" imgH="228501" progId="Equation.3">
                  <p:embed/>
                </p:oleObj>
              </mc:Choice>
              <mc:Fallback>
                <p:oleObj name="Equation" r:id="rId10" imgW="495085" imgH="228501" progId="Equation.3">
                  <p:embed/>
                  <p:pic>
                    <p:nvPicPr>
                      <p:cNvPr id="0" name="Object 11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812360" y="4665162"/>
                        <a:ext cx="744538" cy="3444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spd="slow">
    <p:random/>
    <p:sndAc>
      <p:stSnd>
        <p:snd r:embed="rId3" name="projctor.wav"/>
      </p:stSnd>
    </p:sndAc>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8770" name="Rectangle 2"/>
          <p:cNvSpPr>
            <a:spLocks noGrp="1" noChangeArrowheads="1"/>
          </p:cNvSpPr>
          <p:nvPr>
            <p:ph type="title"/>
          </p:nvPr>
        </p:nvSpPr>
        <p:spPr/>
        <p:txBody>
          <a:bodyPr/>
          <a:lstStyle/>
          <a:p>
            <a:pPr eaLnBrk="1" hangingPunct="1">
              <a:defRPr/>
            </a:pPr>
            <a:r>
              <a:rPr lang="zh-CN" altLang="en-US" smtClean="0"/>
              <a:t>动态互连网络</a:t>
            </a:r>
          </a:p>
        </p:txBody>
      </p:sp>
      <p:sp>
        <p:nvSpPr>
          <p:cNvPr id="5427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互连网络种类</a:t>
            </a:r>
            <a:endParaRPr lang="zh-CN" altLang="en-US" sz="1200" b="0">
              <a:latin typeface="Times New Roman" pitchFamily="18" charset="0"/>
              <a:ea typeface="幼圆" pitchFamily="49" charset="-122"/>
            </a:endParaRPr>
          </a:p>
        </p:txBody>
      </p:sp>
      <p:sp>
        <p:nvSpPr>
          <p:cNvPr id="928773" name="Rectangle 5"/>
          <p:cNvSpPr>
            <a:spLocks noGrp="1" noChangeArrowheads="1"/>
          </p:cNvSpPr>
          <p:nvPr>
            <p:ph type="body" idx="1"/>
          </p:nvPr>
        </p:nvSpPr>
        <p:spPr>
          <a:xfrm>
            <a:off x="809625" y="2533650"/>
            <a:ext cx="7958138" cy="3867150"/>
          </a:xfrm>
        </p:spPr>
        <p:txBody>
          <a:bodyPr/>
          <a:lstStyle/>
          <a:p>
            <a:pPr marL="0" indent="0" eaLnBrk="1" hangingPunct="1">
              <a:lnSpc>
                <a:spcPct val="160000"/>
              </a:lnSpc>
              <a:buFont typeface="Wingdings" pitchFamily="2" charset="2"/>
              <a:buNone/>
              <a:defRPr/>
            </a:pPr>
            <a:r>
              <a:rPr lang="zh-CN" altLang="en-US" dirty="0" smtClean="0"/>
              <a:t>        动态互连网络中的连接通路是可变的，</a:t>
            </a:r>
            <a:r>
              <a:rPr lang="zh-CN" altLang="en-US" dirty="0" smtClean="0">
                <a:solidFill>
                  <a:srgbClr val="FF0000"/>
                </a:solidFill>
                <a:effectLst>
                  <a:outerShdw blurRad="38100" dist="38100" dir="2700000" algn="tl">
                    <a:srgbClr val="C0C0C0"/>
                  </a:outerShdw>
                </a:effectLst>
              </a:rPr>
              <a:t>节点之间的连接可以重新配置</a:t>
            </a:r>
            <a:r>
              <a:rPr lang="zh-CN" altLang="en-US" dirty="0" smtClean="0"/>
              <a:t>。一般由开关和连线组成，通过控制开关来建立不同的连接。</a:t>
            </a:r>
          </a:p>
        </p:txBody>
      </p:sp>
      <p:sp>
        <p:nvSpPr>
          <p:cNvPr id="5" name="Text Box 22"/>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en-US" altLang="zh-CN" sz="1200" b="0" dirty="0" smtClean="0">
                <a:latin typeface="幼圆" pitchFamily="49" charset="-122"/>
                <a:ea typeface="幼圆" pitchFamily="49" charset="-122"/>
              </a:rPr>
              <a:t>2</a:t>
            </a:r>
            <a:r>
              <a:rPr lang="zh-CN" altLang="en-US" sz="1200" b="0" dirty="0" smtClean="0">
                <a:latin typeface="幼圆" pitchFamily="49" charset="-122"/>
                <a:ea typeface="幼圆" pitchFamily="49" charset="-122"/>
              </a:rPr>
              <a:t> </a:t>
            </a:r>
            <a:r>
              <a:rPr lang="zh-CN" altLang="en-US" sz="1200" b="0" dirty="0">
                <a:latin typeface="幼圆" pitchFamily="49" charset="-122"/>
                <a:ea typeface="幼圆" pitchFamily="49" charset="-122"/>
              </a:rPr>
              <a:t>之 </a:t>
            </a:r>
            <a:r>
              <a:rPr lang="en-US" altLang="zh-CN" sz="1200" b="0" dirty="0" smtClean="0">
                <a:latin typeface="幼圆" pitchFamily="49" charset="-122"/>
                <a:ea typeface="幼圆" pitchFamily="49" charset="-122"/>
              </a:rPr>
              <a:t>1</a:t>
            </a:r>
            <a:endParaRPr lang="zh-CN" altLang="en-US" sz="1200" b="0" dirty="0">
              <a:latin typeface="幼圆" pitchFamily="49" charset="-122"/>
              <a:ea typeface="幼圆" pitchFamily="49" charset="-122"/>
            </a:endParaRPr>
          </a:p>
        </p:txBody>
      </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9794" name="Rectangle 2"/>
          <p:cNvSpPr>
            <a:spLocks noGrp="1" noChangeArrowheads="1"/>
          </p:cNvSpPr>
          <p:nvPr>
            <p:ph type="title"/>
          </p:nvPr>
        </p:nvSpPr>
        <p:spPr/>
        <p:txBody>
          <a:bodyPr/>
          <a:lstStyle/>
          <a:p>
            <a:pPr eaLnBrk="1" hangingPunct="1">
              <a:defRPr/>
            </a:pPr>
            <a:r>
              <a:rPr lang="zh-CN" altLang="en-US" smtClean="0"/>
              <a:t>分  类</a:t>
            </a:r>
          </a:p>
        </p:txBody>
      </p:sp>
      <p:sp>
        <p:nvSpPr>
          <p:cNvPr id="5529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互连网络种类</a:t>
            </a:r>
            <a:endParaRPr lang="zh-CN" altLang="en-US" sz="1200" b="0">
              <a:latin typeface="Times New Roman" pitchFamily="18" charset="0"/>
              <a:ea typeface="幼圆" pitchFamily="49" charset="-122"/>
            </a:endParaRPr>
          </a:p>
        </p:txBody>
      </p:sp>
      <p:sp>
        <p:nvSpPr>
          <p:cNvPr id="929799" name="Oval 7"/>
          <p:cNvSpPr>
            <a:spLocks noChangeArrowheads="1"/>
          </p:cNvSpPr>
          <p:nvPr/>
        </p:nvSpPr>
        <p:spPr bwMode="auto">
          <a:xfrm>
            <a:off x="4173538" y="2573338"/>
            <a:ext cx="2154237" cy="706437"/>
          </a:xfrm>
          <a:prstGeom prst="ellipse">
            <a:avLst/>
          </a:prstGeom>
          <a:solidFill>
            <a:schemeClr val="accent1"/>
          </a:solidFill>
          <a:ln w="38100">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spcBef>
                <a:spcPct val="0"/>
              </a:spcBef>
              <a:buClrTx/>
              <a:buFontTx/>
              <a:buNone/>
              <a:defRPr/>
            </a:pPr>
            <a:r>
              <a:rPr kumimoji="0" lang="zh-CN" altLang="en-US" sz="2400" b="1">
                <a:solidFill>
                  <a:srgbClr val="FF0000"/>
                </a:solidFill>
                <a:effectLst>
                  <a:outerShdw blurRad="38100" dist="38100" dir="2700000" algn="tl">
                    <a:srgbClr val="000000"/>
                  </a:outerShdw>
                </a:effectLst>
                <a:latin typeface="Book Antiqua" pitchFamily="18" charset="0"/>
                <a:ea typeface="楷体_GB2312" pitchFamily="49" charset="-122"/>
              </a:rPr>
              <a:t>动态网络</a:t>
            </a:r>
          </a:p>
        </p:txBody>
      </p:sp>
      <p:sp>
        <p:nvSpPr>
          <p:cNvPr id="55301" name="Oval 8"/>
          <p:cNvSpPr>
            <a:spLocks noChangeArrowheads="1"/>
          </p:cNvSpPr>
          <p:nvPr/>
        </p:nvSpPr>
        <p:spPr bwMode="auto">
          <a:xfrm>
            <a:off x="2266950" y="3983038"/>
            <a:ext cx="1709738" cy="561975"/>
          </a:xfrm>
          <a:prstGeom prst="ellipse">
            <a:avLst/>
          </a:prstGeom>
          <a:solidFill>
            <a:srgbClr val="CCFFFF"/>
          </a:solidFill>
          <a:ln w="38100">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a:spcBef>
                <a:spcPct val="0"/>
              </a:spcBef>
              <a:buClrTx/>
              <a:buFontTx/>
              <a:buNone/>
            </a:pPr>
            <a:r>
              <a:rPr kumimoji="0" lang="zh-CN" altLang="en-US" sz="2400">
                <a:solidFill>
                  <a:schemeClr val="accent2"/>
                </a:solidFill>
                <a:latin typeface="Book Antiqua" pitchFamily="18" charset="0"/>
                <a:hlinkClick r:id="rId5" action="ppaction://hlinksldjump"/>
              </a:rPr>
              <a:t>交叉开关</a:t>
            </a:r>
            <a:endParaRPr kumimoji="0" lang="zh-CN" altLang="en-US" sz="2400">
              <a:solidFill>
                <a:schemeClr val="accent2"/>
              </a:solidFill>
              <a:latin typeface="Book Antiqua" pitchFamily="18" charset="0"/>
            </a:endParaRPr>
          </a:p>
        </p:txBody>
      </p:sp>
      <p:sp>
        <p:nvSpPr>
          <p:cNvPr id="55302" name="Oval 10"/>
          <p:cNvSpPr>
            <a:spLocks noChangeArrowheads="1"/>
          </p:cNvSpPr>
          <p:nvPr/>
        </p:nvSpPr>
        <p:spPr bwMode="auto">
          <a:xfrm>
            <a:off x="6084168" y="3567113"/>
            <a:ext cx="2448272" cy="561975"/>
          </a:xfrm>
          <a:prstGeom prst="ellipse">
            <a:avLst/>
          </a:prstGeom>
          <a:solidFill>
            <a:srgbClr val="CCFFFF"/>
          </a:solidFill>
          <a:ln w="38100">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a:spcBef>
                <a:spcPct val="0"/>
              </a:spcBef>
              <a:buClrTx/>
              <a:buFontTx/>
              <a:buNone/>
            </a:pPr>
            <a:r>
              <a:rPr kumimoji="0" lang="zh-CN" altLang="en-US" sz="2400" dirty="0" smtClean="0">
                <a:solidFill>
                  <a:schemeClr val="accent2"/>
                </a:solidFill>
                <a:latin typeface="Book Antiqua" pitchFamily="18" charset="0"/>
                <a:hlinkClick r:id="rId6" action="ppaction://hlinksldjump"/>
              </a:rPr>
              <a:t>多级互连网络</a:t>
            </a:r>
            <a:endParaRPr kumimoji="0" lang="zh-CN" altLang="en-US" sz="2400" dirty="0">
              <a:solidFill>
                <a:schemeClr val="accent2"/>
              </a:solidFill>
              <a:latin typeface="Book Antiqua" pitchFamily="18" charset="0"/>
            </a:endParaRPr>
          </a:p>
        </p:txBody>
      </p:sp>
      <p:sp>
        <p:nvSpPr>
          <p:cNvPr id="55303" name="Oval 12"/>
          <p:cNvSpPr>
            <a:spLocks noChangeArrowheads="1"/>
          </p:cNvSpPr>
          <p:nvPr/>
        </p:nvSpPr>
        <p:spPr bwMode="auto">
          <a:xfrm>
            <a:off x="5486400" y="5105400"/>
            <a:ext cx="1905000" cy="846138"/>
          </a:xfrm>
          <a:prstGeom prst="ellipse">
            <a:avLst/>
          </a:prstGeom>
          <a:solidFill>
            <a:srgbClr val="CCFFFF"/>
          </a:solidFill>
          <a:ln w="38100">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a:spcBef>
                <a:spcPct val="0"/>
              </a:spcBef>
              <a:buClrTx/>
              <a:buFontTx/>
              <a:buNone/>
            </a:pPr>
            <a:r>
              <a:rPr kumimoji="0" lang="zh-CN" altLang="en-US" sz="2400" dirty="0">
                <a:solidFill>
                  <a:schemeClr val="accent2"/>
                </a:solidFill>
                <a:latin typeface="Book Antiqua" pitchFamily="18" charset="0"/>
                <a:hlinkClick r:id="rId7" action="ppaction://hlinksldjump"/>
              </a:rPr>
              <a:t>全排列</a:t>
            </a:r>
            <a:br>
              <a:rPr kumimoji="0" lang="zh-CN" altLang="en-US" sz="2400" dirty="0">
                <a:solidFill>
                  <a:schemeClr val="accent2"/>
                </a:solidFill>
                <a:latin typeface="Book Antiqua" pitchFamily="18" charset="0"/>
                <a:hlinkClick r:id="rId7" action="ppaction://hlinksldjump"/>
              </a:rPr>
            </a:br>
            <a:r>
              <a:rPr kumimoji="0" lang="zh-CN" altLang="en-US" sz="2400" dirty="0" smtClean="0">
                <a:solidFill>
                  <a:schemeClr val="accent2"/>
                </a:solidFill>
                <a:latin typeface="Book Antiqua" pitchFamily="18" charset="0"/>
                <a:hlinkClick r:id="rId7" action="ppaction://hlinksldjump"/>
              </a:rPr>
              <a:t>互连网络</a:t>
            </a:r>
            <a:endParaRPr kumimoji="0" lang="zh-CN" altLang="en-US" sz="2400" dirty="0">
              <a:solidFill>
                <a:schemeClr val="accent2"/>
              </a:solidFill>
              <a:latin typeface="Book Antiqua" pitchFamily="18" charset="0"/>
            </a:endParaRPr>
          </a:p>
        </p:txBody>
      </p:sp>
      <p:sp>
        <p:nvSpPr>
          <p:cNvPr id="55304" name="Line 14"/>
          <p:cNvSpPr>
            <a:spLocks noChangeShapeType="1"/>
          </p:cNvSpPr>
          <p:nvPr/>
        </p:nvSpPr>
        <p:spPr bwMode="auto">
          <a:xfrm flipH="1">
            <a:off x="3427413" y="3227388"/>
            <a:ext cx="1268412" cy="769937"/>
          </a:xfrm>
          <a:prstGeom prst="line">
            <a:avLst/>
          </a:prstGeom>
          <a:noFill/>
          <a:ln w="38100">
            <a:solidFill>
              <a:schemeClr val="tx2"/>
            </a:solidFill>
            <a:round/>
            <a:headEnd/>
            <a:tailEnd type="arrow"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305" name="Line 15"/>
          <p:cNvSpPr>
            <a:spLocks noChangeShapeType="1"/>
          </p:cNvSpPr>
          <p:nvPr/>
        </p:nvSpPr>
        <p:spPr bwMode="auto">
          <a:xfrm>
            <a:off x="6172200" y="3124200"/>
            <a:ext cx="835025" cy="442913"/>
          </a:xfrm>
          <a:prstGeom prst="line">
            <a:avLst/>
          </a:prstGeom>
          <a:noFill/>
          <a:ln w="38100">
            <a:solidFill>
              <a:schemeClr val="tx2"/>
            </a:solidFill>
            <a:round/>
            <a:headEnd/>
            <a:tailEnd type="arrow"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306" name="Line 18"/>
          <p:cNvSpPr>
            <a:spLocks noChangeShapeType="1"/>
          </p:cNvSpPr>
          <p:nvPr/>
        </p:nvSpPr>
        <p:spPr bwMode="auto">
          <a:xfrm flipH="1">
            <a:off x="6537325" y="4141788"/>
            <a:ext cx="744538" cy="941387"/>
          </a:xfrm>
          <a:prstGeom prst="line">
            <a:avLst/>
          </a:prstGeom>
          <a:noFill/>
          <a:ln w="38100">
            <a:solidFill>
              <a:schemeClr val="tx2"/>
            </a:solidFill>
            <a:round/>
            <a:headEnd/>
            <a:tailEnd type="arrow"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307" name="Oval 20"/>
          <p:cNvSpPr>
            <a:spLocks noChangeArrowheads="1"/>
          </p:cNvSpPr>
          <p:nvPr/>
        </p:nvSpPr>
        <p:spPr bwMode="auto">
          <a:xfrm>
            <a:off x="1587500" y="2886075"/>
            <a:ext cx="1709738" cy="561975"/>
          </a:xfrm>
          <a:prstGeom prst="ellipse">
            <a:avLst/>
          </a:prstGeom>
          <a:solidFill>
            <a:srgbClr val="CCFFFF"/>
          </a:solidFill>
          <a:ln w="38100">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a:spcBef>
                <a:spcPct val="0"/>
              </a:spcBef>
              <a:buClrTx/>
              <a:buFontTx/>
              <a:buNone/>
            </a:pPr>
            <a:r>
              <a:rPr kumimoji="0" lang="zh-CN" altLang="en-US" sz="2400">
                <a:solidFill>
                  <a:schemeClr val="accent2"/>
                </a:solidFill>
                <a:latin typeface="Book Antiqua" pitchFamily="18" charset="0"/>
                <a:hlinkClick r:id="rId8" action="ppaction://hlinksldjump"/>
              </a:rPr>
              <a:t>总线网络</a:t>
            </a:r>
            <a:endParaRPr kumimoji="0" lang="zh-CN" altLang="en-US" sz="2400">
              <a:solidFill>
                <a:schemeClr val="accent2"/>
              </a:solidFill>
              <a:latin typeface="Book Antiqua" pitchFamily="18" charset="0"/>
            </a:endParaRPr>
          </a:p>
        </p:txBody>
      </p:sp>
      <p:sp>
        <p:nvSpPr>
          <p:cNvPr id="55308" name="Line 21"/>
          <p:cNvSpPr>
            <a:spLocks noChangeShapeType="1"/>
          </p:cNvSpPr>
          <p:nvPr/>
        </p:nvSpPr>
        <p:spPr bwMode="auto">
          <a:xfrm flipH="1">
            <a:off x="3297238" y="2940050"/>
            <a:ext cx="849312" cy="236538"/>
          </a:xfrm>
          <a:prstGeom prst="line">
            <a:avLst/>
          </a:prstGeom>
          <a:noFill/>
          <a:ln w="38100">
            <a:solidFill>
              <a:schemeClr val="tx2"/>
            </a:solidFill>
            <a:round/>
            <a:headEnd/>
            <a:tailEnd type="arrow"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Text Box 22"/>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en-US" altLang="zh-CN" sz="1200" b="0" dirty="0" smtClean="0">
                <a:latin typeface="幼圆" pitchFamily="49" charset="-122"/>
                <a:ea typeface="幼圆" pitchFamily="49" charset="-122"/>
              </a:rPr>
              <a:t>2</a:t>
            </a:r>
            <a:r>
              <a:rPr lang="zh-CN" altLang="en-US" sz="1200" b="0" dirty="0" smtClean="0">
                <a:latin typeface="幼圆" pitchFamily="49" charset="-122"/>
                <a:ea typeface="幼圆" pitchFamily="49" charset="-122"/>
              </a:rPr>
              <a:t> </a:t>
            </a:r>
            <a:r>
              <a:rPr lang="zh-CN" altLang="en-US" sz="1200" b="0" dirty="0">
                <a:latin typeface="幼圆" pitchFamily="49" charset="-122"/>
                <a:ea typeface="幼圆" pitchFamily="49" charset="-122"/>
              </a:rPr>
              <a:t>之 </a:t>
            </a:r>
            <a:r>
              <a:rPr lang="en-US" altLang="zh-CN" sz="1200" b="0" dirty="0" smtClean="0">
                <a:latin typeface="幼圆" pitchFamily="49" charset="-122"/>
                <a:ea typeface="幼圆" pitchFamily="49" charset="-122"/>
              </a:rPr>
              <a:t>2</a:t>
            </a:r>
            <a:endParaRPr lang="zh-CN" altLang="en-US" sz="1200" b="0" dirty="0">
              <a:latin typeface="幼圆" pitchFamily="49" charset="-122"/>
              <a:ea typeface="幼圆" pitchFamily="49" charset="-122"/>
            </a:endParaRPr>
          </a:p>
        </p:txBody>
      </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0835" name="Rectangle 19"/>
          <p:cNvSpPr>
            <a:spLocks noGrp="1" noChangeArrowheads="1"/>
          </p:cNvSpPr>
          <p:nvPr>
            <p:ph type="title"/>
          </p:nvPr>
        </p:nvSpPr>
        <p:spPr/>
        <p:txBody>
          <a:bodyPr/>
          <a:lstStyle/>
          <a:p>
            <a:pPr eaLnBrk="1" hangingPunct="1">
              <a:defRPr/>
            </a:pPr>
            <a:r>
              <a:rPr lang="zh-CN" altLang="en-US" smtClean="0"/>
              <a:t>总线网络</a:t>
            </a:r>
          </a:p>
        </p:txBody>
      </p:sp>
      <p:sp>
        <p:nvSpPr>
          <p:cNvPr id="930836" name="Rectangle 20"/>
          <p:cNvSpPr>
            <a:spLocks noGrp="1" noChangeArrowheads="1"/>
          </p:cNvSpPr>
          <p:nvPr>
            <p:ph type="body" idx="1"/>
          </p:nvPr>
        </p:nvSpPr>
        <p:spPr>
          <a:xfrm>
            <a:off x="957263" y="1981200"/>
            <a:ext cx="7958137" cy="1828800"/>
          </a:xfrm>
        </p:spPr>
        <p:txBody>
          <a:bodyPr/>
          <a:lstStyle/>
          <a:p>
            <a:pPr marL="0" indent="0" eaLnBrk="1" hangingPunct="1">
              <a:buFont typeface="Wingdings" pitchFamily="2" charset="2"/>
              <a:buNone/>
              <a:defRPr/>
            </a:pPr>
            <a:r>
              <a:rPr lang="zh-CN" altLang="en-US" sz="2400" dirty="0" smtClean="0"/>
              <a:t>       多个处理机、存储器模块和外围设备通过接口与公用总线相连，多个节点将争用总线，</a:t>
            </a:r>
            <a:r>
              <a:rPr lang="zh-CN" altLang="en-US" sz="2400" dirty="0" smtClean="0">
                <a:solidFill>
                  <a:srgbClr val="FF0000"/>
                </a:solidFill>
                <a:effectLst>
                  <a:outerShdw blurRad="38100" dist="38100" dir="2700000" algn="tl">
                    <a:srgbClr val="C0C0C0"/>
                  </a:outerShdw>
                </a:effectLst>
              </a:rPr>
              <a:t>必需裁决或分时使用</a:t>
            </a:r>
            <a:r>
              <a:rPr lang="zh-CN" altLang="en-US" sz="2400" dirty="0" smtClean="0"/>
              <a:t>。但连接可以任意、动态地变化。</a:t>
            </a:r>
          </a:p>
        </p:txBody>
      </p:sp>
      <p:sp>
        <p:nvSpPr>
          <p:cNvPr id="56324"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互连网络种类</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动态互连网络</a:t>
            </a:r>
            <a:endParaRPr lang="zh-CN" altLang="en-US" sz="1200" b="0">
              <a:latin typeface="Times New Roman" pitchFamily="18" charset="0"/>
              <a:ea typeface="幼圆" pitchFamily="49" charset="-122"/>
            </a:endParaRPr>
          </a:p>
        </p:txBody>
      </p:sp>
      <p:sp>
        <p:nvSpPr>
          <p:cNvPr id="56325" name="Text Box 22"/>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en-US" altLang="zh-CN" sz="1200" b="0" dirty="0" smtClean="0">
                <a:latin typeface="幼圆" pitchFamily="49" charset="-122"/>
                <a:ea typeface="幼圆" pitchFamily="49" charset="-122"/>
              </a:rPr>
              <a:t>3</a:t>
            </a:r>
            <a:r>
              <a:rPr lang="zh-CN" altLang="en-US" sz="1200" b="0" dirty="0" smtClean="0">
                <a:latin typeface="幼圆" pitchFamily="49" charset="-122"/>
                <a:ea typeface="幼圆" pitchFamily="49" charset="-122"/>
              </a:rPr>
              <a:t> </a:t>
            </a:r>
            <a:r>
              <a:rPr lang="zh-CN" altLang="en-US" sz="1200" b="0" dirty="0">
                <a:latin typeface="幼圆" pitchFamily="49" charset="-122"/>
                <a:ea typeface="幼圆" pitchFamily="49" charset="-122"/>
              </a:rPr>
              <a:t>之 1</a:t>
            </a:r>
          </a:p>
        </p:txBody>
      </p:sp>
      <p:pic>
        <p:nvPicPr>
          <p:cNvPr id="23" name="Picture 4" descr="7-11"/>
          <p:cNvPicPr>
            <a:picLocks noChangeAspect="1" noChangeArrowheads="1"/>
          </p:cNvPicPr>
          <p:nvPr/>
        </p:nvPicPr>
        <p:blipFill>
          <a:blip r:embed="rId6"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187624" y="3140968"/>
            <a:ext cx="7270576" cy="338435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random/>
    <p:sndAc>
      <p:stSnd>
        <p:snd r:embed="rId2" name="projctor.wav"/>
      </p:stSnd>
    </p:sndAc>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7986" name="Rectangle 2"/>
          <p:cNvSpPr>
            <a:spLocks noGrp="1" noChangeArrowheads="1"/>
          </p:cNvSpPr>
          <p:nvPr>
            <p:ph type="title"/>
          </p:nvPr>
        </p:nvSpPr>
        <p:spPr/>
        <p:txBody>
          <a:bodyPr/>
          <a:lstStyle/>
          <a:p>
            <a:pPr eaLnBrk="1" hangingPunct="1">
              <a:defRPr/>
            </a:pPr>
            <a:r>
              <a:rPr lang="zh-CN" altLang="en-US" smtClean="0"/>
              <a:t>问题及解决</a:t>
            </a:r>
          </a:p>
        </p:txBody>
      </p:sp>
      <p:sp>
        <p:nvSpPr>
          <p:cNvPr id="937987" name="Rectangle 3"/>
          <p:cNvSpPr>
            <a:spLocks noGrp="1" noChangeArrowheads="1"/>
          </p:cNvSpPr>
          <p:nvPr>
            <p:ph type="body" idx="1"/>
          </p:nvPr>
        </p:nvSpPr>
        <p:spPr>
          <a:xfrm>
            <a:off x="809625" y="1916832"/>
            <a:ext cx="7958138" cy="4425950"/>
          </a:xfrm>
        </p:spPr>
        <p:txBody>
          <a:bodyPr/>
          <a:lstStyle/>
          <a:p>
            <a:pPr marL="374650" indent="-374650" eaLnBrk="1" hangingPunct="1">
              <a:buFont typeface="Wingdings" pitchFamily="2" charset="2"/>
              <a:buNone/>
              <a:defRPr/>
            </a:pPr>
            <a:r>
              <a:rPr lang="zh-CN" altLang="en-US" sz="2000" dirty="0" smtClean="0">
                <a:solidFill>
                  <a:srgbClr val="FF0000"/>
                </a:solidFill>
                <a:effectLst>
                  <a:outerShdw blurRad="38100" dist="38100" dir="2700000" algn="tl">
                    <a:srgbClr val="C0C0C0"/>
                  </a:outerShdw>
                </a:effectLst>
              </a:rPr>
              <a:t>问题：</a:t>
            </a:r>
            <a:r>
              <a:rPr lang="zh-CN" altLang="en-US" sz="2000" dirty="0" smtClean="0"/>
              <a:t>公用总线上的节点数目增多会导致系统效率急剧下降。</a:t>
            </a:r>
          </a:p>
          <a:p>
            <a:pPr marL="374650" indent="-374650" eaLnBrk="1" hangingPunct="1">
              <a:buFont typeface="Wingdings" pitchFamily="2" charset="2"/>
              <a:buNone/>
              <a:defRPr/>
            </a:pPr>
            <a:r>
              <a:rPr lang="zh-CN" altLang="en-US" sz="2000" dirty="0" smtClean="0">
                <a:solidFill>
                  <a:srgbClr val="FF0000"/>
                </a:solidFill>
                <a:effectLst>
                  <a:outerShdw blurRad="38100" dist="38100" dir="2700000" algn="tl">
                    <a:srgbClr val="C0C0C0"/>
                  </a:outerShdw>
                </a:effectLst>
              </a:rPr>
              <a:t>解决：</a:t>
            </a:r>
          </a:p>
          <a:p>
            <a:pPr marL="374650" indent="-374650" eaLnBrk="1" hangingPunct="1">
              <a:defRPr/>
            </a:pPr>
            <a:r>
              <a:rPr lang="zh-CN" altLang="en-US" sz="2000" dirty="0" smtClean="0"/>
              <a:t>采用优质高频同轴电缆来提高总线的传输速率；</a:t>
            </a:r>
          </a:p>
          <a:p>
            <a:pPr marL="374650" indent="-374650" eaLnBrk="1" hangingPunct="1">
              <a:defRPr/>
            </a:pPr>
            <a:r>
              <a:rPr lang="zh-CN" altLang="en-US" sz="2000" dirty="0" smtClean="0"/>
              <a:t>采用多总线方式来减少访问总线的冲突概率。</a:t>
            </a:r>
            <a:endParaRPr lang="en-US" altLang="zh-CN" sz="2000" dirty="0" smtClean="0"/>
          </a:p>
          <a:p>
            <a:pPr marL="374650" indent="-374650" eaLnBrk="1" hangingPunct="1">
              <a:buNone/>
              <a:defRPr/>
            </a:pPr>
            <a:r>
              <a:rPr lang="zh-CN" altLang="en-US" sz="2000" dirty="0">
                <a:solidFill>
                  <a:srgbClr val="FF0000"/>
                </a:solidFill>
                <a:effectLst>
                  <a:outerShdw blurRad="38100" dist="38100" dir="2700000" algn="tl">
                    <a:srgbClr val="C0C0C0"/>
                  </a:outerShdw>
                </a:effectLst>
              </a:rPr>
              <a:t>问题：</a:t>
            </a:r>
            <a:r>
              <a:rPr lang="zh-CN" altLang="en-US" sz="2000" dirty="0"/>
              <a:t>存在访问冲突。</a:t>
            </a:r>
          </a:p>
          <a:p>
            <a:pPr marL="374650" indent="-374650" eaLnBrk="1" hangingPunct="1">
              <a:buNone/>
              <a:defRPr/>
            </a:pPr>
            <a:r>
              <a:rPr lang="zh-CN" altLang="en-US" sz="2000" dirty="0">
                <a:solidFill>
                  <a:srgbClr val="FF0000"/>
                </a:solidFill>
                <a:effectLst>
                  <a:outerShdw blurRad="38100" dist="38100" dir="2700000" algn="tl">
                    <a:srgbClr val="C0C0C0"/>
                  </a:outerShdw>
                </a:effectLst>
              </a:rPr>
              <a:t>解决：</a:t>
            </a:r>
          </a:p>
          <a:p>
            <a:pPr marL="374650" indent="-374650" eaLnBrk="1" hangingPunct="1">
              <a:defRPr/>
            </a:pPr>
            <a:r>
              <a:rPr lang="zh-CN" altLang="en-US" sz="2000" dirty="0">
                <a:solidFill>
                  <a:srgbClr val="0000CC"/>
                </a:solidFill>
                <a:effectLst>
                  <a:outerShdw blurRad="38100" dist="38100" dir="2700000" algn="tl">
                    <a:srgbClr val="C0C0C0"/>
                  </a:outerShdw>
                </a:effectLst>
              </a:rPr>
              <a:t>静态优先级算法：</a:t>
            </a:r>
            <a:r>
              <a:rPr lang="zh-CN" altLang="en-US" sz="2000" dirty="0"/>
              <a:t>为连接到总线的每个部件分配一个固定的优先级。</a:t>
            </a:r>
          </a:p>
          <a:p>
            <a:pPr marL="374650" indent="-374650" eaLnBrk="1" hangingPunct="1">
              <a:defRPr/>
            </a:pPr>
            <a:r>
              <a:rPr lang="zh-CN" altLang="en-US" sz="2000" dirty="0">
                <a:solidFill>
                  <a:srgbClr val="0000CC"/>
                </a:solidFill>
                <a:effectLst>
                  <a:outerShdw blurRad="38100" dist="38100" dir="2700000" algn="tl">
                    <a:srgbClr val="C0C0C0"/>
                  </a:outerShdw>
                </a:effectLst>
              </a:rPr>
              <a:t>固定时间片算法：</a:t>
            </a:r>
            <a:r>
              <a:rPr lang="zh-CN" altLang="en-US" sz="2000" dirty="0"/>
              <a:t>将总线按时间分成固定大小的时间片，轮流提供给部件使用。</a:t>
            </a:r>
          </a:p>
          <a:p>
            <a:pPr marL="374650" indent="-374650" eaLnBrk="1" hangingPunct="1">
              <a:defRPr/>
            </a:pPr>
            <a:r>
              <a:rPr lang="zh-CN" altLang="en-US" sz="2000" dirty="0">
                <a:solidFill>
                  <a:srgbClr val="0000CC"/>
                </a:solidFill>
                <a:effectLst>
                  <a:outerShdw blurRad="38100" dist="38100" dir="2700000" algn="tl">
                    <a:srgbClr val="C0C0C0"/>
                  </a:outerShdw>
                </a:effectLst>
              </a:rPr>
              <a:t>动态优先级算法：</a:t>
            </a:r>
            <a:r>
              <a:rPr lang="zh-CN" altLang="en-US" sz="2000" dirty="0"/>
              <a:t>让总线上各部件优先级根据情况和一定规则动态地改变。例如：</a:t>
            </a:r>
            <a:r>
              <a:rPr lang="en-US" altLang="zh-CN" sz="2000" dirty="0"/>
              <a:t>LRU。</a:t>
            </a:r>
            <a:endParaRPr lang="zh-CN" altLang="en-US" sz="2000" dirty="0"/>
          </a:p>
          <a:p>
            <a:pPr marL="374650" indent="-374650" eaLnBrk="1" hangingPunct="1">
              <a:defRPr/>
            </a:pPr>
            <a:r>
              <a:rPr lang="zh-CN" altLang="en-US" sz="2000" dirty="0">
                <a:solidFill>
                  <a:srgbClr val="0000CC"/>
                </a:solidFill>
                <a:effectLst>
                  <a:outerShdw blurRad="38100" dist="38100" dir="2700000" algn="tl">
                    <a:srgbClr val="C0C0C0"/>
                  </a:outerShdw>
                </a:effectLst>
              </a:rPr>
              <a:t>先来先服务算法：</a:t>
            </a:r>
            <a:r>
              <a:rPr lang="zh-CN" altLang="en-US" sz="2000" dirty="0"/>
              <a:t>按接受到访问总线请求的先后顺序来响应</a:t>
            </a:r>
            <a:r>
              <a:rPr lang="zh-CN" altLang="en-US" sz="2000" dirty="0" smtClean="0"/>
              <a:t>。</a:t>
            </a:r>
            <a:endParaRPr lang="zh-CN" altLang="en-US" sz="2000" dirty="0">
              <a:solidFill>
                <a:srgbClr val="FF0000"/>
              </a:solidFill>
              <a:effectLst>
                <a:outerShdw blurRad="38100" dist="38100" dir="2700000" algn="tl">
                  <a:srgbClr val="C0C0C0"/>
                </a:outerShdw>
              </a:effectLst>
            </a:endParaRPr>
          </a:p>
        </p:txBody>
      </p:sp>
      <p:sp>
        <p:nvSpPr>
          <p:cNvPr id="57348"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互连网络种类</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动态互连网络</a:t>
            </a:r>
            <a:endParaRPr lang="zh-CN" altLang="en-US" sz="1200" b="0">
              <a:latin typeface="Times New Roman" pitchFamily="18" charset="0"/>
              <a:ea typeface="幼圆" pitchFamily="49" charset="-122"/>
            </a:endParaRPr>
          </a:p>
        </p:txBody>
      </p:sp>
      <p:sp>
        <p:nvSpPr>
          <p:cNvPr id="57349" name="Text Box 5"/>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en-US" altLang="zh-CN" sz="1200" b="0" dirty="0" smtClean="0">
                <a:latin typeface="幼圆" pitchFamily="49" charset="-122"/>
                <a:ea typeface="幼圆" pitchFamily="49" charset="-122"/>
              </a:rPr>
              <a:t>3</a:t>
            </a:r>
            <a:r>
              <a:rPr lang="zh-CN" altLang="en-US" sz="1200" b="0" dirty="0" smtClean="0">
                <a:latin typeface="幼圆" pitchFamily="49" charset="-122"/>
                <a:ea typeface="幼圆" pitchFamily="49" charset="-122"/>
              </a:rPr>
              <a:t> </a:t>
            </a:r>
            <a:r>
              <a:rPr lang="zh-CN" altLang="en-US" sz="1200" b="0" dirty="0">
                <a:latin typeface="幼圆" pitchFamily="49" charset="-122"/>
                <a:ea typeface="幼圆" pitchFamily="49" charset="-122"/>
              </a:rPr>
              <a:t>之 2</a:t>
            </a:r>
          </a:p>
        </p:txBody>
      </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6962" name="Rectangle 2"/>
          <p:cNvSpPr>
            <a:spLocks noGrp="1" noChangeArrowheads="1"/>
          </p:cNvSpPr>
          <p:nvPr>
            <p:ph type="title"/>
          </p:nvPr>
        </p:nvSpPr>
        <p:spPr/>
        <p:txBody>
          <a:bodyPr/>
          <a:lstStyle/>
          <a:p>
            <a:pPr eaLnBrk="1" hangingPunct="1">
              <a:defRPr/>
            </a:pPr>
            <a:r>
              <a:rPr lang="zh-CN" altLang="en-US" smtClean="0"/>
              <a:t>举  例</a:t>
            </a:r>
          </a:p>
        </p:txBody>
      </p:sp>
      <p:sp>
        <p:nvSpPr>
          <p:cNvPr id="59395"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互连网络种类</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动态互连网络</a:t>
            </a:r>
            <a:endParaRPr lang="zh-CN" altLang="en-US" sz="1200" b="0">
              <a:latin typeface="Times New Roman" pitchFamily="18" charset="0"/>
              <a:ea typeface="幼圆" pitchFamily="49" charset="-122"/>
            </a:endParaRPr>
          </a:p>
        </p:txBody>
      </p:sp>
      <p:sp>
        <p:nvSpPr>
          <p:cNvPr id="59396" name="Text Box 8"/>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en-US" altLang="zh-CN" sz="1200" b="0" dirty="0" smtClean="0">
                <a:latin typeface="幼圆" pitchFamily="49" charset="-122"/>
                <a:ea typeface="幼圆" pitchFamily="49" charset="-122"/>
              </a:rPr>
              <a:t>3</a:t>
            </a:r>
            <a:r>
              <a:rPr lang="zh-CN" altLang="en-US" sz="1200" b="0" dirty="0" smtClean="0">
                <a:latin typeface="幼圆" pitchFamily="49" charset="-122"/>
                <a:ea typeface="幼圆" pitchFamily="49" charset="-122"/>
              </a:rPr>
              <a:t> </a:t>
            </a:r>
            <a:r>
              <a:rPr lang="zh-CN" altLang="en-US" sz="1200" b="0" dirty="0">
                <a:latin typeface="幼圆" pitchFamily="49" charset="-122"/>
                <a:ea typeface="幼圆" pitchFamily="49" charset="-122"/>
              </a:rPr>
              <a:t>之 </a:t>
            </a:r>
            <a:r>
              <a:rPr lang="en-US" altLang="zh-CN" sz="1200" b="0" dirty="0" smtClean="0">
                <a:latin typeface="幼圆" pitchFamily="49" charset="-122"/>
                <a:ea typeface="幼圆" pitchFamily="49" charset="-122"/>
              </a:rPr>
              <a:t>3</a:t>
            </a:r>
            <a:endParaRPr lang="zh-CN" altLang="en-US" sz="1200" b="0" dirty="0">
              <a:latin typeface="幼圆" pitchFamily="49" charset="-122"/>
              <a:ea typeface="幼圆" pitchFamily="49" charset="-122"/>
            </a:endParaRPr>
          </a:p>
        </p:txBody>
      </p:sp>
      <p:sp>
        <p:nvSpPr>
          <p:cNvPr id="59397" name="Line 10"/>
          <p:cNvSpPr>
            <a:spLocks noChangeShapeType="1"/>
          </p:cNvSpPr>
          <p:nvPr/>
        </p:nvSpPr>
        <p:spPr bwMode="auto">
          <a:xfrm>
            <a:off x="1447800" y="4999038"/>
            <a:ext cx="5029200" cy="0"/>
          </a:xfrm>
          <a:prstGeom prst="line">
            <a:avLst/>
          </a:prstGeom>
          <a:noFill/>
          <a:ln w="76200">
            <a:solidFill>
              <a:srgbClr val="0000CC"/>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398" name="Oval 11"/>
          <p:cNvSpPr>
            <a:spLocks noChangeArrowheads="1"/>
          </p:cNvSpPr>
          <p:nvPr/>
        </p:nvSpPr>
        <p:spPr bwMode="auto">
          <a:xfrm>
            <a:off x="1905000" y="2103438"/>
            <a:ext cx="533400" cy="533400"/>
          </a:xfrm>
          <a:prstGeom prst="ellipse">
            <a:avLst/>
          </a:prstGeom>
          <a:solidFill>
            <a:srgbClr val="CCFFCC"/>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en-US" altLang="zh-CN" sz="2400">
                <a:latin typeface="Comic Sans MS" pitchFamily="66" charset="0"/>
                <a:ea typeface="宋体" charset="-122"/>
              </a:rPr>
              <a:t>P</a:t>
            </a:r>
            <a:r>
              <a:rPr lang="en-US" altLang="zh-CN" sz="2400" baseline="-25000">
                <a:latin typeface="Comic Sans MS" pitchFamily="66" charset="0"/>
                <a:ea typeface="宋体" charset="-122"/>
              </a:rPr>
              <a:t>1</a:t>
            </a:r>
          </a:p>
        </p:txBody>
      </p:sp>
      <p:sp>
        <p:nvSpPr>
          <p:cNvPr id="59399" name="Line 12"/>
          <p:cNvSpPr>
            <a:spLocks noChangeShapeType="1"/>
          </p:cNvSpPr>
          <p:nvPr/>
        </p:nvSpPr>
        <p:spPr bwMode="auto">
          <a:xfrm>
            <a:off x="1828800" y="3551238"/>
            <a:ext cx="0" cy="1447800"/>
          </a:xfrm>
          <a:prstGeom prst="line">
            <a:avLst/>
          </a:prstGeom>
          <a:noFill/>
          <a:ln w="57150">
            <a:solidFill>
              <a:schemeClr val="tx1"/>
            </a:solidFill>
            <a:round/>
            <a:headEnd/>
            <a:tailEnd type="diamond"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400" name="Oval 13"/>
          <p:cNvSpPr>
            <a:spLocks noChangeArrowheads="1"/>
          </p:cNvSpPr>
          <p:nvPr/>
        </p:nvSpPr>
        <p:spPr bwMode="auto">
          <a:xfrm>
            <a:off x="3352800" y="2103438"/>
            <a:ext cx="533400" cy="533400"/>
          </a:xfrm>
          <a:prstGeom prst="ellipse">
            <a:avLst/>
          </a:prstGeom>
          <a:solidFill>
            <a:srgbClr val="CCFFCC"/>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en-US" altLang="zh-CN" sz="2400">
                <a:latin typeface="Comic Sans MS" pitchFamily="66" charset="0"/>
                <a:ea typeface="宋体" charset="-122"/>
              </a:rPr>
              <a:t>P</a:t>
            </a:r>
            <a:r>
              <a:rPr lang="en-US" altLang="zh-CN" sz="2400" baseline="-25000">
                <a:latin typeface="Comic Sans MS" pitchFamily="66" charset="0"/>
                <a:ea typeface="宋体" charset="-122"/>
              </a:rPr>
              <a:t>2</a:t>
            </a:r>
          </a:p>
        </p:txBody>
      </p:sp>
      <p:sp>
        <p:nvSpPr>
          <p:cNvPr id="59401" name="Line 14"/>
          <p:cNvSpPr>
            <a:spLocks noChangeShapeType="1"/>
          </p:cNvSpPr>
          <p:nvPr/>
        </p:nvSpPr>
        <p:spPr bwMode="auto">
          <a:xfrm>
            <a:off x="3276600" y="3551238"/>
            <a:ext cx="0" cy="1447800"/>
          </a:xfrm>
          <a:prstGeom prst="line">
            <a:avLst/>
          </a:prstGeom>
          <a:noFill/>
          <a:ln w="57150">
            <a:solidFill>
              <a:schemeClr val="tx1"/>
            </a:solidFill>
            <a:round/>
            <a:headEnd/>
            <a:tailEnd type="diamond"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402" name="Oval 15"/>
          <p:cNvSpPr>
            <a:spLocks noChangeArrowheads="1"/>
          </p:cNvSpPr>
          <p:nvPr/>
        </p:nvSpPr>
        <p:spPr bwMode="auto">
          <a:xfrm>
            <a:off x="6096000" y="2103438"/>
            <a:ext cx="533400" cy="533400"/>
          </a:xfrm>
          <a:prstGeom prst="ellipse">
            <a:avLst/>
          </a:prstGeom>
          <a:solidFill>
            <a:srgbClr val="CCFFCC"/>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en-US" altLang="zh-CN" sz="2400">
                <a:latin typeface="Comic Sans MS" pitchFamily="66" charset="0"/>
                <a:ea typeface="宋体" charset="-122"/>
              </a:rPr>
              <a:t>P</a:t>
            </a:r>
            <a:r>
              <a:rPr lang="en-US" altLang="zh-CN" sz="2400" baseline="-25000">
                <a:latin typeface="Comic Sans MS" pitchFamily="66" charset="0"/>
                <a:ea typeface="宋体" charset="-122"/>
              </a:rPr>
              <a:t>n</a:t>
            </a:r>
          </a:p>
        </p:txBody>
      </p:sp>
      <p:sp>
        <p:nvSpPr>
          <p:cNvPr id="59403" name="Line 16"/>
          <p:cNvSpPr>
            <a:spLocks noChangeShapeType="1"/>
          </p:cNvSpPr>
          <p:nvPr/>
        </p:nvSpPr>
        <p:spPr bwMode="auto">
          <a:xfrm flipH="1">
            <a:off x="5943600" y="3551238"/>
            <a:ext cx="0" cy="1447800"/>
          </a:xfrm>
          <a:prstGeom prst="line">
            <a:avLst/>
          </a:prstGeom>
          <a:noFill/>
          <a:ln w="57150">
            <a:solidFill>
              <a:schemeClr val="tx1"/>
            </a:solidFill>
            <a:round/>
            <a:headEnd/>
            <a:tailEnd type="diamond"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404" name="Rectangle 17"/>
          <p:cNvSpPr>
            <a:spLocks noChangeArrowheads="1"/>
          </p:cNvSpPr>
          <p:nvPr/>
        </p:nvSpPr>
        <p:spPr bwMode="auto">
          <a:xfrm>
            <a:off x="2209800" y="5837238"/>
            <a:ext cx="533400" cy="457200"/>
          </a:xfrm>
          <a:prstGeom prst="rect">
            <a:avLst/>
          </a:prstGeom>
          <a:solidFill>
            <a:srgbClr val="FFFF99"/>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en-US" altLang="zh-CN" sz="2400">
                <a:latin typeface="Comic Sans MS" pitchFamily="66" charset="0"/>
                <a:ea typeface="宋体" charset="-122"/>
              </a:rPr>
              <a:t>M</a:t>
            </a:r>
            <a:r>
              <a:rPr lang="en-US" altLang="zh-CN" sz="2400" baseline="-25000">
                <a:latin typeface="Comic Sans MS" pitchFamily="66" charset="0"/>
                <a:ea typeface="宋体" charset="-122"/>
              </a:rPr>
              <a:t>1</a:t>
            </a:r>
          </a:p>
        </p:txBody>
      </p:sp>
      <p:sp>
        <p:nvSpPr>
          <p:cNvPr id="59405" name="Line 18"/>
          <p:cNvSpPr>
            <a:spLocks noChangeShapeType="1"/>
          </p:cNvSpPr>
          <p:nvPr/>
        </p:nvSpPr>
        <p:spPr bwMode="auto">
          <a:xfrm flipV="1">
            <a:off x="2514600" y="4999038"/>
            <a:ext cx="0" cy="838200"/>
          </a:xfrm>
          <a:prstGeom prst="line">
            <a:avLst/>
          </a:prstGeom>
          <a:noFill/>
          <a:ln w="57150">
            <a:solidFill>
              <a:schemeClr val="tx1"/>
            </a:solidFill>
            <a:round/>
            <a:headEnd/>
            <a:tailEnd type="diamond"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406" name="Rectangle 19"/>
          <p:cNvSpPr>
            <a:spLocks noChangeArrowheads="1"/>
          </p:cNvSpPr>
          <p:nvPr/>
        </p:nvSpPr>
        <p:spPr bwMode="auto">
          <a:xfrm>
            <a:off x="3657600" y="5837238"/>
            <a:ext cx="533400" cy="457200"/>
          </a:xfrm>
          <a:prstGeom prst="rect">
            <a:avLst/>
          </a:prstGeom>
          <a:solidFill>
            <a:srgbClr val="FFFF99"/>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en-US" altLang="zh-CN" sz="2400">
                <a:latin typeface="Comic Sans MS" pitchFamily="66" charset="0"/>
                <a:ea typeface="宋体" charset="-122"/>
              </a:rPr>
              <a:t>M</a:t>
            </a:r>
            <a:r>
              <a:rPr lang="en-US" altLang="zh-CN" sz="2400" baseline="-25000">
                <a:latin typeface="Comic Sans MS" pitchFamily="66" charset="0"/>
                <a:ea typeface="宋体" charset="-122"/>
              </a:rPr>
              <a:t>2</a:t>
            </a:r>
          </a:p>
        </p:txBody>
      </p:sp>
      <p:sp>
        <p:nvSpPr>
          <p:cNvPr id="59407" name="Line 20"/>
          <p:cNvSpPr>
            <a:spLocks noChangeShapeType="1"/>
          </p:cNvSpPr>
          <p:nvPr/>
        </p:nvSpPr>
        <p:spPr bwMode="auto">
          <a:xfrm flipV="1">
            <a:off x="3962400" y="4999038"/>
            <a:ext cx="0" cy="838200"/>
          </a:xfrm>
          <a:prstGeom prst="line">
            <a:avLst/>
          </a:prstGeom>
          <a:noFill/>
          <a:ln w="57150">
            <a:solidFill>
              <a:schemeClr val="tx1"/>
            </a:solidFill>
            <a:round/>
            <a:headEnd/>
            <a:tailEnd type="diamond"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408" name="Rectangle 21"/>
          <p:cNvSpPr>
            <a:spLocks noChangeArrowheads="1"/>
          </p:cNvSpPr>
          <p:nvPr/>
        </p:nvSpPr>
        <p:spPr bwMode="auto">
          <a:xfrm>
            <a:off x="4953000" y="5837238"/>
            <a:ext cx="533400" cy="457200"/>
          </a:xfrm>
          <a:prstGeom prst="rect">
            <a:avLst/>
          </a:prstGeom>
          <a:solidFill>
            <a:srgbClr val="FFFF99"/>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en-US" altLang="zh-CN" sz="2400">
                <a:latin typeface="Comic Sans MS" pitchFamily="66" charset="0"/>
                <a:ea typeface="宋体" charset="-122"/>
              </a:rPr>
              <a:t>M</a:t>
            </a:r>
            <a:r>
              <a:rPr lang="en-US" altLang="zh-CN" sz="2400" baseline="-25000">
                <a:latin typeface="Comic Sans MS" pitchFamily="66" charset="0"/>
                <a:ea typeface="宋体" charset="-122"/>
              </a:rPr>
              <a:t>m</a:t>
            </a:r>
          </a:p>
        </p:txBody>
      </p:sp>
      <p:sp>
        <p:nvSpPr>
          <p:cNvPr id="59409" name="Line 22"/>
          <p:cNvSpPr>
            <a:spLocks noChangeShapeType="1"/>
          </p:cNvSpPr>
          <p:nvPr/>
        </p:nvSpPr>
        <p:spPr bwMode="auto">
          <a:xfrm flipV="1">
            <a:off x="5257800" y="4999038"/>
            <a:ext cx="0" cy="838200"/>
          </a:xfrm>
          <a:prstGeom prst="line">
            <a:avLst/>
          </a:prstGeom>
          <a:noFill/>
          <a:ln w="57150">
            <a:solidFill>
              <a:schemeClr val="tx1"/>
            </a:solidFill>
            <a:round/>
            <a:headEnd/>
            <a:tailEnd type="diamond"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410" name="Text Box 23"/>
          <p:cNvSpPr txBox="1">
            <a:spLocks noChangeArrowheads="1"/>
          </p:cNvSpPr>
          <p:nvPr/>
        </p:nvSpPr>
        <p:spPr bwMode="auto">
          <a:xfrm>
            <a:off x="4724400" y="2027238"/>
            <a:ext cx="8382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b="0">
                <a:latin typeface="Comic Sans MS" pitchFamily="66" charset="0"/>
                <a:ea typeface="宋体" charset="-122"/>
                <a:sym typeface="Symbol" pitchFamily="18" charset="2"/>
              </a:rPr>
              <a:t></a:t>
            </a:r>
            <a:endParaRPr lang="zh-CN" altLang="en-US" b="0">
              <a:latin typeface="Comic Sans MS" pitchFamily="66" charset="0"/>
              <a:ea typeface="宋体" charset="-122"/>
            </a:endParaRPr>
          </a:p>
        </p:txBody>
      </p:sp>
      <p:sp>
        <p:nvSpPr>
          <p:cNvPr id="59411" name="Text Box 24"/>
          <p:cNvSpPr txBox="1">
            <a:spLocks noChangeArrowheads="1"/>
          </p:cNvSpPr>
          <p:nvPr/>
        </p:nvSpPr>
        <p:spPr bwMode="auto">
          <a:xfrm>
            <a:off x="4343400" y="5684838"/>
            <a:ext cx="8382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b="0">
                <a:latin typeface="Comic Sans MS" pitchFamily="66" charset="0"/>
                <a:ea typeface="宋体" charset="-122"/>
                <a:sym typeface="Symbol" pitchFamily="18" charset="2"/>
              </a:rPr>
              <a:t></a:t>
            </a:r>
            <a:endParaRPr lang="zh-CN" altLang="en-US" b="0">
              <a:latin typeface="Comic Sans MS" pitchFamily="66" charset="0"/>
              <a:ea typeface="宋体" charset="-122"/>
            </a:endParaRPr>
          </a:p>
        </p:txBody>
      </p:sp>
      <p:sp>
        <p:nvSpPr>
          <p:cNvPr id="59412" name="Text Box 25"/>
          <p:cNvSpPr txBox="1">
            <a:spLocks noChangeArrowheads="1"/>
          </p:cNvSpPr>
          <p:nvPr/>
        </p:nvSpPr>
        <p:spPr bwMode="auto">
          <a:xfrm>
            <a:off x="5638800" y="5303838"/>
            <a:ext cx="152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2400">
                <a:latin typeface="Comic Sans MS" pitchFamily="66" charset="0"/>
              </a:rPr>
              <a:t>共享总线</a:t>
            </a:r>
          </a:p>
        </p:txBody>
      </p:sp>
      <p:sp>
        <p:nvSpPr>
          <p:cNvPr id="59413" name="Rectangle 26"/>
          <p:cNvSpPr>
            <a:spLocks noChangeArrowheads="1"/>
          </p:cNvSpPr>
          <p:nvPr/>
        </p:nvSpPr>
        <p:spPr bwMode="auto">
          <a:xfrm>
            <a:off x="1600200" y="2941638"/>
            <a:ext cx="1219200" cy="609600"/>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2400">
                <a:latin typeface="Comic Sans MS" pitchFamily="66" charset="0"/>
              </a:rPr>
              <a:t>总线接口</a:t>
            </a:r>
          </a:p>
        </p:txBody>
      </p:sp>
      <p:sp>
        <p:nvSpPr>
          <p:cNvPr id="59414" name="Rectangle 27"/>
          <p:cNvSpPr>
            <a:spLocks noChangeArrowheads="1"/>
          </p:cNvSpPr>
          <p:nvPr/>
        </p:nvSpPr>
        <p:spPr bwMode="auto">
          <a:xfrm>
            <a:off x="3048000" y="2941638"/>
            <a:ext cx="1219200" cy="609600"/>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2400">
                <a:latin typeface="Comic Sans MS" pitchFamily="66" charset="0"/>
              </a:rPr>
              <a:t>总线接口</a:t>
            </a:r>
          </a:p>
        </p:txBody>
      </p:sp>
      <p:sp>
        <p:nvSpPr>
          <p:cNvPr id="59415" name="Rectangle 28"/>
          <p:cNvSpPr>
            <a:spLocks noChangeArrowheads="1"/>
          </p:cNvSpPr>
          <p:nvPr/>
        </p:nvSpPr>
        <p:spPr bwMode="auto">
          <a:xfrm>
            <a:off x="5715000" y="2941638"/>
            <a:ext cx="1219200" cy="609600"/>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2400">
                <a:latin typeface="Comic Sans MS" pitchFamily="66" charset="0"/>
              </a:rPr>
              <a:t>总线接口</a:t>
            </a:r>
          </a:p>
        </p:txBody>
      </p:sp>
      <p:sp>
        <p:nvSpPr>
          <p:cNvPr id="59416" name="Line 29"/>
          <p:cNvSpPr>
            <a:spLocks noChangeShapeType="1"/>
          </p:cNvSpPr>
          <p:nvPr/>
        </p:nvSpPr>
        <p:spPr bwMode="auto">
          <a:xfrm>
            <a:off x="2209800" y="2636838"/>
            <a:ext cx="0" cy="30480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417" name="Line 30"/>
          <p:cNvSpPr>
            <a:spLocks noChangeShapeType="1"/>
          </p:cNvSpPr>
          <p:nvPr/>
        </p:nvSpPr>
        <p:spPr bwMode="auto">
          <a:xfrm>
            <a:off x="3657600" y="2636838"/>
            <a:ext cx="0" cy="30480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418" name="Line 31"/>
          <p:cNvSpPr>
            <a:spLocks noChangeShapeType="1"/>
          </p:cNvSpPr>
          <p:nvPr/>
        </p:nvSpPr>
        <p:spPr bwMode="auto">
          <a:xfrm>
            <a:off x="6324600" y="2636838"/>
            <a:ext cx="0" cy="30480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419" name="Rectangle 32"/>
          <p:cNvSpPr>
            <a:spLocks noChangeArrowheads="1"/>
          </p:cNvSpPr>
          <p:nvPr/>
        </p:nvSpPr>
        <p:spPr bwMode="auto">
          <a:xfrm>
            <a:off x="7162800" y="3627438"/>
            <a:ext cx="1676400" cy="1219200"/>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2400">
                <a:latin typeface="Comic Sans MS" pitchFamily="66" charset="0"/>
              </a:rPr>
              <a:t>总线控制器</a:t>
            </a:r>
          </a:p>
          <a:p>
            <a:pPr algn="ctr" eaLnBrk="1" hangingPunct="1">
              <a:buFont typeface="Wingdings" pitchFamily="2" charset="2"/>
              <a:buNone/>
            </a:pPr>
            <a:r>
              <a:rPr lang="zh-CN" altLang="en-US" sz="2400">
                <a:latin typeface="Comic Sans MS" pitchFamily="66" charset="0"/>
              </a:rPr>
              <a:t>（仲裁逻辑）</a:t>
            </a:r>
          </a:p>
        </p:txBody>
      </p:sp>
      <p:sp>
        <p:nvSpPr>
          <p:cNvPr id="59420" name="Line 33"/>
          <p:cNvSpPr>
            <a:spLocks noChangeShapeType="1"/>
          </p:cNvSpPr>
          <p:nvPr/>
        </p:nvSpPr>
        <p:spPr bwMode="auto">
          <a:xfrm flipH="1">
            <a:off x="2057400" y="4770438"/>
            <a:ext cx="51054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421" name="Line 34"/>
          <p:cNvSpPr>
            <a:spLocks noChangeShapeType="1"/>
          </p:cNvSpPr>
          <p:nvPr/>
        </p:nvSpPr>
        <p:spPr bwMode="auto">
          <a:xfrm flipV="1">
            <a:off x="2057400" y="3551238"/>
            <a:ext cx="0" cy="1219200"/>
          </a:xfrm>
          <a:prstGeom prst="line">
            <a:avLst/>
          </a:prstGeom>
          <a:noFill/>
          <a:ln w="28575">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422" name="Line 35"/>
          <p:cNvSpPr>
            <a:spLocks noChangeShapeType="1"/>
          </p:cNvSpPr>
          <p:nvPr/>
        </p:nvSpPr>
        <p:spPr bwMode="auto">
          <a:xfrm flipV="1">
            <a:off x="3505200" y="3551238"/>
            <a:ext cx="0" cy="1219200"/>
          </a:xfrm>
          <a:prstGeom prst="line">
            <a:avLst/>
          </a:prstGeom>
          <a:noFill/>
          <a:ln w="28575">
            <a:solidFill>
              <a:schemeClr val="tx1"/>
            </a:solidFill>
            <a:round/>
            <a:headEnd type="oval" w="med" len="me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423" name="Line 36"/>
          <p:cNvSpPr>
            <a:spLocks noChangeShapeType="1"/>
          </p:cNvSpPr>
          <p:nvPr/>
        </p:nvSpPr>
        <p:spPr bwMode="auto">
          <a:xfrm flipV="1">
            <a:off x="6172200" y="3551238"/>
            <a:ext cx="0" cy="1219200"/>
          </a:xfrm>
          <a:prstGeom prst="line">
            <a:avLst/>
          </a:prstGeom>
          <a:noFill/>
          <a:ln w="28575">
            <a:solidFill>
              <a:schemeClr val="tx1"/>
            </a:solidFill>
            <a:round/>
            <a:headEnd type="oval" w="med" len="me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424" name="Line 37"/>
          <p:cNvSpPr>
            <a:spLocks noChangeShapeType="1"/>
          </p:cNvSpPr>
          <p:nvPr/>
        </p:nvSpPr>
        <p:spPr bwMode="auto">
          <a:xfrm flipH="1">
            <a:off x="2286000" y="4618038"/>
            <a:ext cx="48768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425" name="Line 38"/>
          <p:cNvSpPr>
            <a:spLocks noChangeShapeType="1"/>
          </p:cNvSpPr>
          <p:nvPr/>
        </p:nvSpPr>
        <p:spPr bwMode="auto">
          <a:xfrm flipV="1">
            <a:off x="2286000" y="3551238"/>
            <a:ext cx="0" cy="1066800"/>
          </a:xfrm>
          <a:prstGeom prst="line">
            <a:avLst/>
          </a:prstGeom>
          <a:noFill/>
          <a:ln w="28575">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426" name="Line 39"/>
          <p:cNvSpPr>
            <a:spLocks noChangeShapeType="1"/>
          </p:cNvSpPr>
          <p:nvPr/>
        </p:nvSpPr>
        <p:spPr bwMode="auto">
          <a:xfrm flipH="1">
            <a:off x="2514600" y="4465638"/>
            <a:ext cx="4648200" cy="0"/>
          </a:xfrm>
          <a:prstGeom prst="line">
            <a:avLst/>
          </a:prstGeom>
          <a:noFill/>
          <a:ln w="28575">
            <a:solidFill>
              <a:schemeClr val="tx1"/>
            </a:solidFill>
            <a:round/>
            <a:headEnd type="stealth" w="lg" len="lg"/>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427" name="Line 40"/>
          <p:cNvSpPr>
            <a:spLocks noChangeShapeType="1"/>
          </p:cNvSpPr>
          <p:nvPr/>
        </p:nvSpPr>
        <p:spPr bwMode="auto">
          <a:xfrm flipV="1">
            <a:off x="2514600" y="3551238"/>
            <a:ext cx="0" cy="914400"/>
          </a:xfrm>
          <a:prstGeom prst="line">
            <a:avLst/>
          </a:prstGeom>
          <a:noFill/>
          <a:ln w="28575">
            <a:solidFill>
              <a:schemeClr val="tx1"/>
            </a:solidFill>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428" name="Line 41"/>
          <p:cNvSpPr>
            <a:spLocks noChangeShapeType="1"/>
          </p:cNvSpPr>
          <p:nvPr/>
        </p:nvSpPr>
        <p:spPr bwMode="auto">
          <a:xfrm flipH="1">
            <a:off x="3733800" y="4313238"/>
            <a:ext cx="34290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429" name="Line 42"/>
          <p:cNvSpPr>
            <a:spLocks noChangeShapeType="1"/>
          </p:cNvSpPr>
          <p:nvPr/>
        </p:nvSpPr>
        <p:spPr bwMode="auto">
          <a:xfrm flipV="1">
            <a:off x="3733800" y="3551238"/>
            <a:ext cx="0" cy="762000"/>
          </a:xfrm>
          <a:prstGeom prst="line">
            <a:avLst/>
          </a:prstGeom>
          <a:noFill/>
          <a:ln w="28575">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430" name="Line 43"/>
          <p:cNvSpPr>
            <a:spLocks noChangeShapeType="1"/>
          </p:cNvSpPr>
          <p:nvPr/>
        </p:nvSpPr>
        <p:spPr bwMode="auto">
          <a:xfrm flipH="1">
            <a:off x="3962400" y="4160838"/>
            <a:ext cx="3200400" cy="0"/>
          </a:xfrm>
          <a:prstGeom prst="line">
            <a:avLst/>
          </a:prstGeom>
          <a:noFill/>
          <a:ln w="28575">
            <a:solidFill>
              <a:schemeClr val="tx1"/>
            </a:solidFill>
            <a:round/>
            <a:headEnd type="stealth" w="lg" len="lg"/>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431" name="Line 44"/>
          <p:cNvSpPr>
            <a:spLocks noChangeShapeType="1"/>
          </p:cNvSpPr>
          <p:nvPr/>
        </p:nvSpPr>
        <p:spPr bwMode="auto">
          <a:xfrm flipV="1">
            <a:off x="3962400" y="3551238"/>
            <a:ext cx="0" cy="609600"/>
          </a:xfrm>
          <a:prstGeom prst="line">
            <a:avLst/>
          </a:prstGeom>
          <a:noFill/>
          <a:ln w="28575">
            <a:solidFill>
              <a:schemeClr val="tx1"/>
            </a:solidFill>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432" name="Line 45"/>
          <p:cNvSpPr>
            <a:spLocks noChangeShapeType="1"/>
          </p:cNvSpPr>
          <p:nvPr/>
        </p:nvSpPr>
        <p:spPr bwMode="auto">
          <a:xfrm flipH="1">
            <a:off x="6477000" y="4008438"/>
            <a:ext cx="6858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433" name="Line 46"/>
          <p:cNvSpPr>
            <a:spLocks noChangeShapeType="1"/>
          </p:cNvSpPr>
          <p:nvPr/>
        </p:nvSpPr>
        <p:spPr bwMode="auto">
          <a:xfrm flipV="1">
            <a:off x="6477000" y="3551238"/>
            <a:ext cx="0" cy="457200"/>
          </a:xfrm>
          <a:prstGeom prst="line">
            <a:avLst/>
          </a:prstGeom>
          <a:noFill/>
          <a:ln w="28575">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434" name="Line 47"/>
          <p:cNvSpPr>
            <a:spLocks noChangeShapeType="1"/>
          </p:cNvSpPr>
          <p:nvPr/>
        </p:nvSpPr>
        <p:spPr bwMode="auto">
          <a:xfrm flipH="1">
            <a:off x="6705600" y="3856038"/>
            <a:ext cx="457200" cy="0"/>
          </a:xfrm>
          <a:prstGeom prst="line">
            <a:avLst/>
          </a:prstGeom>
          <a:noFill/>
          <a:ln w="28575">
            <a:solidFill>
              <a:schemeClr val="tx1"/>
            </a:solidFill>
            <a:round/>
            <a:headEnd type="stealth" w="lg" len="lg"/>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435" name="Line 48"/>
          <p:cNvSpPr>
            <a:spLocks noChangeShapeType="1"/>
          </p:cNvSpPr>
          <p:nvPr/>
        </p:nvSpPr>
        <p:spPr bwMode="auto">
          <a:xfrm flipV="1">
            <a:off x="6705600" y="3551238"/>
            <a:ext cx="0" cy="304800"/>
          </a:xfrm>
          <a:prstGeom prst="line">
            <a:avLst/>
          </a:prstGeom>
          <a:noFill/>
          <a:ln w="28575">
            <a:solidFill>
              <a:schemeClr val="tx1"/>
            </a:solidFill>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436" name="AutoShape 49"/>
          <p:cNvSpPr>
            <a:spLocks/>
          </p:cNvSpPr>
          <p:nvPr/>
        </p:nvSpPr>
        <p:spPr bwMode="auto">
          <a:xfrm>
            <a:off x="7391400" y="5380038"/>
            <a:ext cx="1292225" cy="365125"/>
          </a:xfrm>
          <a:prstGeom prst="callout2">
            <a:avLst>
              <a:gd name="adj1" fmla="val 31306"/>
              <a:gd name="adj2" fmla="val -5898"/>
              <a:gd name="adj3" fmla="val 31306"/>
              <a:gd name="adj4" fmla="val -21866"/>
              <a:gd name="adj5" fmla="val -157824"/>
              <a:gd name="adj6" fmla="val -38454"/>
            </a:avLst>
          </a:prstGeom>
          <a:noFill/>
          <a:ln w="25400">
            <a:solidFill>
              <a:srgbClr val="0099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r>
              <a:rPr lang="zh-CN" altLang="en-US" sz="2400">
                <a:latin typeface="Comic Sans MS" pitchFamily="66" charset="0"/>
              </a:rPr>
              <a:t>总线忙</a:t>
            </a:r>
          </a:p>
        </p:txBody>
      </p:sp>
      <p:sp>
        <p:nvSpPr>
          <p:cNvPr id="59437" name="AutoShape 50"/>
          <p:cNvSpPr>
            <a:spLocks/>
          </p:cNvSpPr>
          <p:nvPr/>
        </p:nvSpPr>
        <p:spPr bwMode="auto">
          <a:xfrm>
            <a:off x="4191000" y="3779838"/>
            <a:ext cx="1444625" cy="390525"/>
          </a:xfrm>
          <a:prstGeom prst="callout1">
            <a:avLst>
              <a:gd name="adj1" fmla="val 29269"/>
              <a:gd name="adj2" fmla="val 105273"/>
              <a:gd name="adj3" fmla="val 136583"/>
              <a:gd name="adj4" fmla="val 118130"/>
            </a:avLst>
          </a:prstGeom>
          <a:noFill/>
          <a:ln w="25400">
            <a:solidFill>
              <a:srgbClr val="0099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r" eaLnBrk="1" hangingPunct="1">
              <a:buFont typeface="Wingdings" pitchFamily="2" charset="2"/>
              <a:buNone/>
            </a:pPr>
            <a:r>
              <a:rPr lang="zh-CN" altLang="en-US" sz="2400">
                <a:latin typeface="Comic Sans MS" pitchFamily="66" charset="0"/>
              </a:rPr>
              <a:t>总线许可</a:t>
            </a:r>
          </a:p>
        </p:txBody>
      </p:sp>
      <p:sp>
        <p:nvSpPr>
          <p:cNvPr id="59438" name="AutoShape 51"/>
          <p:cNvSpPr>
            <a:spLocks/>
          </p:cNvSpPr>
          <p:nvPr/>
        </p:nvSpPr>
        <p:spPr bwMode="auto">
          <a:xfrm>
            <a:off x="4419600" y="3398838"/>
            <a:ext cx="1447800" cy="390525"/>
          </a:xfrm>
          <a:prstGeom prst="callout1">
            <a:avLst>
              <a:gd name="adj1" fmla="val 29269"/>
              <a:gd name="adj2" fmla="val -5264"/>
              <a:gd name="adj3" fmla="val 95528"/>
              <a:gd name="adj4" fmla="val -28509"/>
            </a:avLst>
          </a:prstGeom>
          <a:noFill/>
          <a:ln w="25400">
            <a:solidFill>
              <a:srgbClr val="0099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r>
              <a:rPr lang="zh-CN" altLang="en-US" sz="2400">
                <a:latin typeface="Comic Sans MS" pitchFamily="66" charset="0"/>
              </a:rPr>
              <a:t>总线请求</a:t>
            </a:r>
          </a:p>
        </p:txBody>
      </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47" name="Rectangle 7"/>
          <p:cNvSpPr>
            <a:spLocks noGrp="1" noChangeArrowheads="1"/>
          </p:cNvSpPr>
          <p:nvPr>
            <p:ph type="title"/>
          </p:nvPr>
        </p:nvSpPr>
        <p:spPr/>
        <p:txBody>
          <a:bodyPr/>
          <a:lstStyle/>
          <a:p>
            <a:pPr eaLnBrk="1" hangingPunct="1">
              <a:defRPr/>
            </a:pPr>
            <a:r>
              <a:rPr lang="zh-CN" altLang="en-US" smtClean="0"/>
              <a:t>交叉开关网络</a:t>
            </a:r>
          </a:p>
        </p:txBody>
      </p:sp>
      <p:sp>
        <p:nvSpPr>
          <p:cNvPr id="931848" name="Rectangle 8"/>
          <p:cNvSpPr>
            <a:spLocks noGrp="1" noChangeArrowheads="1"/>
          </p:cNvSpPr>
          <p:nvPr>
            <p:ph type="body" idx="1"/>
          </p:nvPr>
        </p:nvSpPr>
        <p:spPr/>
        <p:txBody>
          <a:bodyPr/>
          <a:lstStyle/>
          <a:p>
            <a:pPr marL="0" indent="0" eaLnBrk="1" hangingPunct="1">
              <a:lnSpc>
                <a:spcPct val="110000"/>
              </a:lnSpc>
              <a:buFont typeface="Wingdings" pitchFamily="2" charset="2"/>
              <a:buNone/>
              <a:defRPr/>
            </a:pPr>
            <a:r>
              <a:rPr lang="zh-CN" altLang="en-US" sz="2400" dirty="0" smtClean="0"/>
              <a:t>        </a:t>
            </a:r>
            <a:r>
              <a:rPr lang="zh-CN" altLang="en-US" sz="2400" dirty="0" smtClean="0">
                <a:solidFill>
                  <a:srgbClr val="FF0000"/>
                </a:solidFill>
                <a:effectLst>
                  <a:outerShdw blurRad="38100" dist="38100" dir="2700000" algn="tl">
                    <a:srgbClr val="C0C0C0"/>
                  </a:outerShdw>
                </a:effectLst>
              </a:rPr>
              <a:t>一组纵横开关阵列构成多总线</a:t>
            </a:r>
            <a:r>
              <a:rPr lang="zh-CN" altLang="en-US" sz="2400" dirty="0" smtClean="0"/>
              <a:t>（总线数为</a:t>
            </a:r>
            <a:r>
              <a:rPr lang="en-US" altLang="zh-CN" sz="2400" dirty="0" err="1" smtClean="0"/>
              <a:t>m+n+i</a:t>
            </a:r>
            <a:r>
              <a:rPr lang="en-US" altLang="zh-CN" sz="2400" dirty="0" smtClean="0"/>
              <a:t>，</a:t>
            </a:r>
            <a:r>
              <a:rPr lang="zh-CN" altLang="en-US" sz="2400" dirty="0" smtClean="0"/>
              <a:t>且</a:t>
            </a:r>
            <a:r>
              <a:rPr lang="en-US" altLang="zh-CN" sz="2400" dirty="0" err="1" smtClean="0"/>
              <a:t>m≥n+i</a:t>
            </a:r>
            <a:r>
              <a:rPr lang="en-US" altLang="zh-CN" sz="2400" dirty="0" smtClean="0"/>
              <a:t>；</a:t>
            </a:r>
            <a:r>
              <a:rPr lang="zh-CN" altLang="en-US" sz="2400" dirty="0" smtClean="0"/>
              <a:t>可同时通信的总线数为</a:t>
            </a:r>
            <a:r>
              <a:rPr lang="en-US" altLang="zh-CN" sz="2400" dirty="0" smtClean="0"/>
              <a:t>m</a:t>
            </a:r>
            <a:r>
              <a:rPr lang="zh-CN" altLang="en-US" sz="2400" dirty="0" smtClean="0"/>
              <a:t>），交叉点开关能在对偶（源和目的）之间形成动态连接。</a:t>
            </a:r>
          </a:p>
        </p:txBody>
      </p:sp>
      <p:sp>
        <p:nvSpPr>
          <p:cNvPr id="60420"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互连网络种类</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动态互连网络</a:t>
            </a:r>
            <a:endParaRPr lang="zh-CN" altLang="en-US" sz="1200" b="0">
              <a:latin typeface="Times New Roman" pitchFamily="18" charset="0"/>
              <a:ea typeface="幼圆" pitchFamily="49" charset="-122"/>
            </a:endParaRPr>
          </a:p>
        </p:txBody>
      </p:sp>
      <p:sp>
        <p:nvSpPr>
          <p:cNvPr id="60421" name="Rectangle 6"/>
          <p:cNvSpPr>
            <a:spLocks noChangeArrowheads="1"/>
          </p:cNvSpPr>
          <p:nvPr/>
        </p:nvSpPr>
        <p:spPr bwMode="auto">
          <a:xfrm>
            <a:off x="2686050" y="16430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60422" name="Text Box 9"/>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en-US" altLang="zh-CN" sz="1200" b="0" dirty="0" smtClean="0">
                <a:latin typeface="幼圆" pitchFamily="49" charset="-122"/>
                <a:ea typeface="幼圆" pitchFamily="49" charset="-122"/>
              </a:rPr>
              <a:t>6</a:t>
            </a:r>
            <a:r>
              <a:rPr lang="zh-CN" altLang="en-US" sz="1200" b="0" dirty="0" smtClean="0">
                <a:latin typeface="幼圆" pitchFamily="49" charset="-122"/>
                <a:ea typeface="幼圆" pitchFamily="49" charset="-122"/>
              </a:rPr>
              <a:t> </a:t>
            </a:r>
            <a:r>
              <a:rPr lang="zh-CN" altLang="en-US" sz="1200" b="0" dirty="0">
                <a:latin typeface="幼圆" pitchFamily="49" charset="-122"/>
                <a:ea typeface="幼圆" pitchFamily="49" charset="-122"/>
              </a:rPr>
              <a:t>之 1</a:t>
            </a:r>
          </a:p>
        </p:txBody>
      </p:sp>
      <p:grpSp>
        <p:nvGrpSpPr>
          <p:cNvPr id="60423" name="Group 40"/>
          <p:cNvGrpSpPr>
            <a:grpSpLocks/>
          </p:cNvGrpSpPr>
          <p:nvPr/>
        </p:nvGrpSpPr>
        <p:grpSpPr bwMode="auto">
          <a:xfrm>
            <a:off x="1447800" y="3390900"/>
            <a:ext cx="6781800" cy="2971800"/>
            <a:chOff x="768" y="2208"/>
            <a:chExt cx="4272" cy="1872"/>
          </a:xfrm>
        </p:grpSpPr>
        <p:sp>
          <p:nvSpPr>
            <p:cNvPr id="60424" name="Oval 10"/>
            <p:cNvSpPr>
              <a:spLocks noChangeArrowheads="1"/>
            </p:cNvSpPr>
            <p:nvPr/>
          </p:nvSpPr>
          <p:spPr bwMode="auto">
            <a:xfrm>
              <a:off x="768" y="2688"/>
              <a:ext cx="336" cy="336"/>
            </a:xfrm>
            <a:prstGeom prst="ellipse">
              <a:avLst/>
            </a:prstGeom>
            <a:solidFill>
              <a:srgbClr val="CCFFCC"/>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en-US" altLang="zh-CN" sz="2400">
                  <a:latin typeface="Comic Sans MS" pitchFamily="66" charset="0"/>
                  <a:ea typeface="宋体" charset="-122"/>
                </a:rPr>
                <a:t>P</a:t>
              </a:r>
              <a:r>
                <a:rPr lang="en-US" altLang="zh-CN" sz="2400" baseline="-25000">
                  <a:latin typeface="Comic Sans MS" pitchFamily="66" charset="0"/>
                  <a:ea typeface="宋体" charset="-122"/>
                </a:rPr>
                <a:t>1</a:t>
              </a:r>
            </a:p>
          </p:txBody>
        </p:sp>
        <p:sp>
          <p:nvSpPr>
            <p:cNvPr id="60425" name="Oval 11"/>
            <p:cNvSpPr>
              <a:spLocks noChangeArrowheads="1"/>
            </p:cNvSpPr>
            <p:nvPr/>
          </p:nvSpPr>
          <p:spPr bwMode="auto">
            <a:xfrm>
              <a:off x="768" y="3504"/>
              <a:ext cx="336" cy="336"/>
            </a:xfrm>
            <a:prstGeom prst="ellipse">
              <a:avLst/>
            </a:prstGeom>
            <a:solidFill>
              <a:srgbClr val="CCFFCC"/>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en-US" altLang="zh-CN" sz="2400">
                  <a:latin typeface="Comic Sans MS" pitchFamily="66" charset="0"/>
                  <a:ea typeface="宋体" charset="-122"/>
                </a:rPr>
                <a:t>P</a:t>
              </a:r>
              <a:r>
                <a:rPr lang="en-US" altLang="zh-CN" sz="2400" baseline="-25000">
                  <a:latin typeface="Comic Sans MS" pitchFamily="66" charset="0"/>
                  <a:ea typeface="宋体" charset="-122"/>
                </a:rPr>
                <a:t>n</a:t>
              </a:r>
            </a:p>
          </p:txBody>
        </p:sp>
        <p:sp>
          <p:nvSpPr>
            <p:cNvPr id="60426" name="Rectangle 12"/>
            <p:cNvSpPr>
              <a:spLocks noChangeArrowheads="1"/>
            </p:cNvSpPr>
            <p:nvPr/>
          </p:nvSpPr>
          <p:spPr bwMode="auto">
            <a:xfrm>
              <a:off x="1584" y="2304"/>
              <a:ext cx="336" cy="280"/>
            </a:xfrm>
            <a:prstGeom prst="rect">
              <a:avLst/>
            </a:prstGeom>
            <a:solidFill>
              <a:srgbClr val="FFFF99"/>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en-US" altLang="zh-CN" sz="2400">
                  <a:latin typeface="Comic Sans MS" pitchFamily="66" charset="0"/>
                  <a:ea typeface="宋体" charset="-122"/>
                </a:rPr>
                <a:t>M</a:t>
              </a:r>
              <a:r>
                <a:rPr lang="en-US" altLang="zh-CN" sz="2400" baseline="-25000">
                  <a:latin typeface="Comic Sans MS" pitchFamily="66" charset="0"/>
                  <a:ea typeface="宋体" charset="-122"/>
                </a:rPr>
                <a:t>1</a:t>
              </a:r>
            </a:p>
          </p:txBody>
        </p:sp>
        <p:sp>
          <p:nvSpPr>
            <p:cNvPr id="60427" name="Rectangle 13"/>
            <p:cNvSpPr>
              <a:spLocks noChangeArrowheads="1"/>
            </p:cNvSpPr>
            <p:nvPr/>
          </p:nvSpPr>
          <p:spPr bwMode="auto">
            <a:xfrm>
              <a:off x="2352" y="2304"/>
              <a:ext cx="336" cy="280"/>
            </a:xfrm>
            <a:prstGeom prst="rect">
              <a:avLst/>
            </a:prstGeom>
            <a:solidFill>
              <a:srgbClr val="FFFF99"/>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en-US" altLang="zh-CN" sz="2400">
                  <a:latin typeface="Comic Sans MS" pitchFamily="66" charset="0"/>
                  <a:ea typeface="宋体" charset="-122"/>
                </a:rPr>
                <a:t>M</a:t>
              </a:r>
              <a:r>
                <a:rPr lang="en-US" altLang="zh-CN" sz="2400" baseline="-25000">
                  <a:latin typeface="Comic Sans MS" pitchFamily="66" charset="0"/>
                  <a:ea typeface="宋体" charset="-122"/>
                </a:rPr>
                <a:t>2</a:t>
              </a:r>
            </a:p>
          </p:txBody>
        </p:sp>
        <p:sp>
          <p:nvSpPr>
            <p:cNvPr id="60428" name="Rectangle 14"/>
            <p:cNvSpPr>
              <a:spLocks noChangeArrowheads="1"/>
            </p:cNvSpPr>
            <p:nvPr/>
          </p:nvSpPr>
          <p:spPr bwMode="auto">
            <a:xfrm>
              <a:off x="3552" y="2304"/>
              <a:ext cx="336" cy="280"/>
            </a:xfrm>
            <a:prstGeom prst="rect">
              <a:avLst/>
            </a:prstGeom>
            <a:solidFill>
              <a:srgbClr val="FFFF99"/>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en-US" altLang="zh-CN" sz="2400">
                  <a:latin typeface="Comic Sans MS" pitchFamily="66" charset="0"/>
                  <a:ea typeface="宋体" charset="-122"/>
                </a:rPr>
                <a:t>M</a:t>
              </a:r>
              <a:r>
                <a:rPr lang="en-US" altLang="zh-CN" sz="2400" baseline="-25000">
                  <a:latin typeface="Comic Sans MS" pitchFamily="66" charset="0"/>
                  <a:ea typeface="宋体" charset="-122"/>
                </a:rPr>
                <a:t>m</a:t>
              </a:r>
            </a:p>
          </p:txBody>
        </p:sp>
        <p:sp>
          <p:nvSpPr>
            <p:cNvPr id="60429" name="Oval 15"/>
            <p:cNvSpPr>
              <a:spLocks noChangeArrowheads="1"/>
            </p:cNvSpPr>
            <p:nvPr/>
          </p:nvSpPr>
          <p:spPr bwMode="auto">
            <a:xfrm>
              <a:off x="4368" y="2880"/>
              <a:ext cx="624" cy="336"/>
            </a:xfrm>
            <a:prstGeom prst="ellipse">
              <a:avLst/>
            </a:prstGeom>
            <a:solidFill>
              <a:srgbClr val="CC99FF"/>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en-US" altLang="zh-CN" sz="2400">
                  <a:latin typeface="Comic Sans MS" pitchFamily="66" charset="0"/>
                  <a:ea typeface="宋体" charset="-122"/>
                </a:rPr>
                <a:t>I/O</a:t>
              </a:r>
              <a:r>
                <a:rPr lang="en-US" altLang="zh-CN" sz="2400" baseline="-25000">
                  <a:latin typeface="Comic Sans MS" pitchFamily="66" charset="0"/>
                  <a:ea typeface="宋体" charset="-122"/>
                </a:rPr>
                <a:t>1</a:t>
              </a:r>
            </a:p>
          </p:txBody>
        </p:sp>
        <p:sp>
          <p:nvSpPr>
            <p:cNvPr id="60430" name="Text Box 17"/>
            <p:cNvSpPr txBox="1">
              <a:spLocks noChangeArrowheads="1"/>
            </p:cNvSpPr>
            <p:nvPr/>
          </p:nvSpPr>
          <p:spPr bwMode="auto">
            <a:xfrm>
              <a:off x="2976" y="2208"/>
              <a:ext cx="528"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b="0">
                  <a:latin typeface="Comic Sans MS" pitchFamily="66" charset="0"/>
                  <a:ea typeface="宋体" charset="-122"/>
                  <a:sym typeface="Symbol" pitchFamily="18" charset="2"/>
                </a:rPr>
                <a:t></a:t>
              </a:r>
              <a:endParaRPr lang="zh-CN" altLang="en-US" b="0">
                <a:latin typeface="Comic Sans MS" pitchFamily="66" charset="0"/>
                <a:ea typeface="宋体" charset="-122"/>
              </a:endParaRPr>
            </a:p>
          </p:txBody>
        </p:sp>
        <p:sp>
          <p:nvSpPr>
            <p:cNvPr id="60431" name="Line 18"/>
            <p:cNvSpPr>
              <a:spLocks noChangeShapeType="1"/>
            </p:cNvSpPr>
            <p:nvPr/>
          </p:nvSpPr>
          <p:spPr bwMode="auto">
            <a:xfrm>
              <a:off x="1104" y="2832"/>
              <a:ext cx="2640"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0432" name="Line 19"/>
            <p:cNvSpPr>
              <a:spLocks noChangeShapeType="1"/>
            </p:cNvSpPr>
            <p:nvPr/>
          </p:nvSpPr>
          <p:spPr bwMode="auto">
            <a:xfrm>
              <a:off x="1728" y="3072"/>
              <a:ext cx="2640"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0433" name="Line 20"/>
            <p:cNvSpPr>
              <a:spLocks noChangeShapeType="1"/>
            </p:cNvSpPr>
            <p:nvPr/>
          </p:nvSpPr>
          <p:spPr bwMode="auto">
            <a:xfrm>
              <a:off x="1728" y="3936"/>
              <a:ext cx="2640"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0434" name="Line 21"/>
            <p:cNvSpPr>
              <a:spLocks noChangeShapeType="1"/>
            </p:cNvSpPr>
            <p:nvPr/>
          </p:nvSpPr>
          <p:spPr bwMode="auto">
            <a:xfrm>
              <a:off x="1104" y="3696"/>
              <a:ext cx="2640"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0435" name="Line 22"/>
            <p:cNvSpPr>
              <a:spLocks noChangeShapeType="1"/>
            </p:cNvSpPr>
            <p:nvPr/>
          </p:nvSpPr>
          <p:spPr bwMode="auto">
            <a:xfrm>
              <a:off x="1728" y="2592"/>
              <a:ext cx="0" cy="134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0436" name="Line 23"/>
            <p:cNvSpPr>
              <a:spLocks noChangeShapeType="1"/>
            </p:cNvSpPr>
            <p:nvPr/>
          </p:nvSpPr>
          <p:spPr bwMode="auto">
            <a:xfrm>
              <a:off x="2496" y="2592"/>
              <a:ext cx="0" cy="134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0437" name="Line 24"/>
            <p:cNvSpPr>
              <a:spLocks noChangeShapeType="1"/>
            </p:cNvSpPr>
            <p:nvPr/>
          </p:nvSpPr>
          <p:spPr bwMode="auto">
            <a:xfrm>
              <a:off x="3744" y="2592"/>
              <a:ext cx="0" cy="134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0438" name="Oval 25"/>
            <p:cNvSpPr>
              <a:spLocks noChangeArrowheads="1"/>
            </p:cNvSpPr>
            <p:nvPr/>
          </p:nvSpPr>
          <p:spPr bwMode="auto">
            <a:xfrm>
              <a:off x="4368" y="3744"/>
              <a:ext cx="624" cy="336"/>
            </a:xfrm>
            <a:prstGeom prst="ellipse">
              <a:avLst/>
            </a:prstGeom>
            <a:solidFill>
              <a:srgbClr val="CC99FF"/>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en-US" altLang="zh-CN" sz="2400">
                  <a:latin typeface="Comic Sans MS" pitchFamily="66" charset="0"/>
                  <a:ea typeface="宋体" charset="-122"/>
                </a:rPr>
                <a:t>I/O</a:t>
              </a:r>
              <a:r>
                <a:rPr lang="en-US" altLang="zh-CN" sz="2400" baseline="-25000">
                  <a:latin typeface="Comic Sans MS" pitchFamily="66" charset="0"/>
                  <a:ea typeface="宋体" charset="-122"/>
                </a:rPr>
                <a:t>i</a:t>
              </a:r>
            </a:p>
          </p:txBody>
        </p:sp>
        <p:sp>
          <p:nvSpPr>
            <p:cNvPr id="60439" name="Text Box 26"/>
            <p:cNvSpPr txBox="1">
              <a:spLocks noChangeArrowheads="1"/>
            </p:cNvSpPr>
            <p:nvPr/>
          </p:nvSpPr>
          <p:spPr bwMode="auto">
            <a:xfrm>
              <a:off x="768" y="3024"/>
              <a:ext cx="528"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b="0">
                  <a:latin typeface="Comic Sans MS" pitchFamily="66" charset="0"/>
                  <a:ea typeface="宋体" charset="-122"/>
                  <a:sym typeface="Symbol" pitchFamily="18" charset="2"/>
                </a:rPr>
                <a:t></a:t>
              </a:r>
              <a:endParaRPr lang="zh-CN" altLang="en-US" b="0">
                <a:latin typeface="Comic Sans MS" pitchFamily="66" charset="0"/>
                <a:ea typeface="宋体" charset="-122"/>
              </a:endParaRPr>
            </a:p>
          </p:txBody>
        </p:sp>
        <p:sp>
          <p:nvSpPr>
            <p:cNvPr id="60440" name="Text Box 27"/>
            <p:cNvSpPr txBox="1">
              <a:spLocks noChangeArrowheads="1"/>
            </p:cNvSpPr>
            <p:nvPr/>
          </p:nvSpPr>
          <p:spPr bwMode="auto">
            <a:xfrm>
              <a:off x="4512" y="3216"/>
              <a:ext cx="528"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b="0">
                  <a:latin typeface="Comic Sans MS" pitchFamily="66" charset="0"/>
                  <a:ea typeface="宋体" charset="-122"/>
                  <a:sym typeface="Symbol" pitchFamily="18" charset="2"/>
                </a:rPr>
                <a:t></a:t>
              </a:r>
              <a:endParaRPr lang="zh-CN" altLang="en-US" b="0">
                <a:latin typeface="Comic Sans MS" pitchFamily="66" charset="0"/>
                <a:ea typeface="宋体" charset="-122"/>
              </a:endParaRPr>
            </a:p>
          </p:txBody>
        </p:sp>
        <p:sp>
          <p:nvSpPr>
            <p:cNvPr id="60441" name="Oval 28"/>
            <p:cNvSpPr>
              <a:spLocks noChangeArrowheads="1"/>
            </p:cNvSpPr>
            <p:nvPr/>
          </p:nvSpPr>
          <p:spPr bwMode="auto">
            <a:xfrm>
              <a:off x="1632" y="2736"/>
              <a:ext cx="192" cy="192"/>
            </a:xfrm>
            <a:prstGeom prst="ellipse">
              <a:avLst/>
            </a:prstGeom>
            <a:gradFill rotWithShape="0">
              <a:gsLst>
                <a:gs pos="0">
                  <a:srgbClr val="99FF66"/>
                </a:gs>
                <a:gs pos="100000">
                  <a:srgbClr val="47762F"/>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60442" name="Oval 29"/>
            <p:cNvSpPr>
              <a:spLocks noChangeArrowheads="1"/>
            </p:cNvSpPr>
            <p:nvPr/>
          </p:nvSpPr>
          <p:spPr bwMode="auto">
            <a:xfrm>
              <a:off x="1632" y="2976"/>
              <a:ext cx="192" cy="192"/>
            </a:xfrm>
            <a:prstGeom prst="ellipse">
              <a:avLst/>
            </a:prstGeom>
            <a:gradFill rotWithShape="0">
              <a:gsLst>
                <a:gs pos="0">
                  <a:srgbClr val="99FF66"/>
                </a:gs>
                <a:gs pos="100000">
                  <a:srgbClr val="47762F"/>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60443" name="Oval 30"/>
            <p:cNvSpPr>
              <a:spLocks noChangeArrowheads="1"/>
            </p:cNvSpPr>
            <p:nvPr/>
          </p:nvSpPr>
          <p:spPr bwMode="auto">
            <a:xfrm>
              <a:off x="2400" y="2736"/>
              <a:ext cx="192" cy="192"/>
            </a:xfrm>
            <a:prstGeom prst="ellipse">
              <a:avLst/>
            </a:prstGeom>
            <a:gradFill rotWithShape="0">
              <a:gsLst>
                <a:gs pos="0">
                  <a:srgbClr val="99FF66"/>
                </a:gs>
                <a:gs pos="100000">
                  <a:srgbClr val="47762F"/>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60444" name="Oval 31"/>
            <p:cNvSpPr>
              <a:spLocks noChangeArrowheads="1"/>
            </p:cNvSpPr>
            <p:nvPr/>
          </p:nvSpPr>
          <p:spPr bwMode="auto">
            <a:xfrm>
              <a:off x="2400" y="2976"/>
              <a:ext cx="192" cy="192"/>
            </a:xfrm>
            <a:prstGeom prst="ellipse">
              <a:avLst/>
            </a:prstGeom>
            <a:gradFill rotWithShape="0">
              <a:gsLst>
                <a:gs pos="0">
                  <a:srgbClr val="99FF66"/>
                </a:gs>
                <a:gs pos="100000">
                  <a:srgbClr val="47762F"/>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60445" name="Oval 32"/>
            <p:cNvSpPr>
              <a:spLocks noChangeArrowheads="1"/>
            </p:cNvSpPr>
            <p:nvPr/>
          </p:nvSpPr>
          <p:spPr bwMode="auto">
            <a:xfrm>
              <a:off x="3648" y="2736"/>
              <a:ext cx="192" cy="192"/>
            </a:xfrm>
            <a:prstGeom prst="ellipse">
              <a:avLst/>
            </a:prstGeom>
            <a:gradFill rotWithShape="0">
              <a:gsLst>
                <a:gs pos="0">
                  <a:srgbClr val="99FF66"/>
                </a:gs>
                <a:gs pos="100000">
                  <a:srgbClr val="47762F"/>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60446" name="Oval 33"/>
            <p:cNvSpPr>
              <a:spLocks noChangeArrowheads="1"/>
            </p:cNvSpPr>
            <p:nvPr/>
          </p:nvSpPr>
          <p:spPr bwMode="auto">
            <a:xfrm>
              <a:off x="3648" y="2976"/>
              <a:ext cx="192" cy="192"/>
            </a:xfrm>
            <a:prstGeom prst="ellipse">
              <a:avLst/>
            </a:prstGeom>
            <a:gradFill rotWithShape="0">
              <a:gsLst>
                <a:gs pos="0">
                  <a:srgbClr val="99FF66"/>
                </a:gs>
                <a:gs pos="100000">
                  <a:srgbClr val="47762F"/>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60447" name="Oval 34"/>
            <p:cNvSpPr>
              <a:spLocks noChangeArrowheads="1"/>
            </p:cNvSpPr>
            <p:nvPr/>
          </p:nvSpPr>
          <p:spPr bwMode="auto">
            <a:xfrm>
              <a:off x="3648" y="3600"/>
              <a:ext cx="192" cy="192"/>
            </a:xfrm>
            <a:prstGeom prst="ellipse">
              <a:avLst/>
            </a:prstGeom>
            <a:gradFill rotWithShape="0">
              <a:gsLst>
                <a:gs pos="0">
                  <a:srgbClr val="99FF66"/>
                </a:gs>
                <a:gs pos="100000">
                  <a:srgbClr val="47762F"/>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60448" name="Oval 35"/>
            <p:cNvSpPr>
              <a:spLocks noChangeArrowheads="1"/>
            </p:cNvSpPr>
            <p:nvPr/>
          </p:nvSpPr>
          <p:spPr bwMode="auto">
            <a:xfrm>
              <a:off x="3648" y="3840"/>
              <a:ext cx="192" cy="192"/>
            </a:xfrm>
            <a:prstGeom prst="ellipse">
              <a:avLst/>
            </a:prstGeom>
            <a:gradFill rotWithShape="0">
              <a:gsLst>
                <a:gs pos="0">
                  <a:srgbClr val="99FF66"/>
                </a:gs>
                <a:gs pos="100000">
                  <a:srgbClr val="47762F"/>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60449" name="Oval 36"/>
            <p:cNvSpPr>
              <a:spLocks noChangeArrowheads="1"/>
            </p:cNvSpPr>
            <p:nvPr/>
          </p:nvSpPr>
          <p:spPr bwMode="auto">
            <a:xfrm>
              <a:off x="2400" y="3600"/>
              <a:ext cx="192" cy="192"/>
            </a:xfrm>
            <a:prstGeom prst="ellipse">
              <a:avLst/>
            </a:prstGeom>
            <a:gradFill rotWithShape="0">
              <a:gsLst>
                <a:gs pos="0">
                  <a:srgbClr val="99FF66"/>
                </a:gs>
                <a:gs pos="100000">
                  <a:srgbClr val="47762F"/>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60450" name="Oval 37"/>
            <p:cNvSpPr>
              <a:spLocks noChangeArrowheads="1"/>
            </p:cNvSpPr>
            <p:nvPr/>
          </p:nvSpPr>
          <p:spPr bwMode="auto">
            <a:xfrm>
              <a:off x="2400" y="3840"/>
              <a:ext cx="192" cy="192"/>
            </a:xfrm>
            <a:prstGeom prst="ellipse">
              <a:avLst/>
            </a:prstGeom>
            <a:gradFill rotWithShape="0">
              <a:gsLst>
                <a:gs pos="0">
                  <a:srgbClr val="99FF66"/>
                </a:gs>
                <a:gs pos="100000">
                  <a:srgbClr val="47762F"/>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60451" name="Oval 38"/>
            <p:cNvSpPr>
              <a:spLocks noChangeArrowheads="1"/>
            </p:cNvSpPr>
            <p:nvPr/>
          </p:nvSpPr>
          <p:spPr bwMode="auto">
            <a:xfrm>
              <a:off x="1632" y="3840"/>
              <a:ext cx="192" cy="192"/>
            </a:xfrm>
            <a:prstGeom prst="ellipse">
              <a:avLst/>
            </a:prstGeom>
            <a:gradFill rotWithShape="0">
              <a:gsLst>
                <a:gs pos="0">
                  <a:srgbClr val="99FF66"/>
                </a:gs>
                <a:gs pos="100000">
                  <a:srgbClr val="47762F"/>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60452" name="Oval 39"/>
            <p:cNvSpPr>
              <a:spLocks noChangeArrowheads="1"/>
            </p:cNvSpPr>
            <p:nvPr/>
          </p:nvSpPr>
          <p:spPr bwMode="auto">
            <a:xfrm>
              <a:off x="1632" y="3600"/>
              <a:ext cx="192" cy="192"/>
            </a:xfrm>
            <a:prstGeom prst="ellipse">
              <a:avLst/>
            </a:prstGeom>
            <a:gradFill rotWithShape="0">
              <a:gsLst>
                <a:gs pos="0">
                  <a:srgbClr val="99FF66"/>
                </a:gs>
                <a:gs pos="100000">
                  <a:srgbClr val="47762F"/>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gr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2866" name="Rectangle 2"/>
          <p:cNvSpPr>
            <a:spLocks noGrp="1" noChangeArrowheads="1"/>
          </p:cNvSpPr>
          <p:nvPr>
            <p:ph type="title"/>
          </p:nvPr>
        </p:nvSpPr>
        <p:spPr/>
        <p:txBody>
          <a:bodyPr/>
          <a:lstStyle/>
          <a:p>
            <a:pPr eaLnBrk="1" hangingPunct="1">
              <a:defRPr/>
            </a:pPr>
            <a:r>
              <a:rPr lang="zh-CN" altLang="en-US" smtClean="0"/>
              <a:t>举  例</a:t>
            </a:r>
            <a:r>
              <a:rPr lang="zh-CN" altLang="en-US" sz="3200" smtClean="0"/>
              <a:t/>
            </a:r>
            <a:br>
              <a:rPr lang="zh-CN" altLang="en-US" sz="3200" smtClean="0"/>
            </a:br>
            <a:r>
              <a:rPr lang="zh-CN" altLang="en-US" sz="3200" smtClean="0"/>
              <a:t>              — </a:t>
            </a:r>
            <a:r>
              <a:rPr lang="en-US" altLang="zh-CN" sz="3200" smtClean="0"/>
              <a:t>C.mmp</a:t>
            </a:r>
            <a:r>
              <a:rPr lang="zh-CN" altLang="en-US" sz="3200" smtClean="0"/>
              <a:t>多处理机</a:t>
            </a:r>
          </a:p>
        </p:txBody>
      </p:sp>
      <p:sp>
        <p:nvSpPr>
          <p:cNvPr id="61443"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互连网络种类</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动态互连网络</a:t>
            </a:r>
            <a:endParaRPr lang="zh-CN" altLang="en-US" sz="1200" b="0">
              <a:latin typeface="Times New Roman" pitchFamily="18" charset="0"/>
              <a:ea typeface="幼圆" pitchFamily="49" charset="-122"/>
            </a:endParaRPr>
          </a:p>
        </p:txBody>
      </p:sp>
      <p:sp>
        <p:nvSpPr>
          <p:cNvPr id="61453" name="Text Box 21"/>
          <p:cNvSpPr txBox="1">
            <a:spLocks noChangeArrowheads="1"/>
          </p:cNvSpPr>
          <p:nvPr/>
        </p:nvSpPr>
        <p:spPr bwMode="auto">
          <a:xfrm>
            <a:off x="7239000" y="2078852"/>
            <a:ext cx="1143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2000" dirty="0">
                <a:latin typeface="Comic Sans MS" pitchFamily="66" charset="0"/>
              </a:rPr>
              <a:t>开关</a:t>
            </a:r>
          </a:p>
        </p:txBody>
      </p:sp>
      <p:grpSp>
        <p:nvGrpSpPr>
          <p:cNvPr id="2" name="组合 1"/>
          <p:cNvGrpSpPr/>
          <p:nvPr/>
        </p:nvGrpSpPr>
        <p:grpSpPr>
          <a:xfrm>
            <a:off x="1676400" y="2057400"/>
            <a:ext cx="5562600" cy="3315816"/>
            <a:chOff x="1676400" y="2057400"/>
            <a:chExt cx="5791200" cy="3873500"/>
          </a:xfrm>
        </p:grpSpPr>
        <p:sp>
          <p:nvSpPr>
            <p:cNvPr id="61444" name="Line 6"/>
            <p:cNvSpPr>
              <a:spLocks noChangeShapeType="1"/>
            </p:cNvSpPr>
            <p:nvPr/>
          </p:nvSpPr>
          <p:spPr bwMode="auto">
            <a:xfrm>
              <a:off x="2286000" y="2286000"/>
              <a:ext cx="4953000"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61445" name="Oval 7"/>
            <p:cNvSpPr>
              <a:spLocks noChangeArrowheads="1"/>
            </p:cNvSpPr>
            <p:nvPr/>
          </p:nvSpPr>
          <p:spPr bwMode="auto">
            <a:xfrm>
              <a:off x="1752600" y="2057400"/>
              <a:ext cx="533400" cy="517525"/>
            </a:xfrm>
            <a:prstGeom prst="ellipse">
              <a:avLst/>
            </a:prstGeom>
            <a:solidFill>
              <a:srgbClr val="CCFFCC"/>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en-US" altLang="zh-CN" sz="2000">
                  <a:latin typeface="Comic Sans MS" pitchFamily="66" charset="0"/>
                  <a:ea typeface="宋体" charset="-122"/>
                </a:rPr>
                <a:t>P</a:t>
              </a:r>
              <a:r>
                <a:rPr lang="en-US" altLang="zh-CN" sz="2000" baseline="-25000">
                  <a:latin typeface="Comic Sans MS" pitchFamily="66" charset="0"/>
                  <a:ea typeface="宋体" charset="-122"/>
                </a:rPr>
                <a:t>1</a:t>
              </a:r>
            </a:p>
          </p:txBody>
        </p:sp>
        <p:sp>
          <p:nvSpPr>
            <p:cNvPr id="61446" name="Oval 9"/>
            <p:cNvSpPr>
              <a:spLocks noChangeArrowheads="1"/>
            </p:cNvSpPr>
            <p:nvPr/>
          </p:nvSpPr>
          <p:spPr bwMode="auto">
            <a:xfrm>
              <a:off x="1752600" y="2971800"/>
              <a:ext cx="533400" cy="517525"/>
            </a:xfrm>
            <a:prstGeom prst="ellipse">
              <a:avLst/>
            </a:prstGeom>
            <a:solidFill>
              <a:srgbClr val="CCFFCC"/>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en-US" altLang="zh-CN" sz="2000">
                  <a:latin typeface="Comic Sans MS" pitchFamily="66" charset="0"/>
                  <a:ea typeface="宋体" charset="-122"/>
                </a:rPr>
                <a:t>P</a:t>
              </a:r>
              <a:r>
                <a:rPr lang="en-US" altLang="zh-CN" sz="2000" baseline="-25000">
                  <a:latin typeface="Comic Sans MS" pitchFamily="66" charset="0"/>
                  <a:ea typeface="宋体" charset="-122"/>
                </a:rPr>
                <a:t>2</a:t>
              </a:r>
            </a:p>
          </p:txBody>
        </p:sp>
        <p:sp>
          <p:nvSpPr>
            <p:cNvPr id="61447" name="Oval 11"/>
            <p:cNvSpPr>
              <a:spLocks noChangeArrowheads="1"/>
            </p:cNvSpPr>
            <p:nvPr/>
          </p:nvSpPr>
          <p:spPr bwMode="auto">
            <a:xfrm>
              <a:off x="1676400" y="4572000"/>
              <a:ext cx="533400" cy="517525"/>
            </a:xfrm>
            <a:prstGeom prst="ellipse">
              <a:avLst/>
            </a:prstGeom>
            <a:solidFill>
              <a:srgbClr val="CCFFCC"/>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en-US" altLang="zh-CN" sz="2000">
                  <a:latin typeface="Comic Sans MS" pitchFamily="66" charset="0"/>
                  <a:ea typeface="宋体" charset="-122"/>
                </a:rPr>
                <a:t>P</a:t>
              </a:r>
              <a:r>
                <a:rPr lang="en-US" altLang="zh-CN" sz="2000" baseline="-25000">
                  <a:latin typeface="Comic Sans MS" pitchFamily="66" charset="0"/>
                  <a:ea typeface="宋体" charset="-122"/>
                </a:rPr>
                <a:t>16</a:t>
              </a:r>
            </a:p>
          </p:txBody>
        </p:sp>
        <p:sp>
          <p:nvSpPr>
            <p:cNvPr id="61448" name="Rectangle 13"/>
            <p:cNvSpPr>
              <a:spLocks noChangeArrowheads="1"/>
            </p:cNvSpPr>
            <p:nvPr/>
          </p:nvSpPr>
          <p:spPr bwMode="auto">
            <a:xfrm>
              <a:off x="3200400" y="5486400"/>
              <a:ext cx="533400" cy="444500"/>
            </a:xfrm>
            <a:prstGeom prst="rect">
              <a:avLst/>
            </a:prstGeom>
            <a:solidFill>
              <a:srgbClr val="FFFF99"/>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en-US" altLang="zh-CN" sz="2000">
                  <a:latin typeface="Comic Sans MS" pitchFamily="66" charset="0"/>
                  <a:ea typeface="宋体" charset="-122"/>
                </a:rPr>
                <a:t>M</a:t>
              </a:r>
              <a:r>
                <a:rPr lang="en-US" altLang="zh-CN" sz="2000" baseline="-25000">
                  <a:latin typeface="Comic Sans MS" pitchFamily="66" charset="0"/>
                  <a:ea typeface="宋体" charset="-122"/>
                </a:rPr>
                <a:t>1</a:t>
              </a:r>
            </a:p>
          </p:txBody>
        </p:sp>
        <p:sp>
          <p:nvSpPr>
            <p:cNvPr id="61449" name="Rectangle 15"/>
            <p:cNvSpPr>
              <a:spLocks noChangeArrowheads="1"/>
            </p:cNvSpPr>
            <p:nvPr/>
          </p:nvSpPr>
          <p:spPr bwMode="auto">
            <a:xfrm>
              <a:off x="4419600" y="5486400"/>
              <a:ext cx="533400" cy="444500"/>
            </a:xfrm>
            <a:prstGeom prst="rect">
              <a:avLst/>
            </a:prstGeom>
            <a:solidFill>
              <a:srgbClr val="FFFF99"/>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en-US" altLang="zh-CN" sz="2000">
                  <a:latin typeface="Comic Sans MS" pitchFamily="66" charset="0"/>
                  <a:ea typeface="宋体" charset="-122"/>
                </a:rPr>
                <a:t>M</a:t>
              </a:r>
              <a:r>
                <a:rPr lang="en-US" altLang="zh-CN" sz="2000" baseline="-25000">
                  <a:latin typeface="Comic Sans MS" pitchFamily="66" charset="0"/>
                  <a:ea typeface="宋体" charset="-122"/>
                </a:rPr>
                <a:t>2</a:t>
              </a:r>
            </a:p>
          </p:txBody>
        </p:sp>
        <p:sp>
          <p:nvSpPr>
            <p:cNvPr id="61450" name="Rectangle 17"/>
            <p:cNvSpPr>
              <a:spLocks noChangeArrowheads="1"/>
            </p:cNvSpPr>
            <p:nvPr/>
          </p:nvSpPr>
          <p:spPr bwMode="auto">
            <a:xfrm>
              <a:off x="6934200" y="5410200"/>
              <a:ext cx="533400" cy="444500"/>
            </a:xfrm>
            <a:prstGeom prst="rect">
              <a:avLst/>
            </a:prstGeom>
            <a:solidFill>
              <a:srgbClr val="FFFF99"/>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en-US" altLang="zh-CN" sz="2000">
                  <a:latin typeface="Comic Sans MS" pitchFamily="66" charset="0"/>
                  <a:ea typeface="宋体" charset="-122"/>
                </a:rPr>
                <a:t>M</a:t>
              </a:r>
              <a:r>
                <a:rPr lang="en-US" altLang="zh-CN" sz="2000" baseline="-25000">
                  <a:latin typeface="Comic Sans MS" pitchFamily="66" charset="0"/>
                  <a:ea typeface="宋体" charset="-122"/>
                </a:rPr>
                <a:t>16</a:t>
              </a:r>
            </a:p>
          </p:txBody>
        </p:sp>
        <p:sp>
          <p:nvSpPr>
            <p:cNvPr id="61451" name="Text Box 19"/>
            <p:cNvSpPr txBox="1">
              <a:spLocks noChangeArrowheads="1"/>
            </p:cNvSpPr>
            <p:nvPr/>
          </p:nvSpPr>
          <p:spPr bwMode="auto">
            <a:xfrm>
              <a:off x="1676400" y="3733800"/>
              <a:ext cx="838200" cy="467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2000" b="0">
                  <a:latin typeface="Comic Sans MS" pitchFamily="66" charset="0"/>
                  <a:ea typeface="宋体" charset="-122"/>
                  <a:sym typeface="Symbol" pitchFamily="18" charset="2"/>
                </a:rPr>
                <a:t></a:t>
              </a:r>
              <a:endParaRPr lang="zh-CN" altLang="en-US" sz="2000" b="0">
                <a:latin typeface="Comic Sans MS" pitchFamily="66" charset="0"/>
                <a:ea typeface="宋体" charset="-122"/>
              </a:endParaRPr>
            </a:p>
          </p:txBody>
        </p:sp>
        <p:sp>
          <p:nvSpPr>
            <p:cNvPr id="61452" name="Text Box 20"/>
            <p:cNvSpPr txBox="1">
              <a:spLocks noChangeArrowheads="1"/>
            </p:cNvSpPr>
            <p:nvPr/>
          </p:nvSpPr>
          <p:spPr bwMode="auto">
            <a:xfrm>
              <a:off x="5715000" y="5257800"/>
              <a:ext cx="838200" cy="467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2000" b="0">
                  <a:latin typeface="Comic Sans MS" pitchFamily="66" charset="0"/>
                  <a:ea typeface="宋体" charset="-122"/>
                  <a:sym typeface="Symbol" pitchFamily="18" charset="2"/>
                </a:rPr>
                <a:t></a:t>
              </a:r>
              <a:endParaRPr lang="zh-CN" altLang="en-US" sz="2000" b="0">
                <a:latin typeface="Comic Sans MS" pitchFamily="66" charset="0"/>
                <a:ea typeface="宋体" charset="-122"/>
              </a:endParaRPr>
            </a:p>
          </p:txBody>
        </p:sp>
        <p:sp>
          <p:nvSpPr>
            <p:cNvPr id="61454" name="Line 22"/>
            <p:cNvSpPr>
              <a:spLocks noChangeShapeType="1"/>
            </p:cNvSpPr>
            <p:nvPr/>
          </p:nvSpPr>
          <p:spPr bwMode="auto">
            <a:xfrm>
              <a:off x="2286000" y="3276600"/>
              <a:ext cx="4953000"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61455" name="Line 23"/>
            <p:cNvSpPr>
              <a:spLocks noChangeShapeType="1"/>
            </p:cNvSpPr>
            <p:nvPr/>
          </p:nvSpPr>
          <p:spPr bwMode="auto">
            <a:xfrm>
              <a:off x="2209800" y="4876800"/>
              <a:ext cx="5029200"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61456" name="Line 24"/>
            <p:cNvSpPr>
              <a:spLocks noChangeShapeType="1"/>
            </p:cNvSpPr>
            <p:nvPr/>
          </p:nvSpPr>
          <p:spPr bwMode="auto">
            <a:xfrm flipH="1" flipV="1">
              <a:off x="3505200" y="2286000"/>
              <a:ext cx="0" cy="320040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61457" name="Line 25"/>
            <p:cNvSpPr>
              <a:spLocks noChangeShapeType="1"/>
            </p:cNvSpPr>
            <p:nvPr/>
          </p:nvSpPr>
          <p:spPr bwMode="auto">
            <a:xfrm flipH="1" flipV="1">
              <a:off x="4648200" y="2286000"/>
              <a:ext cx="0" cy="320040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61458" name="Line 26"/>
            <p:cNvSpPr>
              <a:spLocks noChangeShapeType="1"/>
            </p:cNvSpPr>
            <p:nvPr/>
          </p:nvSpPr>
          <p:spPr bwMode="auto">
            <a:xfrm flipH="1" flipV="1">
              <a:off x="7239000" y="2286000"/>
              <a:ext cx="0" cy="312420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61459" name="Text Box 27"/>
            <p:cNvSpPr txBox="1">
              <a:spLocks noChangeArrowheads="1"/>
            </p:cNvSpPr>
            <p:nvPr/>
          </p:nvSpPr>
          <p:spPr bwMode="auto">
            <a:xfrm>
              <a:off x="5715000" y="3352800"/>
              <a:ext cx="838200" cy="467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2000" b="0">
                  <a:latin typeface="Comic Sans MS" pitchFamily="66" charset="0"/>
                  <a:ea typeface="宋体" charset="-122"/>
                  <a:sym typeface="Symbol" pitchFamily="18" charset="2"/>
                </a:rPr>
                <a:t></a:t>
              </a:r>
              <a:endParaRPr lang="zh-CN" altLang="en-US" sz="2000" b="0">
                <a:latin typeface="Comic Sans MS" pitchFamily="66" charset="0"/>
                <a:ea typeface="宋体" charset="-122"/>
              </a:endParaRPr>
            </a:p>
          </p:txBody>
        </p:sp>
        <p:sp>
          <p:nvSpPr>
            <p:cNvPr id="61460" name="Text Box 28"/>
            <p:cNvSpPr txBox="1">
              <a:spLocks noChangeArrowheads="1"/>
            </p:cNvSpPr>
            <p:nvPr/>
          </p:nvSpPr>
          <p:spPr bwMode="auto">
            <a:xfrm>
              <a:off x="5715000" y="3886200"/>
              <a:ext cx="838200" cy="467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2000" b="0">
                  <a:latin typeface="Comic Sans MS" pitchFamily="66" charset="0"/>
                  <a:ea typeface="宋体" charset="-122"/>
                  <a:sym typeface="Symbol" pitchFamily="18" charset="2"/>
                </a:rPr>
                <a:t></a:t>
              </a:r>
              <a:endParaRPr lang="zh-CN" altLang="en-US" sz="2000" b="0">
                <a:latin typeface="Comic Sans MS" pitchFamily="66" charset="0"/>
                <a:ea typeface="宋体" charset="-122"/>
              </a:endParaRPr>
            </a:p>
          </p:txBody>
        </p:sp>
        <p:sp>
          <p:nvSpPr>
            <p:cNvPr id="932893" name="Oval 29"/>
            <p:cNvSpPr>
              <a:spLocks noChangeArrowheads="1"/>
            </p:cNvSpPr>
            <p:nvPr/>
          </p:nvSpPr>
          <p:spPr bwMode="auto">
            <a:xfrm>
              <a:off x="3352800" y="2133600"/>
              <a:ext cx="304800" cy="304800"/>
            </a:xfrm>
            <a:prstGeom prst="ellipse">
              <a:avLst/>
            </a:prstGeom>
            <a:gradFill rotWithShape="0">
              <a:gsLst>
                <a:gs pos="0">
                  <a:schemeClr val="accent1"/>
                </a:gs>
                <a:gs pos="100000">
                  <a:schemeClr val="accent1">
                    <a:gamma/>
                    <a:shade val="46275"/>
                    <a:invGamma/>
                  </a:schemeClr>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000">
                <a:ea typeface="宋体" pitchFamily="2" charset="-122"/>
              </a:endParaRPr>
            </a:p>
          </p:txBody>
        </p:sp>
        <p:sp>
          <p:nvSpPr>
            <p:cNvPr id="932894" name="Oval 30"/>
            <p:cNvSpPr>
              <a:spLocks noChangeArrowheads="1"/>
            </p:cNvSpPr>
            <p:nvPr/>
          </p:nvSpPr>
          <p:spPr bwMode="auto">
            <a:xfrm>
              <a:off x="4495800" y="2133600"/>
              <a:ext cx="304800" cy="304800"/>
            </a:xfrm>
            <a:prstGeom prst="ellipse">
              <a:avLst/>
            </a:prstGeom>
            <a:gradFill rotWithShape="0">
              <a:gsLst>
                <a:gs pos="0">
                  <a:schemeClr val="accent1"/>
                </a:gs>
                <a:gs pos="100000">
                  <a:schemeClr val="accent1">
                    <a:gamma/>
                    <a:shade val="46275"/>
                    <a:invGamma/>
                  </a:schemeClr>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000">
                <a:ea typeface="宋体" pitchFamily="2" charset="-122"/>
              </a:endParaRPr>
            </a:p>
          </p:txBody>
        </p:sp>
        <p:sp>
          <p:nvSpPr>
            <p:cNvPr id="932895" name="Oval 31"/>
            <p:cNvSpPr>
              <a:spLocks noChangeArrowheads="1"/>
            </p:cNvSpPr>
            <p:nvPr/>
          </p:nvSpPr>
          <p:spPr bwMode="auto">
            <a:xfrm>
              <a:off x="7086600" y="2133600"/>
              <a:ext cx="304800" cy="304800"/>
            </a:xfrm>
            <a:prstGeom prst="ellipse">
              <a:avLst/>
            </a:prstGeom>
            <a:gradFill rotWithShape="0">
              <a:gsLst>
                <a:gs pos="0">
                  <a:schemeClr val="accent1"/>
                </a:gs>
                <a:gs pos="100000">
                  <a:schemeClr val="accent1">
                    <a:gamma/>
                    <a:shade val="46275"/>
                    <a:invGamma/>
                  </a:schemeClr>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000">
                <a:ea typeface="宋体" pitchFamily="2" charset="-122"/>
              </a:endParaRPr>
            </a:p>
          </p:txBody>
        </p:sp>
        <p:sp>
          <p:nvSpPr>
            <p:cNvPr id="932896" name="Oval 32"/>
            <p:cNvSpPr>
              <a:spLocks noChangeArrowheads="1"/>
            </p:cNvSpPr>
            <p:nvPr/>
          </p:nvSpPr>
          <p:spPr bwMode="auto">
            <a:xfrm>
              <a:off x="7086600" y="3124200"/>
              <a:ext cx="304800" cy="304800"/>
            </a:xfrm>
            <a:prstGeom prst="ellipse">
              <a:avLst/>
            </a:prstGeom>
            <a:gradFill rotWithShape="0">
              <a:gsLst>
                <a:gs pos="0">
                  <a:schemeClr val="accent1"/>
                </a:gs>
                <a:gs pos="100000">
                  <a:schemeClr val="accent1">
                    <a:gamma/>
                    <a:shade val="46275"/>
                    <a:invGamma/>
                  </a:schemeClr>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000">
                <a:ea typeface="宋体" pitchFamily="2" charset="-122"/>
              </a:endParaRPr>
            </a:p>
          </p:txBody>
        </p:sp>
        <p:sp>
          <p:nvSpPr>
            <p:cNvPr id="932897" name="Oval 33"/>
            <p:cNvSpPr>
              <a:spLocks noChangeArrowheads="1"/>
            </p:cNvSpPr>
            <p:nvPr/>
          </p:nvSpPr>
          <p:spPr bwMode="auto">
            <a:xfrm>
              <a:off x="4495800" y="3124200"/>
              <a:ext cx="304800" cy="304800"/>
            </a:xfrm>
            <a:prstGeom prst="ellipse">
              <a:avLst/>
            </a:prstGeom>
            <a:gradFill rotWithShape="0">
              <a:gsLst>
                <a:gs pos="0">
                  <a:schemeClr val="accent1"/>
                </a:gs>
                <a:gs pos="100000">
                  <a:schemeClr val="accent1">
                    <a:gamma/>
                    <a:shade val="46275"/>
                    <a:invGamma/>
                  </a:schemeClr>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000">
                <a:ea typeface="宋体" pitchFamily="2" charset="-122"/>
              </a:endParaRPr>
            </a:p>
          </p:txBody>
        </p:sp>
        <p:sp>
          <p:nvSpPr>
            <p:cNvPr id="932898" name="Oval 34"/>
            <p:cNvSpPr>
              <a:spLocks noChangeArrowheads="1"/>
            </p:cNvSpPr>
            <p:nvPr/>
          </p:nvSpPr>
          <p:spPr bwMode="auto">
            <a:xfrm>
              <a:off x="3352800" y="3124200"/>
              <a:ext cx="304800" cy="304800"/>
            </a:xfrm>
            <a:prstGeom prst="ellipse">
              <a:avLst/>
            </a:prstGeom>
            <a:gradFill rotWithShape="0">
              <a:gsLst>
                <a:gs pos="0">
                  <a:schemeClr val="accent1"/>
                </a:gs>
                <a:gs pos="100000">
                  <a:schemeClr val="accent1">
                    <a:gamma/>
                    <a:shade val="46275"/>
                    <a:invGamma/>
                  </a:schemeClr>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000">
                <a:ea typeface="宋体" pitchFamily="2" charset="-122"/>
              </a:endParaRPr>
            </a:p>
          </p:txBody>
        </p:sp>
        <p:sp>
          <p:nvSpPr>
            <p:cNvPr id="932899" name="Oval 35"/>
            <p:cNvSpPr>
              <a:spLocks noChangeArrowheads="1"/>
            </p:cNvSpPr>
            <p:nvPr/>
          </p:nvSpPr>
          <p:spPr bwMode="auto">
            <a:xfrm>
              <a:off x="3352800" y="4724400"/>
              <a:ext cx="304800" cy="304800"/>
            </a:xfrm>
            <a:prstGeom prst="ellipse">
              <a:avLst/>
            </a:prstGeom>
            <a:gradFill rotWithShape="0">
              <a:gsLst>
                <a:gs pos="0">
                  <a:schemeClr val="accent1"/>
                </a:gs>
                <a:gs pos="100000">
                  <a:schemeClr val="accent1">
                    <a:gamma/>
                    <a:shade val="46275"/>
                    <a:invGamma/>
                  </a:schemeClr>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000">
                <a:ea typeface="宋体" pitchFamily="2" charset="-122"/>
              </a:endParaRPr>
            </a:p>
          </p:txBody>
        </p:sp>
        <p:sp>
          <p:nvSpPr>
            <p:cNvPr id="932900" name="Oval 36"/>
            <p:cNvSpPr>
              <a:spLocks noChangeArrowheads="1"/>
            </p:cNvSpPr>
            <p:nvPr/>
          </p:nvSpPr>
          <p:spPr bwMode="auto">
            <a:xfrm>
              <a:off x="4495800" y="4724400"/>
              <a:ext cx="304800" cy="304800"/>
            </a:xfrm>
            <a:prstGeom prst="ellipse">
              <a:avLst/>
            </a:prstGeom>
            <a:gradFill rotWithShape="0">
              <a:gsLst>
                <a:gs pos="0">
                  <a:schemeClr val="accent1"/>
                </a:gs>
                <a:gs pos="100000">
                  <a:schemeClr val="accent1">
                    <a:gamma/>
                    <a:shade val="46275"/>
                    <a:invGamma/>
                  </a:schemeClr>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000">
                <a:ea typeface="宋体" pitchFamily="2" charset="-122"/>
              </a:endParaRPr>
            </a:p>
          </p:txBody>
        </p:sp>
        <p:sp>
          <p:nvSpPr>
            <p:cNvPr id="932901" name="Oval 37"/>
            <p:cNvSpPr>
              <a:spLocks noChangeArrowheads="1"/>
            </p:cNvSpPr>
            <p:nvPr/>
          </p:nvSpPr>
          <p:spPr bwMode="auto">
            <a:xfrm>
              <a:off x="7086600" y="4724400"/>
              <a:ext cx="304800" cy="304800"/>
            </a:xfrm>
            <a:prstGeom prst="ellipse">
              <a:avLst/>
            </a:prstGeom>
            <a:gradFill rotWithShape="0">
              <a:gsLst>
                <a:gs pos="0">
                  <a:schemeClr val="accent1"/>
                </a:gs>
                <a:gs pos="100000">
                  <a:schemeClr val="accent1">
                    <a:gamma/>
                    <a:shade val="46275"/>
                    <a:invGamma/>
                  </a:schemeClr>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000">
                <a:ea typeface="宋体" pitchFamily="2" charset="-122"/>
              </a:endParaRPr>
            </a:p>
          </p:txBody>
        </p:sp>
      </p:grpSp>
      <p:sp>
        <p:nvSpPr>
          <p:cNvPr id="932902" name="Text Box 38"/>
          <p:cNvSpPr txBox="1">
            <a:spLocks noChangeArrowheads="1"/>
          </p:cNvSpPr>
          <p:nvPr/>
        </p:nvSpPr>
        <p:spPr bwMode="auto">
          <a:xfrm>
            <a:off x="2650232" y="5445224"/>
            <a:ext cx="350594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defRPr/>
            </a:pPr>
            <a:r>
              <a:rPr lang="zh-CN" altLang="en-US" sz="2000" b="1" dirty="0">
                <a:latin typeface="宋体" panose="02010600030101010101" pitchFamily="2" charset="-122"/>
                <a:ea typeface="宋体" panose="02010600030101010101" pitchFamily="2" charset="-122"/>
              </a:rPr>
              <a:t>处理机-存储器交叉开关网络</a:t>
            </a:r>
          </a:p>
        </p:txBody>
      </p:sp>
      <p:sp>
        <p:nvSpPr>
          <p:cNvPr id="61471" name="Text Box 39"/>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en-US" altLang="zh-CN" sz="1200" b="0" dirty="0" smtClean="0">
                <a:latin typeface="幼圆" pitchFamily="49" charset="-122"/>
                <a:ea typeface="幼圆" pitchFamily="49" charset="-122"/>
              </a:rPr>
              <a:t>6</a:t>
            </a:r>
            <a:r>
              <a:rPr lang="zh-CN" altLang="en-US" sz="1200" b="0" dirty="0" smtClean="0">
                <a:latin typeface="幼圆" pitchFamily="49" charset="-122"/>
                <a:ea typeface="幼圆" pitchFamily="49" charset="-122"/>
              </a:rPr>
              <a:t> </a:t>
            </a:r>
            <a:r>
              <a:rPr lang="zh-CN" altLang="en-US" sz="1200" b="0" dirty="0">
                <a:latin typeface="幼圆" pitchFamily="49" charset="-122"/>
                <a:ea typeface="幼圆" pitchFamily="49" charset="-122"/>
              </a:rPr>
              <a:t>之 2</a:t>
            </a:r>
          </a:p>
        </p:txBody>
      </p:sp>
      <p:sp>
        <p:nvSpPr>
          <p:cNvPr id="33" name="Text Box 38"/>
          <p:cNvSpPr txBox="1">
            <a:spLocks noChangeArrowheads="1"/>
          </p:cNvSpPr>
          <p:nvPr/>
        </p:nvSpPr>
        <p:spPr bwMode="auto">
          <a:xfrm>
            <a:off x="933269" y="5965234"/>
            <a:ext cx="77807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defRPr/>
            </a:pPr>
            <a:r>
              <a:rPr lang="zh-CN" altLang="en-US" sz="2000" b="1" dirty="0" smtClean="0">
                <a:latin typeface="宋体" panose="02010600030101010101" pitchFamily="2" charset="-122"/>
                <a:ea typeface="宋体" panose="02010600030101010101" pitchFamily="2" charset="-122"/>
              </a:rPr>
              <a:t>每列只能接通一个交叉点开关，同一行中可以接通几个交叉点开关</a:t>
            </a:r>
            <a:endParaRPr lang="zh-CN" altLang="en-US" sz="2000" b="1" dirty="0">
              <a:latin typeface="宋体" panose="02010600030101010101" pitchFamily="2" charset="-122"/>
              <a:ea typeface="宋体" panose="02010600030101010101" pitchFamily="2" charset="-122"/>
            </a:endParaRPr>
          </a:p>
        </p:txBody>
      </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2866" name="Rectangle 2"/>
          <p:cNvSpPr>
            <a:spLocks noGrp="1" noChangeArrowheads="1"/>
          </p:cNvSpPr>
          <p:nvPr>
            <p:ph type="title"/>
          </p:nvPr>
        </p:nvSpPr>
        <p:spPr/>
        <p:txBody>
          <a:bodyPr/>
          <a:lstStyle/>
          <a:p>
            <a:pPr eaLnBrk="1" hangingPunct="1">
              <a:defRPr/>
            </a:pPr>
            <a:r>
              <a:rPr lang="zh-CN" altLang="en-US" dirty="0" smtClean="0"/>
              <a:t>举  例</a:t>
            </a:r>
            <a:r>
              <a:rPr lang="zh-CN" altLang="en-US" sz="3200" dirty="0" smtClean="0"/>
              <a:t/>
            </a:r>
            <a:br>
              <a:rPr lang="zh-CN" altLang="en-US" sz="3200" dirty="0" smtClean="0"/>
            </a:br>
            <a:r>
              <a:rPr lang="zh-CN" altLang="en-US" sz="3200" dirty="0" smtClean="0"/>
              <a:t>        </a:t>
            </a:r>
            <a:r>
              <a:rPr lang="zh-CN" altLang="en-US" sz="3200" dirty="0"/>
              <a:t>—向量并行处理机</a:t>
            </a:r>
            <a:r>
              <a:rPr lang="en-US" altLang="zh-CN" sz="3200" dirty="0"/>
              <a:t>VPP500</a:t>
            </a:r>
            <a:endParaRPr lang="zh-CN" altLang="en-US" sz="3200" dirty="0" smtClean="0"/>
          </a:p>
        </p:txBody>
      </p:sp>
      <p:sp>
        <p:nvSpPr>
          <p:cNvPr id="61443"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互连网络种类</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动态互连网络</a:t>
            </a:r>
            <a:endParaRPr lang="zh-CN" altLang="en-US" sz="1200" b="0">
              <a:latin typeface="Times New Roman" pitchFamily="18" charset="0"/>
              <a:ea typeface="幼圆" pitchFamily="49" charset="-122"/>
            </a:endParaRPr>
          </a:p>
        </p:txBody>
      </p:sp>
      <p:sp>
        <p:nvSpPr>
          <p:cNvPr id="61471" name="Text Box 39"/>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en-US" altLang="zh-CN" sz="1200" b="0" dirty="0" smtClean="0">
                <a:latin typeface="幼圆" pitchFamily="49" charset="-122"/>
                <a:ea typeface="幼圆" pitchFamily="49" charset="-122"/>
              </a:rPr>
              <a:t>6</a:t>
            </a:r>
            <a:r>
              <a:rPr lang="zh-CN" altLang="en-US" sz="1200" b="0" dirty="0" smtClean="0">
                <a:latin typeface="幼圆" pitchFamily="49" charset="-122"/>
                <a:ea typeface="幼圆" pitchFamily="49" charset="-122"/>
              </a:rPr>
              <a:t> </a:t>
            </a:r>
            <a:r>
              <a:rPr lang="zh-CN" altLang="en-US" sz="1200" b="0" dirty="0">
                <a:latin typeface="幼圆" pitchFamily="49" charset="-122"/>
                <a:ea typeface="幼圆" pitchFamily="49" charset="-122"/>
              </a:rPr>
              <a:t>之 </a:t>
            </a:r>
            <a:r>
              <a:rPr lang="en-US" altLang="zh-CN" sz="1200" b="0" dirty="0" smtClean="0">
                <a:latin typeface="幼圆" pitchFamily="49" charset="-122"/>
                <a:ea typeface="幼圆" pitchFamily="49" charset="-122"/>
              </a:rPr>
              <a:t>3</a:t>
            </a:r>
            <a:endParaRPr lang="zh-CN" altLang="en-US" sz="1200" b="0" dirty="0">
              <a:latin typeface="幼圆" pitchFamily="49" charset="-122"/>
              <a:ea typeface="幼圆" pitchFamily="49" charset="-122"/>
            </a:endParaRPr>
          </a:p>
        </p:txBody>
      </p:sp>
      <p:sp>
        <p:nvSpPr>
          <p:cNvPr id="33" name="Text Box 38"/>
          <p:cNvSpPr txBox="1">
            <a:spLocks noChangeArrowheads="1"/>
          </p:cNvSpPr>
          <p:nvPr/>
        </p:nvSpPr>
        <p:spPr bwMode="auto">
          <a:xfrm>
            <a:off x="755576" y="6053226"/>
            <a:ext cx="835292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defRPr/>
            </a:pPr>
            <a:r>
              <a:rPr lang="zh-CN" altLang="en-US" sz="1800" b="1" dirty="0" smtClean="0">
                <a:ea typeface="楷体_GB2312" pitchFamily="49" charset="-122"/>
              </a:rPr>
              <a:t>处理机间的交叉开关网络，每行</a:t>
            </a:r>
            <a:r>
              <a:rPr lang="zh-CN" altLang="en-US" sz="1800" b="1" dirty="0">
                <a:ea typeface="楷体_GB2312" pitchFamily="49" charset="-122"/>
              </a:rPr>
              <a:t>和</a:t>
            </a:r>
            <a:r>
              <a:rPr lang="zh-CN" altLang="en-US" sz="1800" b="1" dirty="0" smtClean="0">
                <a:ea typeface="楷体_GB2312" pitchFamily="49" charset="-122"/>
              </a:rPr>
              <a:t>每列</a:t>
            </a:r>
            <a:r>
              <a:rPr lang="zh-CN" altLang="en-US" sz="1800" b="1" dirty="0">
                <a:ea typeface="楷体_GB2312" pitchFamily="49" charset="-122"/>
              </a:rPr>
              <a:t>只能接通一个交叉点</a:t>
            </a:r>
            <a:r>
              <a:rPr lang="zh-CN" altLang="en-US" sz="1800" b="1" dirty="0" smtClean="0">
                <a:ea typeface="楷体_GB2312" pitchFamily="49" charset="-122"/>
              </a:rPr>
              <a:t>开关（一对一连接）</a:t>
            </a:r>
            <a:endParaRPr lang="zh-CN" altLang="en-US" sz="1800" b="1" dirty="0">
              <a:ea typeface="楷体_GB2312" pitchFamily="49" charset="-122"/>
            </a:endParaRPr>
          </a:p>
        </p:txBody>
      </p:sp>
      <p:grpSp>
        <p:nvGrpSpPr>
          <p:cNvPr id="34" name="组合 33"/>
          <p:cNvGrpSpPr/>
          <p:nvPr/>
        </p:nvGrpSpPr>
        <p:grpSpPr>
          <a:xfrm>
            <a:off x="755576" y="1682038"/>
            <a:ext cx="6757988" cy="4339250"/>
            <a:chOff x="684213" y="1224941"/>
            <a:chExt cx="7588250" cy="5000797"/>
          </a:xfrm>
        </p:grpSpPr>
        <p:sp>
          <p:nvSpPr>
            <p:cNvPr id="35" name="Line 369"/>
            <p:cNvSpPr>
              <a:spLocks noChangeShapeType="1"/>
            </p:cNvSpPr>
            <p:nvPr/>
          </p:nvSpPr>
          <p:spPr bwMode="auto">
            <a:xfrm>
              <a:off x="3244850" y="2681288"/>
              <a:ext cx="0" cy="280987"/>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36" name="Line 357"/>
            <p:cNvSpPr>
              <a:spLocks noChangeShapeType="1"/>
            </p:cNvSpPr>
            <p:nvPr/>
          </p:nvSpPr>
          <p:spPr bwMode="auto">
            <a:xfrm>
              <a:off x="3252788" y="4151313"/>
              <a:ext cx="0" cy="25082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37" name="Line 371"/>
            <p:cNvSpPr>
              <a:spLocks noChangeShapeType="1"/>
            </p:cNvSpPr>
            <p:nvPr/>
          </p:nvSpPr>
          <p:spPr bwMode="auto">
            <a:xfrm>
              <a:off x="3244850" y="1725613"/>
              <a:ext cx="0" cy="280987"/>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38" name="Line 374"/>
            <p:cNvSpPr>
              <a:spLocks noChangeShapeType="1"/>
            </p:cNvSpPr>
            <p:nvPr/>
          </p:nvSpPr>
          <p:spPr bwMode="auto">
            <a:xfrm>
              <a:off x="4027488" y="1747838"/>
              <a:ext cx="0" cy="280987"/>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39" name="Line 377"/>
            <p:cNvSpPr>
              <a:spLocks noChangeShapeType="1"/>
            </p:cNvSpPr>
            <p:nvPr/>
          </p:nvSpPr>
          <p:spPr bwMode="auto">
            <a:xfrm>
              <a:off x="7751763" y="1747838"/>
              <a:ext cx="0" cy="280987"/>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40" name="Line 376"/>
            <p:cNvSpPr>
              <a:spLocks noChangeShapeType="1"/>
            </p:cNvSpPr>
            <p:nvPr/>
          </p:nvSpPr>
          <p:spPr bwMode="auto">
            <a:xfrm>
              <a:off x="6215063" y="1747838"/>
              <a:ext cx="0" cy="280987"/>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41" name="Line 202"/>
            <p:cNvSpPr>
              <a:spLocks noChangeShapeType="1"/>
            </p:cNvSpPr>
            <p:nvPr/>
          </p:nvSpPr>
          <p:spPr bwMode="auto">
            <a:xfrm>
              <a:off x="7759700" y="5110163"/>
              <a:ext cx="0" cy="24765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42" name="Line 203"/>
            <p:cNvSpPr>
              <a:spLocks noChangeShapeType="1"/>
            </p:cNvSpPr>
            <p:nvPr/>
          </p:nvSpPr>
          <p:spPr bwMode="auto">
            <a:xfrm>
              <a:off x="7759700" y="2713038"/>
              <a:ext cx="0" cy="279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43" name="Line 204"/>
            <p:cNvSpPr>
              <a:spLocks noChangeShapeType="1"/>
            </p:cNvSpPr>
            <p:nvPr/>
          </p:nvSpPr>
          <p:spPr bwMode="auto">
            <a:xfrm flipH="1">
              <a:off x="6215063" y="3179763"/>
              <a:ext cx="7937" cy="75882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44" name="Rectangle 205"/>
            <p:cNvSpPr>
              <a:spLocks noChangeArrowheads="1"/>
            </p:cNvSpPr>
            <p:nvPr/>
          </p:nvSpPr>
          <p:spPr bwMode="auto">
            <a:xfrm>
              <a:off x="2068513" y="5357813"/>
              <a:ext cx="6088062" cy="434975"/>
            </a:xfrm>
            <a:prstGeom prst="rect">
              <a:avLst/>
            </a:prstGeom>
            <a:solidFill>
              <a:srgbClr val="DDDDDD"/>
            </a:solidFill>
            <a:ln w="9525">
              <a:solidFill>
                <a:srgbClr val="000000"/>
              </a:solidFill>
              <a:miter lim="800000"/>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200">
                <a:solidFill>
                  <a:schemeClr val="tx1"/>
                </a:solidFill>
                <a:latin typeface="+mn-lt"/>
                <a:ea typeface="宋体" panose="02010600030101010101" pitchFamily="2" charset="-122"/>
              </a:endParaRPr>
            </a:p>
          </p:txBody>
        </p:sp>
        <p:sp>
          <p:nvSpPr>
            <p:cNvPr id="45" name="Rectangle 206"/>
            <p:cNvSpPr>
              <a:spLocks noChangeArrowheads="1"/>
            </p:cNvSpPr>
            <p:nvPr/>
          </p:nvSpPr>
          <p:spPr bwMode="auto">
            <a:xfrm>
              <a:off x="5834063" y="5443538"/>
              <a:ext cx="666750" cy="277812"/>
            </a:xfrm>
            <a:prstGeom prst="rect">
              <a:avLst/>
            </a:prstGeom>
            <a:solidFill>
              <a:srgbClr val="FFFF99"/>
            </a:solidFill>
            <a:ln w="9525">
              <a:solidFill>
                <a:srgbClr val="000000"/>
              </a:solidFill>
              <a:miter lim="800000"/>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200">
                <a:solidFill>
                  <a:schemeClr val="tx1"/>
                </a:solidFill>
                <a:latin typeface="+mn-lt"/>
                <a:ea typeface="宋体" panose="02010600030101010101" pitchFamily="2" charset="-122"/>
              </a:endParaRPr>
            </a:p>
          </p:txBody>
        </p:sp>
        <p:sp>
          <p:nvSpPr>
            <p:cNvPr id="46" name="Rectangle 207"/>
            <p:cNvSpPr>
              <a:spLocks noChangeArrowheads="1"/>
            </p:cNvSpPr>
            <p:nvPr/>
          </p:nvSpPr>
          <p:spPr bwMode="auto">
            <a:xfrm>
              <a:off x="2144713" y="5443538"/>
              <a:ext cx="666750" cy="277812"/>
            </a:xfrm>
            <a:prstGeom prst="rect">
              <a:avLst/>
            </a:prstGeom>
            <a:solidFill>
              <a:srgbClr val="CCFFFF"/>
            </a:solidFill>
            <a:ln w="9525">
              <a:solidFill>
                <a:srgbClr val="000000"/>
              </a:solidFill>
              <a:miter lim="800000"/>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200">
                <a:solidFill>
                  <a:schemeClr val="tx1"/>
                </a:solidFill>
                <a:latin typeface="+mn-lt"/>
                <a:ea typeface="宋体" panose="02010600030101010101" pitchFamily="2" charset="-122"/>
              </a:endParaRPr>
            </a:p>
          </p:txBody>
        </p:sp>
        <p:sp>
          <p:nvSpPr>
            <p:cNvPr id="47" name="Rectangle 208"/>
            <p:cNvSpPr>
              <a:spLocks noChangeArrowheads="1"/>
            </p:cNvSpPr>
            <p:nvPr/>
          </p:nvSpPr>
          <p:spPr bwMode="auto">
            <a:xfrm>
              <a:off x="2922588" y="5443538"/>
              <a:ext cx="666750" cy="277812"/>
            </a:xfrm>
            <a:prstGeom prst="rect">
              <a:avLst/>
            </a:prstGeom>
            <a:solidFill>
              <a:srgbClr val="CCFFFF"/>
            </a:solidFill>
            <a:ln w="9525">
              <a:solidFill>
                <a:srgbClr val="000000"/>
              </a:solidFill>
              <a:miter lim="800000"/>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200">
                <a:solidFill>
                  <a:schemeClr val="tx1"/>
                </a:solidFill>
                <a:latin typeface="+mn-lt"/>
                <a:ea typeface="宋体" panose="02010600030101010101" pitchFamily="2" charset="-122"/>
              </a:endParaRPr>
            </a:p>
          </p:txBody>
        </p:sp>
        <p:sp>
          <p:nvSpPr>
            <p:cNvPr id="48" name="Rectangle 209"/>
            <p:cNvSpPr>
              <a:spLocks noChangeArrowheads="1"/>
            </p:cNvSpPr>
            <p:nvPr/>
          </p:nvSpPr>
          <p:spPr bwMode="auto">
            <a:xfrm>
              <a:off x="1349375" y="4868863"/>
              <a:ext cx="665163" cy="280987"/>
            </a:xfrm>
            <a:prstGeom prst="rect">
              <a:avLst/>
            </a:prstGeom>
            <a:solidFill>
              <a:srgbClr val="CCFFFF"/>
            </a:solidFill>
            <a:ln w="9525">
              <a:solidFill>
                <a:srgbClr val="000000"/>
              </a:solidFill>
              <a:miter lim="800000"/>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200">
                <a:solidFill>
                  <a:schemeClr val="tx1"/>
                </a:solidFill>
                <a:latin typeface="+mn-lt"/>
                <a:ea typeface="宋体" panose="02010600030101010101" pitchFamily="2" charset="-122"/>
              </a:endParaRPr>
            </a:p>
          </p:txBody>
        </p:sp>
        <p:sp>
          <p:nvSpPr>
            <p:cNvPr id="49" name="Rectangle 210"/>
            <p:cNvSpPr>
              <a:spLocks noChangeArrowheads="1"/>
            </p:cNvSpPr>
            <p:nvPr/>
          </p:nvSpPr>
          <p:spPr bwMode="auto">
            <a:xfrm>
              <a:off x="3724275" y="5443538"/>
              <a:ext cx="666750" cy="277812"/>
            </a:xfrm>
            <a:prstGeom prst="rect">
              <a:avLst/>
            </a:prstGeom>
            <a:solidFill>
              <a:srgbClr val="FFFF99"/>
            </a:solidFill>
            <a:ln w="9525">
              <a:solidFill>
                <a:srgbClr val="000000"/>
              </a:solidFill>
              <a:miter lim="800000"/>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200">
                <a:solidFill>
                  <a:schemeClr val="tx1"/>
                </a:solidFill>
                <a:latin typeface="+mn-lt"/>
                <a:ea typeface="宋体" panose="02010600030101010101" pitchFamily="2" charset="-122"/>
              </a:endParaRPr>
            </a:p>
          </p:txBody>
        </p:sp>
        <p:sp>
          <p:nvSpPr>
            <p:cNvPr id="50" name="Rectangle 211"/>
            <p:cNvSpPr>
              <a:spLocks noChangeArrowheads="1"/>
            </p:cNvSpPr>
            <p:nvPr/>
          </p:nvSpPr>
          <p:spPr bwMode="auto">
            <a:xfrm>
              <a:off x="5032375" y="5443538"/>
              <a:ext cx="666750" cy="277812"/>
            </a:xfrm>
            <a:prstGeom prst="rect">
              <a:avLst/>
            </a:prstGeom>
            <a:solidFill>
              <a:srgbClr val="FFFF99"/>
            </a:solidFill>
            <a:ln w="9525">
              <a:solidFill>
                <a:srgbClr val="000000"/>
              </a:solidFill>
              <a:miter lim="800000"/>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200">
                <a:solidFill>
                  <a:schemeClr val="tx1"/>
                </a:solidFill>
                <a:latin typeface="+mn-lt"/>
                <a:ea typeface="宋体" panose="02010600030101010101" pitchFamily="2" charset="-122"/>
              </a:endParaRPr>
            </a:p>
          </p:txBody>
        </p:sp>
        <p:sp>
          <p:nvSpPr>
            <p:cNvPr id="51" name="Text Box 212"/>
            <p:cNvSpPr txBox="1">
              <a:spLocks noChangeArrowheads="1"/>
            </p:cNvSpPr>
            <p:nvPr/>
          </p:nvSpPr>
          <p:spPr bwMode="auto">
            <a:xfrm>
              <a:off x="5797550" y="5407025"/>
              <a:ext cx="912813" cy="404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algn="just" eaLnBrk="1" hangingPunct="1">
                <a:lnSpc>
                  <a:spcPct val="100000"/>
                </a:lnSpc>
                <a:spcBef>
                  <a:spcPct val="0"/>
                </a:spcBef>
                <a:buClrTx/>
                <a:buFontTx/>
                <a:buNone/>
              </a:pPr>
              <a:r>
                <a:rPr lang="en-US" altLang="zh-CN" sz="1200">
                  <a:solidFill>
                    <a:srgbClr val="0000CC"/>
                  </a:solidFill>
                  <a:latin typeface="+mn-lt"/>
                  <a:ea typeface="宋体" panose="02010600030101010101" pitchFamily="2" charset="-122"/>
                </a:rPr>
                <a:t>PE220</a:t>
              </a:r>
            </a:p>
          </p:txBody>
        </p:sp>
        <p:sp>
          <p:nvSpPr>
            <p:cNvPr id="52" name="Rectangle 213"/>
            <p:cNvSpPr>
              <a:spLocks noChangeArrowheads="1"/>
            </p:cNvSpPr>
            <p:nvPr/>
          </p:nvSpPr>
          <p:spPr bwMode="auto">
            <a:xfrm>
              <a:off x="6632575" y="5443538"/>
              <a:ext cx="666750" cy="277812"/>
            </a:xfrm>
            <a:prstGeom prst="rect">
              <a:avLst/>
            </a:prstGeom>
            <a:solidFill>
              <a:srgbClr val="FFFF99"/>
            </a:solidFill>
            <a:ln w="9525">
              <a:solidFill>
                <a:srgbClr val="000000"/>
              </a:solidFill>
              <a:miter lim="800000"/>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200">
                <a:solidFill>
                  <a:schemeClr val="tx1"/>
                </a:solidFill>
                <a:latin typeface="+mn-lt"/>
                <a:ea typeface="宋体" panose="02010600030101010101" pitchFamily="2" charset="-122"/>
              </a:endParaRPr>
            </a:p>
          </p:txBody>
        </p:sp>
        <p:sp>
          <p:nvSpPr>
            <p:cNvPr id="53" name="Rectangle 214"/>
            <p:cNvSpPr>
              <a:spLocks noChangeArrowheads="1"/>
            </p:cNvSpPr>
            <p:nvPr/>
          </p:nvSpPr>
          <p:spPr bwMode="auto">
            <a:xfrm>
              <a:off x="7410450" y="5443538"/>
              <a:ext cx="666750" cy="277812"/>
            </a:xfrm>
            <a:prstGeom prst="rect">
              <a:avLst/>
            </a:prstGeom>
            <a:solidFill>
              <a:srgbClr val="FFFF99"/>
            </a:solidFill>
            <a:ln w="9525">
              <a:solidFill>
                <a:srgbClr val="000000"/>
              </a:solidFill>
              <a:miter lim="800000"/>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200">
                <a:solidFill>
                  <a:schemeClr val="tx1"/>
                </a:solidFill>
                <a:latin typeface="+mn-lt"/>
                <a:ea typeface="宋体" panose="02010600030101010101" pitchFamily="2" charset="-122"/>
              </a:endParaRPr>
            </a:p>
          </p:txBody>
        </p:sp>
        <p:sp>
          <p:nvSpPr>
            <p:cNvPr id="54" name="Rectangle 215"/>
            <p:cNvSpPr>
              <a:spLocks noChangeArrowheads="1"/>
            </p:cNvSpPr>
            <p:nvPr/>
          </p:nvSpPr>
          <p:spPr bwMode="auto">
            <a:xfrm>
              <a:off x="1335088" y="1498600"/>
              <a:ext cx="666750" cy="280988"/>
            </a:xfrm>
            <a:prstGeom prst="rect">
              <a:avLst/>
            </a:prstGeom>
            <a:solidFill>
              <a:srgbClr val="FFFFCC"/>
            </a:solidFill>
            <a:ln w="9525">
              <a:solidFill>
                <a:srgbClr val="000000"/>
              </a:solidFill>
              <a:miter lim="800000"/>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200">
                <a:solidFill>
                  <a:schemeClr val="tx1"/>
                </a:solidFill>
                <a:latin typeface="+mn-lt"/>
                <a:ea typeface="宋体" panose="02010600030101010101" pitchFamily="2" charset="-122"/>
              </a:endParaRPr>
            </a:p>
          </p:txBody>
        </p:sp>
        <p:sp>
          <p:nvSpPr>
            <p:cNvPr id="55" name="Rectangle 216"/>
            <p:cNvSpPr>
              <a:spLocks noChangeArrowheads="1"/>
            </p:cNvSpPr>
            <p:nvPr/>
          </p:nvSpPr>
          <p:spPr bwMode="auto">
            <a:xfrm>
              <a:off x="1335088" y="1990725"/>
              <a:ext cx="666750" cy="279400"/>
            </a:xfrm>
            <a:prstGeom prst="rect">
              <a:avLst/>
            </a:prstGeom>
            <a:solidFill>
              <a:srgbClr val="FFFFCC"/>
            </a:solidFill>
            <a:ln w="9525">
              <a:solidFill>
                <a:srgbClr val="000000"/>
              </a:solidFill>
              <a:miter lim="800000"/>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200">
                <a:solidFill>
                  <a:schemeClr val="tx1"/>
                </a:solidFill>
                <a:latin typeface="+mn-lt"/>
                <a:ea typeface="宋体" panose="02010600030101010101" pitchFamily="2" charset="-122"/>
              </a:endParaRPr>
            </a:p>
          </p:txBody>
        </p:sp>
        <p:sp>
          <p:nvSpPr>
            <p:cNvPr id="56" name="Rectangle 217"/>
            <p:cNvSpPr>
              <a:spLocks noChangeArrowheads="1"/>
            </p:cNvSpPr>
            <p:nvPr/>
          </p:nvSpPr>
          <p:spPr bwMode="auto">
            <a:xfrm>
              <a:off x="1341438" y="2457450"/>
              <a:ext cx="665162" cy="279400"/>
            </a:xfrm>
            <a:prstGeom prst="rect">
              <a:avLst/>
            </a:prstGeom>
            <a:solidFill>
              <a:srgbClr val="FFFFCC"/>
            </a:solidFill>
            <a:ln w="9525">
              <a:solidFill>
                <a:srgbClr val="000000"/>
              </a:solidFill>
              <a:miter lim="800000"/>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200">
                <a:solidFill>
                  <a:schemeClr val="tx1"/>
                </a:solidFill>
                <a:latin typeface="+mn-lt"/>
                <a:ea typeface="宋体" panose="02010600030101010101" pitchFamily="2" charset="-122"/>
              </a:endParaRPr>
            </a:p>
          </p:txBody>
        </p:sp>
        <p:sp>
          <p:nvSpPr>
            <p:cNvPr id="57" name="Rectangle 218"/>
            <p:cNvSpPr>
              <a:spLocks noChangeArrowheads="1"/>
            </p:cNvSpPr>
            <p:nvPr/>
          </p:nvSpPr>
          <p:spPr bwMode="auto">
            <a:xfrm>
              <a:off x="1349375" y="2946400"/>
              <a:ext cx="665163" cy="280988"/>
            </a:xfrm>
            <a:prstGeom prst="rect">
              <a:avLst/>
            </a:prstGeom>
            <a:solidFill>
              <a:srgbClr val="FFFFCC"/>
            </a:solidFill>
            <a:ln w="9525">
              <a:solidFill>
                <a:srgbClr val="000000"/>
              </a:solidFill>
              <a:miter lim="800000"/>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200">
                <a:solidFill>
                  <a:schemeClr val="tx1"/>
                </a:solidFill>
                <a:latin typeface="+mn-lt"/>
                <a:ea typeface="宋体" panose="02010600030101010101" pitchFamily="2" charset="-122"/>
              </a:endParaRPr>
            </a:p>
          </p:txBody>
        </p:sp>
        <p:sp>
          <p:nvSpPr>
            <p:cNvPr id="58" name="Rectangle 219"/>
            <p:cNvSpPr>
              <a:spLocks noChangeArrowheads="1"/>
            </p:cNvSpPr>
            <p:nvPr/>
          </p:nvSpPr>
          <p:spPr bwMode="auto">
            <a:xfrm>
              <a:off x="1335088" y="3921125"/>
              <a:ext cx="666750" cy="277813"/>
            </a:xfrm>
            <a:prstGeom prst="rect">
              <a:avLst/>
            </a:prstGeom>
            <a:solidFill>
              <a:srgbClr val="FFFFCC"/>
            </a:solidFill>
            <a:ln w="9525">
              <a:solidFill>
                <a:srgbClr val="000000"/>
              </a:solidFill>
              <a:miter lim="800000"/>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200">
                <a:solidFill>
                  <a:schemeClr val="tx1"/>
                </a:solidFill>
                <a:latin typeface="+mn-lt"/>
                <a:ea typeface="宋体" panose="02010600030101010101" pitchFamily="2" charset="-122"/>
              </a:endParaRPr>
            </a:p>
          </p:txBody>
        </p:sp>
        <p:sp>
          <p:nvSpPr>
            <p:cNvPr id="59" name="Rectangle 220"/>
            <p:cNvSpPr>
              <a:spLocks noChangeArrowheads="1"/>
            </p:cNvSpPr>
            <p:nvPr/>
          </p:nvSpPr>
          <p:spPr bwMode="auto">
            <a:xfrm>
              <a:off x="1341438" y="4387850"/>
              <a:ext cx="665162" cy="277813"/>
            </a:xfrm>
            <a:prstGeom prst="rect">
              <a:avLst/>
            </a:prstGeom>
            <a:solidFill>
              <a:srgbClr val="CCFFFF"/>
            </a:solidFill>
            <a:ln w="9525">
              <a:solidFill>
                <a:srgbClr val="000000"/>
              </a:solidFill>
              <a:miter lim="800000"/>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200">
                <a:solidFill>
                  <a:schemeClr val="tx1"/>
                </a:solidFill>
                <a:latin typeface="+mn-lt"/>
                <a:ea typeface="宋体" panose="02010600030101010101" pitchFamily="2" charset="-122"/>
              </a:endParaRPr>
            </a:p>
          </p:txBody>
        </p:sp>
        <p:sp>
          <p:nvSpPr>
            <p:cNvPr id="60" name="Text Box 221"/>
            <p:cNvSpPr txBox="1">
              <a:spLocks noChangeArrowheads="1"/>
            </p:cNvSpPr>
            <p:nvPr/>
          </p:nvSpPr>
          <p:spPr bwMode="auto">
            <a:xfrm>
              <a:off x="1411905" y="1224941"/>
              <a:ext cx="735013" cy="436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algn="just" eaLnBrk="1" hangingPunct="1">
                <a:lnSpc>
                  <a:spcPct val="100000"/>
                </a:lnSpc>
                <a:spcBef>
                  <a:spcPct val="0"/>
                </a:spcBef>
                <a:buClrTx/>
                <a:buFontTx/>
                <a:buNone/>
              </a:pPr>
              <a:r>
                <a:rPr lang="zh-CN" altLang="en-US" sz="1200" b="1" dirty="0">
                  <a:solidFill>
                    <a:srgbClr val="CC0000"/>
                  </a:solidFill>
                  <a:latin typeface="+mn-lt"/>
                  <a:ea typeface="宋体" panose="02010600030101010101" pitchFamily="2" charset="-122"/>
                </a:rPr>
                <a:t>发送</a:t>
              </a:r>
            </a:p>
          </p:txBody>
        </p:sp>
        <p:sp>
          <p:nvSpPr>
            <p:cNvPr id="61" name="Text Box 222"/>
            <p:cNvSpPr txBox="1">
              <a:spLocks noChangeArrowheads="1"/>
            </p:cNvSpPr>
            <p:nvPr/>
          </p:nvSpPr>
          <p:spPr bwMode="auto">
            <a:xfrm>
              <a:off x="1287463" y="1471613"/>
              <a:ext cx="846137" cy="40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algn="just" eaLnBrk="1" hangingPunct="1">
                <a:lnSpc>
                  <a:spcPct val="100000"/>
                </a:lnSpc>
                <a:spcBef>
                  <a:spcPct val="0"/>
                </a:spcBef>
                <a:buClrTx/>
                <a:buFontTx/>
                <a:buNone/>
              </a:pPr>
              <a:r>
                <a:rPr lang="en-US" altLang="zh-CN" sz="1200">
                  <a:solidFill>
                    <a:srgbClr val="0000CC"/>
                  </a:solidFill>
                  <a:latin typeface="+mn-lt"/>
                  <a:ea typeface="宋体" panose="02010600030101010101" pitchFamily="2" charset="-122"/>
                </a:rPr>
                <a:t>PE222</a:t>
              </a:r>
            </a:p>
          </p:txBody>
        </p:sp>
        <p:sp>
          <p:nvSpPr>
            <p:cNvPr id="62" name="Oval 223"/>
            <p:cNvSpPr>
              <a:spLocks noChangeArrowheads="1"/>
            </p:cNvSpPr>
            <p:nvPr/>
          </p:nvSpPr>
          <p:spPr bwMode="auto">
            <a:xfrm>
              <a:off x="2355850" y="1517650"/>
              <a:ext cx="222250" cy="214313"/>
            </a:xfrm>
            <a:prstGeom prst="ellipse">
              <a:avLst/>
            </a:prstGeom>
            <a:solidFill>
              <a:srgbClr val="FFCCFF"/>
            </a:solidFill>
            <a:ln w="9525">
              <a:solidFill>
                <a:srgbClr val="000000"/>
              </a:solidFill>
              <a:round/>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200">
                <a:solidFill>
                  <a:schemeClr val="tx1"/>
                </a:solidFill>
                <a:latin typeface="+mn-lt"/>
                <a:ea typeface="宋体" panose="02010600030101010101" pitchFamily="2" charset="-122"/>
              </a:endParaRPr>
            </a:p>
          </p:txBody>
        </p:sp>
        <p:sp>
          <p:nvSpPr>
            <p:cNvPr id="63" name="Line 224"/>
            <p:cNvSpPr>
              <a:spLocks noChangeShapeType="1"/>
            </p:cNvSpPr>
            <p:nvPr/>
          </p:nvSpPr>
          <p:spPr bwMode="auto">
            <a:xfrm>
              <a:off x="2001838" y="1624013"/>
              <a:ext cx="35401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64" name="Oval 225"/>
            <p:cNvSpPr>
              <a:spLocks noChangeArrowheads="1"/>
            </p:cNvSpPr>
            <p:nvPr/>
          </p:nvSpPr>
          <p:spPr bwMode="auto">
            <a:xfrm>
              <a:off x="3133725" y="1517650"/>
              <a:ext cx="222250" cy="214313"/>
            </a:xfrm>
            <a:prstGeom prst="ellipse">
              <a:avLst/>
            </a:prstGeom>
            <a:solidFill>
              <a:srgbClr val="FFCCFF"/>
            </a:solidFill>
            <a:ln w="9525">
              <a:solidFill>
                <a:srgbClr val="000000"/>
              </a:solidFill>
              <a:round/>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200">
                <a:solidFill>
                  <a:schemeClr val="tx1"/>
                </a:solidFill>
                <a:latin typeface="+mn-lt"/>
                <a:ea typeface="宋体" panose="02010600030101010101" pitchFamily="2" charset="-122"/>
              </a:endParaRPr>
            </a:p>
          </p:txBody>
        </p:sp>
        <p:sp>
          <p:nvSpPr>
            <p:cNvPr id="65" name="Line 226"/>
            <p:cNvSpPr>
              <a:spLocks noChangeShapeType="1"/>
            </p:cNvSpPr>
            <p:nvPr/>
          </p:nvSpPr>
          <p:spPr bwMode="auto">
            <a:xfrm>
              <a:off x="2578100" y="1624013"/>
              <a:ext cx="55562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66" name="Oval 227"/>
            <p:cNvSpPr>
              <a:spLocks noChangeArrowheads="1"/>
            </p:cNvSpPr>
            <p:nvPr/>
          </p:nvSpPr>
          <p:spPr bwMode="auto">
            <a:xfrm>
              <a:off x="3911600" y="1522413"/>
              <a:ext cx="222250" cy="217487"/>
            </a:xfrm>
            <a:prstGeom prst="ellipse">
              <a:avLst/>
            </a:prstGeom>
            <a:solidFill>
              <a:srgbClr val="FFCCFF"/>
            </a:solidFill>
            <a:ln w="9525">
              <a:solidFill>
                <a:srgbClr val="000000"/>
              </a:solidFill>
              <a:round/>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200">
                <a:solidFill>
                  <a:schemeClr val="tx1"/>
                </a:solidFill>
                <a:latin typeface="+mn-lt"/>
                <a:ea typeface="宋体" panose="02010600030101010101" pitchFamily="2" charset="-122"/>
              </a:endParaRPr>
            </a:p>
          </p:txBody>
        </p:sp>
        <p:sp>
          <p:nvSpPr>
            <p:cNvPr id="67" name="Text Box 228"/>
            <p:cNvSpPr txBox="1">
              <a:spLocks noChangeArrowheads="1"/>
            </p:cNvSpPr>
            <p:nvPr/>
          </p:nvSpPr>
          <p:spPr bwMode="auto">
            <a:xfrm>
              <a:off x="2097088" y="5407025"/>
              <a:ext cx="909637" cy="404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algn="just" eaLnBrk="1" hangingPunct="1">
                <a:lnSpc>
                  <a:spcPct val="100000"/>
                </a:lnSpc>
                <a:spcBef>
                  <a:spcPct val="0"/>
                </a:spcBef>
                <a:buClrTx/>
                <a:buFontTx/>
                <a:buNone/>
              </a:pPr>
              <a:r>
                <a:rPr lang="en-US" altLang="zh-CN" sz="1200">
                  <a:solidFill>
                    <a:srgbClr val="0000CC"/>
                  </a:solidFill>
                  <a:latin typeface="+mn-lt"/>
                  <a:ea typeface="宋体" panose="02010600030101010101" pitchFamily="2" charset="-122"/>
                </a:rPr>
                <a:t>CP001</a:t>
              </a:r>
            </a:p>
          </p:txBody>
        </p:sp>
        <p:sp>
          <p:nvSpPr>
            <p:cNvPr id="68" name="Oval 229"/>
            <p:cNvSpPr>
              <a:spLocks noChangeArrowheads="1"/>
            </p:cNvSpPr>
            <p:nvPr/>
          </p:nvSpPr>
          <p:spPr bwMode="auto">
            <a:xfrm>
              <a:off x="1403350" y="5295900"/>
              <a:ext cx="222250" cy="217488"/>
            </a:xfrm>
            <a:prstGeom prst="ellipse">
              <a:avLst/>
            </a:prstGeom>
            <a:solidFill>
              <a:srgbClr val="99FF99"/>
            </a:solidFill>
            <a:ln w="9525">
              <a:solidFill>
                <a:srgbClr val="000000"/>
              </a:solidFill>
              <a:round/>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200">
                <a:solidFill>
                  <a:schemeClr val="tx1"/>
                </a:solidFill>
                <a:latin typeface="+mn-lt"/>
                <a:ea typeface="宋体" panose="02010600030101010101" pitchFamily="2" charset="-122"/>
              </a:endParaRPr>
            </a:p>
          </p:txBody>
        </p:sp>
        <p:sp>
          <p:nvSpPr>
            <p:cNvPr id="69" name="Text Box 230"/>
            <p:cNvSpPr txBox="1">
              <a:spLocks noChangeArrowheads="1"/>
            </p:cNvSpPr>
            <p:nvPr/>
          </p:nvSpPr>
          <p:spPr bwMode="auto">
            <a:xfrm>
              <a:off x="684213" y="5586413"/>
              <a:ext cx="687387"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algn="just" eaLnBrk="1" hangingPunct="1">
                <a:lnSpc>
                  <a:spcPct val="100000"/>
                </a:lnSpc>
                <a:spcBef>
                  <a:spcPct val="0"/>
                </a:spcBef>
                <a:buClrTx/>
                <a:buFontTx/>
                <a:buNone/>
              </a:pPr>
              <a:r>
                <a:rPr lang="zh-CN" altLang="en-US" sz="1200" b="1">
                  <a:solidFill>
                    <a:srgbClr val="CC0000"/>
                  </a:solidFill>
                  <a:latin typeface="+mn-lt"/>
                  <a:ea typeface="宋体" panose="02010600030101010101" pitchFamily="2" charset="-122"/>
                </a:rPr>
                <a:t>断开</a:t>
              </a:r>
            </a:p>
          </p:txBody>
        </p:sp>
        <p:sp>
          <p:nvSpPr>
            <p:cNvPr id="70" name="Text Box 231"/>
            <p:cNvSpPr txBox="1">
              <a:spLocks noChangeArrowheads="1"/>
            </p:cNvSpPr>
            <p:nvPr/>
          </p:nvSpPr>
          <p:spPr bwMode="auto">
            <a:xfrm>
              <a:off x="2889250" y="5407025"/>
              <a:ext cx="909638" cy="404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algn="just" eaLnBrk="1" hangingPunct="1">
                <a:lnSpc>
                  <a:spcPct val="100000"/>
                </a:lnSpc>
                <a:spcBef>
                  <a:spcPct val="0"/>
                </a:spcBef>
                <a:buClrTx/>
                <a:buFontTx/>
                <a:buNone/>
              </a:pPr>
              <a:r>
                <a:rPr lang="en-US" altLang="zh-CN" sz="1200">
                  <a:solidFill>
                    <a:srgbClr val="0000CC"/>
                  </a:solidFill>
                  <a:latin typeface="+mn-lt"/>
                  <a:ea typeface="宋体" panose="02010600030101010101" pitchFamily="2" charset="-122"/>
                </a:rPr>
                <a:t>CP002</a:t>
              </a:r>
            </a:p>
          </p:txBody>
        </p:sp>
        <p:sp>
          <p:nvSpPr>
            <p:cNvPr id="71" name="Line 232"/>
            <p:cNvSpPr>
              <a:spLocks noChangeShapeType="1"/>
            </p:cNvSpPr>
            <p:nvPr/>
          </p:nvSpPr>
          <p:spPr bwMode="auto">
            <a:xfrm>
              <a:off x="3355975" y="1624013"/>
              <a:ext cx="55562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72" name="Oval 233"/>
            <p:cNvSpPr>
              <a:spLocks noChangeArrowheads="1"/>
            </p:cNvSpPr>
            <p:nvPr/>
          </p:nvSpPr>
          <p:spPr bwMode="auto">
            <a:xfrm>
              <a:off x="5310188" y="1522413"/>
              <a:ext cx="222250" cy="217487"/>
            </a:xfrm>
            <a:prstGeom prst="ellipse">
              <a:avLst/>
            </a:prstGeom>
            <a:solidFill>
              <a:srgbClr val="FFCCFF"/>
            </a:solidFill>
            <a:ln w="9525">
              <a:solidFill>
                <a:srgbClr val="000000"/>
              </a:solidFill>
              <a:round/>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200">
                <a:solidFill>
                  <a:schemeClr val="tx1"/>
                </a:solidFill>
                <a:latin typeface="+mn-lt"/>
                <a:ea typeface="宋体" panose="02010600030101010101" pitchFamily="2" charset="-122"/>
              </a:endParaRPr>
            </a:p>
          </p:txBody>
        </p:sp>
        <p:sp>
          <p:nvSpPr>
            <p:cNvPr id="73" name="Oval 234"/>
            <p:cNvSpPr>
              <a:spLocks noChangeArrowheads="1"/>
            </p:cNvSpPr>
            <p:nvPr/>
          </p:nvSpPr>
          <p:spPr bwMode="auto">
            <a:xfrm>
              <a:off x="6088063" y="1522413"/>
              <a:ext cx="222250" cy="217487"/>
            </a:xfrm>
            <a:prstGeom prst="ellipse">
              <a:avLst/>
            </a:prstGeom>
            <a:solidFill>
              <a:srgbClr val="FFCCFF"/>
            </a:solidFill>
            <a:ln w="9525">
              <a:solidFill>
                <a:srgbClr val="000000"/>
              </a:solidFill>
              <a:round/>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200">
                <a:solidFill>
                  <a:schemeClr val="tx1"/>
                </a:solidFill>
                <a:latin typeface="+mn-lt"/>
                <a:ea typeface="宋体" panose="02010600030101010101" pitchFamily="2" charset="-122"/>
              </a:endParaRPr>
            </a:p>
          </p:txBody>
        </p:sp>
        <p:sp>
          <p:nvSpPr>
            <p:cNvPr id="74" name="Line 235"/>
            <p:cNvSpPr>
              <a:spLocks noChangeShapeType="1"/>
            </p:cNvSpPr>
            <p:nvPr/>
          </p:nvSpPr>
          <p:spPr bwMode="auto">
            <a:xfrm>
              <a:off x="5532438" y="1631950"/>
              <a:ext cx="55562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75" name="Oval 236"/>
            <p:cNvSpPr>
              <a:spLocks noChangeArrowheads="1"/>
            </p:cNvSpPr>
            <p:nvPr/>
          </p:nvSpPr>
          <p:spPr bwMode="auto">
            <a:xfrm>
              <a:off x="6865938" y="1528763"/>
              <a:ext cx="222250" cy="219075"/>
            </a:xfrm>
            <a:prstGeom prst="ellipse">
              <a:avLst/>
            </a:prstGeom>
            <a:solidFill>
              <a:srgbClr val="99FF99"/>
            </a:solidFill>
            <a:ln w="9525">
              <a:solidFill>
                <a:srgbClr val="000000"/>
              </a:solidFill>
              <a:round/>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200">
                <a:solidFill>
                  <a:schemeClr val="tx1"/>
                </a:solidFill>
                <a:latin typeface="+mn-lt"/>
                <a:ea typeface="宋体" panose="02010600030101010101" pitchFamily="2" charset="-122"/>
              </a:endParaRPr>
            </a:p>
          </p:txBody>
        </p:sp>
        <p:sp>
          <p:nvSpPr>
            <p:cNvPr id="76" name="Line 237"/>
            <p:cNvSpPr>
              <a:spLocks noChangeShapeType="1"/>
            </p:cNvSpPr>
            <p:nvPr/>
          </p:nvSpPr>
          <p:spPr bwMode="auto">
            <a:xfrm>
              <a:off x="6310313" y="1631950"/>
              <a:ext cx="55562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77" name="Oval 238"/>
            <p:cNvSpPr>
              <a:spLocks noChangeArrowheads="1"/>
            </p:cNvSpPr>
            <p:nvPr/>
          </p:nvSpPr>
          <p:spPr bwMode="auto">
            <a:xfrm>
              <a:off x="7643813" y="1528763"/>
              <a:ext cx="222250" cy="219075"/>
            </a:xfrm>
            <a:prstGeom prst="ellipse">
              <a:avLst/>
            </a:prstGeom>
            <a:solidFill>
              <a:srgbClr val="FFCCFF"/>
            </a:solidFill>
            <a:ln w="9525">
              <a:solidFill>
                <a:srgbClr val="000000"/>
              </a:solidFill>
              <a:round/>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200">
                <a:solidFill>
                  <a:schemeClr val="tx1"/>
                </a:solidFill>
                <a:latin typeface="+mn-lt"/>
                <a:ea typeface="宋体" panose="02010600030101010101" pitchFamily="2" charset="-122"/>
              </a:endParaRPr>
            </a:p>
          </p:txBody>
        </p:sp>
        <p:sp>
          <p:nvSpPr>
            <p:cNvPr id="78" name="Line 239"/>
            <p:cNvSpPr>
              <a:spLocks noChangeShapeType="1"/>
            </p:cNvSpPr>
            <p:nvPr/>
          </p:nvSpPr>
          <p:spPr bwMode="auto">
            <a:xfrm>
              <a:off x="7088188" y="1631950"/>
              <a:ext cx="555625" cy="0"/>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79" name="Line 240"/>
            <p:cNvSpPr>
              <a:spLocks noChangeShapeType="1"/>
            </p:cNvSpPr>
            <p:nvPr/>
          </p:nvSpPr>
          <p:spPr bwMode="auto">
            <a:xfrm>
              <a:off x="4133850" y="1624013"/>
              <a:ext cx="117633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80" name="Text Box 241"/>
            <p:cNvSpPr txBox="1">
              <a:spLocks noChangeArrowheads="1"/>
            </p:cNvSpPr>
            <p:nvPr/>
          </p:nvSpPr>
          <p:spPr bwMode="auto">
            <a:xfrm>
              <a:off x="3702050" y="5407025"/>
              <a:ext cx="912813" cy="404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algn="just" eaLnBrk="1" hangingPunct="1">
                <a:lnSpc>
                  <a:spcPct val="100000"/>
                </a:lnSpc>
                <a:spcBef>
                  <a:spcPct val="0"/>
                </a:spcBef>
                <a:buClrTx/>
                <a:buFontTx/>
                <a:buNone/>
              </a:pPr>
              <a:r>
                <a:rPr lang="en-US" altLang="zh-CN" sz="1200">
                  <a:solidFill>
                    <a:srgbClr val="0000CC"/>
                  </a:solidFill>
                  <a:latin typeface="+mn-lt"/>
                  <a:ea typeface="宋体" panose="02010600030101010101" pitchFamily="2" charset="-122"/>
                </a:rPr>
                <a:t>PE001</a:t>
              </a:r>
            </a:p>
          </p:txBody>
        </p:sp>
        <p:sp>
          <p:nvSpPr>
            <p:cNvPr id="81" name="Text Box 242"/>
            <p:cNvSpPr txBox="1">
              <a:spLocks noChangeArrowheads="1"/>
            </p:cNvSpPr>
            <p:nvPr/>
          </p:nvSpPr>
          <p:spPr bwMode="auto">
            <a:xfrm>
              <a:off x="4523591" y="5372538"/>
              <a:ext cx="641350" cy="40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algn="just" eaLnBrk="1" hangingPunct="1">
                <a:lnSpc>
                  <a:spcPct val="100000"/>
                </a:lnSpc>
                <a:spcBef>
                  <a:spcPct val="0"/>
                </a:spcBef>
                <a:buClrTx/>
                <a:buFontTx/>
                <a:buNone/>
              </a:pPr>
              <a:r>
                <a:rPr lang="en-US" altLang="zh-CN" sz="1200" dirty="0">
                  <a:solidFill>
                    <a:schemeClr val="tx1"/>
                  </a:solidFill>
                  <a:latin typeface="+mn-lt"/>
                  <a:ea typeface="宋体" panose="02010600030101010101" pitchFamily="2" charset="-122"/>
                </a:rPr>
                <a:t>…</a:t>
              </a:r>
            </a:p>
          </p:txBody>
        </p:sp>
        <p:sp>
          <p:nvSpPr>
            <p:cNvPr id="82" name="Text Box 243"/>
            <p:cNvSpPr txBox="1">
              <a:spLocks noChangeArrowheads="1"/>
            </p:cNvSpPr>
            <p:nvPr/>
          </p:nvSpPr>
          <p:spPr bwMode="auto">
            <a:xfrm>
              <a:off x="5013325" y="5407025"/>
              <a:ext cx="909638" cy="404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algn="just" eaLnBrk="1" hangingPunct="1">
                <a:lnSpc>
                  <a:spcPct val="100000"/>
                </a:lnSpc>
                <a:spcBef>
                  <a:spcPct val="0"/>
                </a:spcBef>
                <a:buClrTx/>
                <a:buFontTx/>
                <a:buNone/>
              </a:pPr>
              <a:r>
                <a:rPr lang="en-US" altLang="zh-CN" sz="1200">
                  <a:solidFill>
                    <a:srgbClr val="0000CC"/>
                  </a:solidFill>
                  <a:latin typeface="+mn-lt"/>
                  <a:ea typeface="宋体" panose="02010600030101010101" pitchFamily="2" charset="-122"/>
                </a:rPr>
                <a:t>PE219</a:t>
              </a:r>
            </a:p>
          </p:txBody>
        </p:sp>
        <p:sp>
          <p:nvSpPr>
            <p:cNvPr id="83" name="Text Box 244"/>
            <p:cNvSpPr txBox="1">
              <a:spLocks noChangeArrowheads="1"/>
            </p:cNvSpPr>
            <p:nvPr/>
          </p:nvSpPr>
          <p:spPr bwMode="auto">
            <a:xfrm>
              <a:off x="6599238" y="5407025"/>
              <a:ext cx="909637" cy="404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algn="just" eaLnBrk="1" hangingPunct="1">
                <a:lnSpc>
                  <a:spcPct val="100000"/>
                </a:lnSpc>
                <a:spcBef>
                  <a:spcPct val="0"/>
                </a:spcBef>
                <a:buClrTx/>
                <a:buFontTx/>
                <a:buNone/>
              </a:pPr>
              <a:r>
                <a:rPr lang="en-US" altLang="zh-CN" sz="1200">
                  <a:solidFill>
                    <a:srgbClr val="0000CC"/>
                  </a:solidFill>
                  <a:latin typeface="+mn-lt"/>
                  <a:ea typeface="宋体" panose="02010600030101010101" pitchFamily="2" charset="-122"/>
                </a:rPr>
                <a:t>PE221</a:t>
              </a:r>
            </a:p>
          </p:txBody>
        </p:sp>
        <p:sp>
          <p:nvSpPr>
            <p:cNvPr id="84" name="Text Box 245"/>
            <p:cNvSpPr txBox="1">
              <a:spLocks noChangeArrowheads="1"/>
            </p:cNvSpPr>
            <p:nvPr/>
          </p:nvSpPr>
          <p:spPr bwMode="auto">
            <a:xfrm>
              <a:off x="7362825" y="5407025"/>
              <a:ext cx="909638" cy="404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algn="just" eaLnBrk="1" hangingPunct="1">
                <a:lnSpc>
                  <a:spcPct val="100000"/>
                </a:lnSpc>
                <a:spcBef>
                  <a:spcPct val="0"/>
                </a:spcBef>
                <a:buClrTx/>
                <a:buFontTx/>
                <a:buNone/>
              </a:pPr>
              <a:r>
                <a:rPr lang="en-US" altLang="zh-CN" sz="1200">
                  <a:solidFill>
                    <a:srgbClr val="0000CC"/>
                  </a:solidFill>
                  <a:latin typeface="+mn-lt"/>
                  <a:ea typeface="宋体" panose="02010600030101010101" pitchFamily="2" charset="-122"/>
                </a:rPr>
                <a:t>PE222</a:t>
              </a:r>
            </a:p>
          </p:txBody>
        </p:sp>
        <p:sp>
          <p:nvSpPr>
            <p:cNvPr id="85" name="Text Box 246"/>
            <p:cNvSpPr txBox="1">
              <a:spLocks noChangeArrowheads="1"/>
            </p:cNvSpPr>
            <p:nvPr/>
          </p:nvSpPr>
          <p:spPr bwMode="auto">
            <a:xfrm>
              <a:off x="1301750" y="1960563"/>
              <a:ext cx="846138"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algn="just" eaLnBrk="1" hangingPunct="1">
                <a:lnSpc>
                  <a:spcPct val="100000"/>
                </a:lnSpc>
                <a:spcBef>
                  <a:spcPct val="0"/>
                </a:spcBef>
                <a:buClrTx/>
                <a:buFontTx/>
                <a:buNone/>
              </a:pPr>
              <a:r>
                <a:rPr lang="en-US" altLang="zh-CN" sz="1200">
                  <a:solidFill>
                    <a:srgbClr val="0000CC"/>
                  </a:solidFill>
                  <a:latin typeface="+mn-lt"/>
                  <a:ea typeface="宋体" panose="02010600030101010101" pitchFamily="2" charset="-122"/>
                </a:rPr>
                <a:t>PE221</a:t>
              </a:r>
            </a:p>
          </p:txBody>
        </p:sp>
        <p:sp>
          <p:nvSpPr>
            <p:cNvPr id="86" name="Oval 247"/>
            <p:cNvSpPr>
              <a:spLocks noChangeArrowheads="1"/>
            </p:cNvSpPr>
            <p:nvPr/>
          </p:nvSpPr>
          <p:spPr bwMode="auto">
            <a:xfrm>
              <a:off x="2355850" y="2006600"/>
              <a:ext cx="222250" cy="217488"/>
            </a:xfrm>
            <a:prstGeom prst="ellipse">
              <a:avLst/>
            </a:prstGeom>
            <a:solidFill>
              <a:srgbClr val="FFCCFF"/>
            </a:solidFill>
            <a:ln w="9525">
              <a:solidFill>
                <a:srgbClr val="000000"/>
              </a:solidFill>
              <a:round/>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200">
                <a:solidFill>
                  <a:schemeClr val="tx1"/>
                </a:solidFill>
                <a:latin typeface="+mn-lt"/>
                <a:ea typeface="宋体" panose="02010600030101010101" pitchFamily="2" charset="-122"/>
              </a:endParaRPr>
            </a:p>
          </p:txBody>
        </p:sp>
        <p:sp>
          <p:nvSpPr>
            <p:cNvPr id="87" name="Line 248"/>
            <p:cNvSpPr>
              <a:spLocks noChangeShapeType="1"/>
            </p:cNvSpPr>
            <p:nvPr/>
          </p:nvSpPr>
          <p:spPr bwMode="auto">
            <a:xfrm>
              <a:off x="2001838" y="2114550"/>
              <a:ext cx="35401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88" name="Oval 249"/>
            <p:cNvSpPr>
              <a:spLocks noChangeArrowheads="1"/>
            </p:cNvSpPr>
            <p:nvPr/>
          </p:nvSpPr>
          <p:spPr bwMode="auto">
            <a:xfrm>
              <a:off x="3133725" y="2006600"/>
              <a:ext cx="222250" cy="217488"/>
            </a:xfrm>
            <a:prstGeom prst="ellipse">
              <a:avLst/>
            </a:prstGeom>
            <a:solidFill>
              <a:srgbClr val="FFCCFF"/>
            </a:solidFill>
            <a:ln w="9525">
              <a:solidFill>
                <a:srgbClr val="000000"/>
              </a:solidFill>
              <a:round/>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200">
                <a:solidFill>
                  <a:schemeClr val="tx1"/>
                </a:solidFill>
                <a:latin typeface="+mn-lt"/>
                <a:ea typeface="宋体" panose="02010600030101010101" pitchFamily="2" charset="-122"/>
              </a:endParaRPr>
            </a:p>
          </p:txBody>
        </p:sp>
        <p:sp>
          <p:nvSpPr>
            <p:cNvPr id="89" name="Line 250"/>
            <p:cNvSpPr>
              <a:spLocks noChangeShapeType="1"/>
            </p:cNvSpPr>
            <p:nvPr/>
          </p:nvSpPr>
          <p:spPr bwMode="auto">
            <a:xfrm>
              <a:off x="2578100" y="2114550"/>
              <a:ext cx="55562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90" name="Oval 251"/>
            <p:cNvSpPr>
              <a:spLocks noChangeArrowheads="1"/>
            </p:cNvSpPr>
            <p:nvPr/>
          </p:nvSpPr>
          <p:spPr bwMode="auto">
            <a:xfrm>
              <a:off x="3911600" y="2012950"/>
              <a:ext cx="222250" cy="219075"/>
            </a:xfrm>
            <a:prstGeom prst="ellipse">
              <a:avLst/>
            </a:prstGeom>
            <a:solidFill>
              <a:srgbClr val="FFCCFF"/>
            </a:solidFill>
            <a:ln w="9525">
              <a:solidFill>
                <a:srgbClr val="000000"/>
              </a:solidFill>
              <a:round/>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200">
                <a:solidFill>
                  <a:schemeClr val="tx1"/>
                </a:solidFill>
                <a:latin typeface="+mn-lt"/>
                <a:ea typeface="宋体" panose="02010600030101010101" pitchFamily="2" charset="-122"/>
              </a:endParaRPr>
            </a:p>
          </p:txBody>
        </p:sp>
        <p:sp>
          <p:nvSpPr>
            <p:cNvPr id="91" name="Line 252"/>
            <p:cNvSpPr>
              <a:spLocks noChangeShapeType="1"/>
            </p:cNvSpPr>
            <p:nvPr/>
          </p:nvSpPr>
          <p:spPr bwMode="auto">
            <a:xfrm>
              <a:off x="3355975" y="2114550"/>
              <a:ext cx="55562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92" name="Oval 253"/>
            <p:cNvSpPr>
              <a:spLocks noChangeArrowheads="1"/>
            </p:cNvSpPr>
            <p:nvPr/>
          </p:nvSpPr>
          <p:spPr bwMode="auto">
            <a:xfrm>
              <a:off x="5310188" y="2012950"/>
              <a:ext cx="222250" cy="219075"/>
            </a:xfrm>
            <a:prstGeom prst="ellipse">
              <a:avLst/>
            </a:prstGeom>
            <a:solidFill>
              <a:srgbClr val="FFCCFF"/>
            </a:solidFill>
            <a:ln w="9525">
              <a:solidFill>
                <a:srgbClr val="000000"/>
              </a:solidFill>
              <a:round/>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200">
                <a:solidFill>
                  <a:schemeClr val="tx1"/>
                </a:solidFill>
                <a:latin typeface="+mn-lt"/>
                <a:ea typeface="宋体" panose="02010600030101010101" pitchFamily="2" charset="-122"/>
              </a:endParaRPr>
            </a:p>
          </p:txBody>
        </p:sp>
        <p:sp>
          <p:nvSpPr>
            <p:cNvPr id="93" name="Oval 254"/>
            <p:cNvSpPr>
              <a:spLocks noChangeArrowheads="1"/>
            </p:cNvSpPr>
            <p:nvPr/>
          </p:nvSpPr>
          <p:spPr bwMode="auto">
            <a:xfrm>
              <a:off x="6088063" y="2012950"/>
              <a:ext cx="222250" cy="219075"/>
            </a:xfrm>
            <a:prstGeom prst="ellipse">
              <a:avLst/>
            </a:prstGeom>
            <a:solidFill>
              <a:srgbClr val="99FF99"/>
            </a:solidFill>
            <a:ln w="9525">
              <a:solidFill>
                <a:srgbClr val="000000"/>
              </a:solidFill>
              <a:round/>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200">
                <a:solidFill>
                  <a:schemeClr val="tx1"/>
                </a:solidFill>
                <a:latin typeface="+mn-lt"/>
                <a:ea typeface="宋体" panose="02010600030101010101" pitchFamily="2" charset="-122"/>
              </a:endParaRPr>
            </a:p>
          </p:txBody>
        </p:sp>
        <p:sp>
          <p:nvSpPr>
            <p:cNvPr id="94" name="Line 255"/>
            <p:cNvSpPr>
              <a:spLocks noChangeShapeType="1"/>
            </p:cNvSpPr>
            <p:nvPr/>
          </p:nvSpPr>
          <p:spPr bwMode="auto">
            <a:xfrm>
              <a:off x="5532438" y="2120900"/>
              <a:ext cx="55562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95" name="Oval 256"/>
            <p:cNvSpPr>
              <a:spLocks noChangeArrowheads="1"/>
            </p:cNvSpPr>
            <p:nvPr/>
          </p:nvSpPr>
          <p:spPr bwMode="auto">
            <a:xfrm>
              <a:off x="6865938" y="2020888"/>
              <a:ext cx="222250" cy="219075"/>
            </a:xfrm>
            <a:prstGeom prst="ellipse">
              <a:avLst/>
            </a:prstGeom>
            <a:solidFill>
              <a:srgbClr val="FFCCFF"/>
            </a:solidFill>
            <a:ln w="9525">
              <a:solidFill>
                <a:srgbClr val="000000"/>
              </a:solidFill>
              <a:round/>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200">
                <a:solidFill>
                  <a:schemeClr val="tx1"/>
                </a:solidFill>
                <a:latin typeface="+mn-lt"/>
                <a:ea typeface="宋体" panose="02010600030101010101" pitchFamily="2" charset="-122"/>
              </a:endParaRPr>
            </a:p>
          </p:txBody>
        </p:sp>
        <p:sp>
          <p:nvSpPr>
            <p:cNvPr id="96" name="Line 257"/>
            <p:cNvSpPr>
              <a:spLocks noChangeShapeType="1"/>
            </p:cNvSpPr>
            <p:nvPr/>
          </p:nvSpPr>
          <p:spPr bwMode="auto">
            <a:xfrm>
              <a:off x="6310313" y="2120900"/>
              <a:ext cx="55562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97" name="Oval 258"/>
            <p:cNvSpPr>
              <a:spLocks noChangeArrowheads="1"/>
            </p:cNvSpPr>
            <p:nvPr/>
          </p:nvSpPr>
          <p:spPr bwMode="auto">
            <a:xfrm>
              <a:off x="7643813" y="2020888"/>
              <a:ext cx="222250" cy="219075"/>
            </a:xfrm>
            <a:prstGeom prst="ellipse">
              <a:avLst/>
            </a:prstGeom>
            <a:solidFill>
              <a:srgbClr val="FFCCFF"/>
            </a:solidFill>
            <a:ln w="9525">
              <a:solidFill>
                <a:srgbClr val="000000"/>
              </a:solidFill>
              <a:round/>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200">
                <a:solidFill>
                  <a:schemeClr val="tx1"/>
                </a:solidFill>
                <a:latin typeface="+mn-lt"/>
                <a:ea typeface="宋体" panose="02010600030101010101" pitchFamily="2" charset="-122"/>
              </a:endParaRPr>
            </a:p>
          </p:txBody>
        </p:sp>
        <p:sp>
          <p:nvSpPr>
            <p:cNvPr id="98" name="Line 259"/>
            <p:cNvSpPr>
              <a:spLocks noChangeShapeType="1"/>
            </p:cNvSpPr>
            <p:nvPr/>
          </p:nvSpPr>
          <p:spPr bwMode="auto">
            <a:xfrm>
              <a:off x="7088188" y="2120900"/>
              <a:ext cx="555625" cy="0"/>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99" name="Line 260"/>
            <p:cNvSpPr>
              <a:spLocks noChangeShapeType="1"/>
            </p:cNvSpPr>
            <p:nvPr/>
          </p:nvSpPr>
          <p:spPr bwMode="auto">
            <a:xfrm>
              <a:off x="4133850" y="2114550"/>
              <a:ext cx="117633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100" name="Text Box 261"/>
            <p:cNvSpPr txBox="1">
              <a:spLocks noChangeArrowheads="1"/>
            </p:cNvSpPr>
            <p:nvPr/>
          </p:nvSpPr>
          <p:spPr bwMode="auto">
            <a:xfrm>
              <a:off x="1292225" y="2427288"/>
              <a:ext cx="846138"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algn="just" eaLnBrk="1" hangingPunct="1">
                <a:lnSpc>
                  <a:spcPct val="100000"/>
                </a:lnSpc>
                <a:spcBef>
                  <a:spcPct val="0"/>
                </a:spcBef>
                <a:buClrTx/>
                <a:buFontTx/>
                <a:buNone/>
              </a:pPr>
              <a:r>
                <a:rPr lang="en-US" altLang="zh-CN" sz="1200">
                  <a:solidFill>
                    <a:srgbClr val="0000CC"/>
                  </a:solidFill>
                  <a:latin typeface="+mn-lt"/>
                  <a:ea typeface="宋体" panose="02010600030101010101" pitchFamily="2" charset="-122"/>
                </a:rPr>
                <a:t>PE220</a:t>
              </a:r>
            </a:p>
          </p:txBody>
        </p:sp>
        <p:sp>
          <p:nvSpPr>
            <p:cNvPr id="101" name="Oval 262"/>
            <p:cNvSpPr>
              <a:spLocks noChangeArrowheads="1"/>
            </p:cNvSpPr>
            <p:nvPr/>
          </p:nvSpPr>
          <p:spPr bwMode="auto">
            <a:xfrm>
              <a:off x="2362200" y="2473325"/>
              <a:ext cx="222250" cy="217488"/>
            </a:xfrm>
            <a:prstGeom prst="ellipse">
              <a:avLst/>
            </a:prstGeom>
            <a:solidFill>
              <a:srgbClr val="FFCCFF"/>
            </a:solidFill>
            <a:ln w="9525">
              <a:solidFill>
                <a:srgbClr val="000000"/>
              </a:solidFill>
              <a:round/>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200">
                <a:solidFill>
                  <a:schemeClr val="tx1"/>
                </a:solidFill>
                <a:latin typeface="+mn-lt"/>
                <a:ea typeface="宋体" panose="02010600030101010101" pitchFamily="2" charset="-122"/>
              </a:endParaRPr>
            </a:p>
          </p:txBody>
        </p:sp>
        <p:sp>
          <p:nvSpPr>
            <p:cNvPr id="102" name="Line 263"/>
            <p:cNvSpPr>
              <a:spLocks noChangeShapeType="1"/>
            </p:cNvSpPr>
            <p:nvPr/>
          </p:nvSpPr>
          <p:spPr bwMode="auto">
            <a:xfrm>
              <a:off x="2006600" y="2581275"/>
              <a:ext cx="355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103" name="Oval 264"/>
            <p:cNvSpPr>
              <a:spLocks noChangeArrowheads="1"/>
            </p:cNvSpPr>
            <p:nvPr/>
          </p:nvSpPr>
          <p:spPr bwMode="auto">
            <a:xfrm>
              <a:off x="3140075" y="2473325"/>
              <a:ext cx="220663" cy="217488"/>
            </a:xfrm>
            <a:prstGeom prst="ellipse">
              <a:avLst/>
            </a:prstGeom>
            <a:solidFill>
              <a:srgbClr val="FFCCFF"/>
            </a:solidFill>
            <a:ln w="9525">
              <a:solidFill>
                <a:srgbClr val="000000"/>
              </a:solidFill>
              <a:round/>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200">
                <a:solidFill>
                  <a:schemeClr val="tx1"/>
                </a:solidFill>
                <a:latin typeface="+mn-lt"/>
                <a:ea typeface="宋体" panose="02010600030101010101" pitchFamily="2" charset="-122"/>
              </a:endParaRPr>
            </a:p>
          </p:txBody>
        </p:sp>
        <p:sp>
          <p:nvSpPr>
            <p:cNvPr id="104" name="Line 265"/>
            <p:cNvSpPr>
              <a:spLocks noChangeShapeType="1"/>
            </p:cNvSpPr>
            <p:nvPr/>
          </p:nvSpPr>
          <p:spPr bwMode="auto">
            <a:xfrm>
              <a:off x="2584450" y="2581275"/>
              <a:ext cx="55562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105" name="Oval 266"/>
            <p:cNvSpPr>
              <a:spLocks noChangeArrowheads="1"/>
            </p:cNvSpPr>
            <p:nvPr/>
          </p:nvSpPr>
          <p:spPr bwMode="auto">
            <a:xfrm>
              <a:off x="3916363" y="2479675"/>
              <a:ext cx="222250" cy="219075"/>
            </a:xfrm>
            <a:prstGeom prst="ellipse">
              <a:avLst/>
            </a:prstGeom>
            <a:solidFill>
              <a:srgbClr val="FFCCFF"/>
            </a:solidFill>
            <a:ln w="9525">
              <a:solidFill>
                <a:srgbClr val="000000"/>
              </a:solidFill>
              <a:round/>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200">
                <a:solidFill>
                  <a:schemeClr val="tx1"/>
                </a:solidFill>
                <a:latin typeface="+mn-lt"/>
                <a:ea typeface="宋体" panose="02010600030101010101" pitchFamily="2" charset="-122"/>
              </a:endParaRPr>
            </a:p>
          </p:txBody>
        </p:sp>
        <p:sp>
          <p:nvSpPr>
            <p:cNvPr id="106" name="Line 267"/>
            <p:cNvSpPr>
              <a:spLocks noChangeShapeType="1"/>
            </p:cNvSpPr>
            <p:nvPr/>
          </p:nvSpPr>
          <p:spPr bwMode="auto">
            <a:xfrm>
              <a:off x="3360738" y="2581275"/>
              <a:ext cx="55562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107" name="Oval 268"/>
            <p:cNvSpPr>
              <a:spLocks noChangeArrowheads="1"/>
            </p:cNvSpPr>
            <p:nvPr/>
          </p:nvSpPr>
          <p:spPr bwMode="auto">
            <a:xfrm>
              <a:off x="5316538" y="2479675"/>
              <a:ext cx="222250" cy="219075"/>
            </a:xfrm>
            <a:prstGeom prst="ellipse">
              <a:avLst/>
            </a:prstGeom>
            <a:solidFill>
              <a:srgbClr val="FFCCFF"/>
            </a:solidFill>
            <a:ln w="9525">
              <a:solidFill>
                <a:srgbClr val="000000"/>
              </a:solidFill>
              <a:round/>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200">
                <a:solidFill>
                  <a:schemeClr val="tx1"/>
                </a:solidFill>
                <a:latin typeface="+mn-lt"/>
                <a:ea typeface="宋体" panose="02010600030101010101" pitchFamily="2" charset="-122"/>
              </a:endParaRPr>
            </a:p>
          </p:txBody>
        </p:sp>
        <p:sp>
          <p:nvSpPr>
            <p:cNvPr id="108" name="Oval 269"/>
            <p:cNvSpPr>
              <a:spLocks noChangeArrowheads="1"/>
            </p:cNvSpPr>
            <p:nvPr/>
          </p:nvSpPr>
          <p:spPr bwMode="auto">
            <a:xfrm>
              <a:off x="6094413" y="2479675"/>
              <a:ext cx="220662" cy="219075"/>
            </a:xfrm>
            <a:prstGeom prst="ellipse">
              <a:avLst/>
            </a:prstGeom>
            <a:solidFill>
              <a:srgbClr val="FFCCFF"/>
            </a:solidFill>
            <a:ln w="9525">
              <a:solidFill>
                <a:srgbClr val="000000"/>
              </a:solidFill>
              <a:round/>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200">
                <a:solidFill>
                  <a:schemeClr val="tx1"/>
                </a:solidFill>
                <a:latin typeface="+mn-lt"/>
                <a:ea typeface="宋体" panose="02010600030101010101" pitchFamily="2" charset="-122"/>
              </a:endParaRPr>
            </a:p>
          </p:txBody>
        </p:sp>
        <p:sp>
          <p:nvSpPr>
            <p:cNvPr id="109" name="Line 270"/>
            <p:cNvSpPr>
              <a:spLocks noChangeShapeType="1"/>
            </p:cNvSpPr>
            <p:nvPr/>
          </p:nvSpPr>
          <p:spPr bwMode="auto">
            <a:xfrm>
              <a:off x="5538788" y="2587625"/>
              <a:ext cx="55562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110" name="Oval 271"/>
            <p:cNvSpPr>
              <a:spLocks noChangeArrowheads="1"/>
            </p:cNvSpPr>
            <p:nvPr/>
          </p:nvSpPr>
          <p:spPr bwMode="auto">
            <a:xfrm>
              <a:off x="6870700" y="2487613"/>
              <a:ext cx="222250" cy="219075"/>
            </a:xfrm>
            <a:prstGeom prst="ellipse">
              <a:avLst/>
            </a:prstGeom>
            <a:solidFill>
              <a:srgbClr val="FFCCFF"/>
            </a:solidFill>
            <a:ln w="9525">
              <a:solidFill>
                <a:srgbClr val="000000"/>
              </a:solidFill>
              <a:round/>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200">
                <a:solidFill>
                  <a:schemeClr val="tx1"/>
                </a:solidFill>
                <a:latin typeface="+mn-lt"/>
                <a:ea typeface="宋体" panose="02010600030101010101" pitchFamily="2" charset="-122"/>
              </a:endParaRPr>
            </a:p>
          </p:txBody>
        </p:sp>
        <p:sp>
          <p:nvSpPr>
            <p:cNvPr id="111" name="Line 272"/>
            <p:cNvSpPr>
              <a:spLocks noChangeShapeType="1"/>
            </p:cNvSpPr>
            <p:nvPr/>
          </p:nvSpPr>
          <p:spPr bwMode="auto">
            <a:xfrm>
              <a:off x="6315075" y="2587625"/>
              <a:ext cx="55562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112" name="Oval 273"/>
            <p:cNvSpPr>
              <a:spLocks noChangeArrowheads="1"/>
            </p:cNvSpPr>
            <p:nvPr/>
          </p:nvSpPr>
          <p:spPr bwMode="auto">
            <a:xfrm>
              <a:off x="7648575" y="2487613"/>
              <a:ext cx="222250" cy="219075"/>
            </a:xfrm>
            <a:prstGeom prst="ellipse">
              <a:avLst/>
            </a:prstGeom>
            <a:solidFill>
              <a:srgbClr val="99FF99"/>
            </a:solidFill>
            <a:ln w="9525">
              <a:solidFill>
                <a:srgbClr val="000000"/>
              </a:solidFill>
              <a:round/>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200">
                <a:solidFill>
                  <a:schemeClr val="tx1"/>
                </a:solidFill>
                <a:latin typeface="+mn-lt"/>
                <a:ea typeface="宋体" panose="02010600030101010101" pitchFamily="2" charset="-122"/>
              </a:endParaRPr>
            </a:p>
          </p:txBody>
        </p:sp>
        <p:sp>
          <p:nvSpPr>
            <p:cNvPr id="113" name="Line 274"/>
            <p:cNvSpPr>
              <a:spLocks noChangeShapeType="1"/>
            </p:cNvSpPr>
            <p:nvPr/>
          </p:nvSpPr>
          <p:spPr bwMode="auto">
            <a:xfrm>
              <a:off x="7092950" y="2587625"/>
              <a:ext cx="55562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114" name="Line 275"/>
            <p:cNvSpPr>
              <a:spLocks noChangeShapeType="1"/>
            </p:cNvSpPr>
            <p:nvPr/>
          </p:nvSpPr>
          <p:spPr bwMode="auto">
            <a:xfrm>
              <a:off x="4138613" y="2581275"/>
              <a:ext cx="117792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115" name="Text Box 276"/>
            <p:cNvSpPr txBox="1">
              <a:spLocks noChangeArrowheads="1"/>
            </p:cNvSpPr>
            <p:nvPr/>
          </p:nvSpPr>
          <p:spPr bwMode="auto">
            <a:xfrm>
              <a:off x="1303338" y="2919413"/>
              <a:ext cx="842962" cy="40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algn="just" eaLnBrk="1" hangingPunct="1">
                <a:lnSpc>
                  <a:spcPct val="100000"/>
                </a:lnSpc>
                <a:spcBef>
                  <a:spcPct val="0"/>
                </a:spcBef>
                <a:buClrTx/>
                <a:buFontTx/>
                <a:buNone/>
              </a:pPr>
              <a:r>
                <a:rPr lang="en-US" altLang="zh-CN" sz="1200">
                  <a:solidFill>
                    <a:srgbClr val="0000CC"/>
                  </a:solidFill>
                  <a:latin typeface="+mn-lt"/>
                  <a:ea typeface="宋体" panose="02010600030101010101" pitchFamily="2" charset="-122"/>
                </a:rPr>
                <a:t>PE219</a:t>
              </a:r>
            </a:p>
          </p:txBody>
        </p:sp>
        <p:sp>
          <p:nvSpPr>
            <p:cNvPr id="116" name="Oval 277"/>
            <p:cNvSpPr>
              <a:spLocks noChangeArrowheads="1"/>
            </p:cNvSpPr>
            <p:nvPr/>
          </p:nvSpPr>
          <p:spPr bwMode="auto">
            <a:xfrm>
              <a:off x="2370138" y="2963863"/>
              <a:ext cx="222250" cy="219075"/>
            </a:xfrm>
            <a:prstGeom prst="ellipse">
              <a:avLst/>
            </a:prstGeom>
            <a:solidFill>
              <a:srgbClr val="FFCCFF"/>
            </a:solidFill>
            <a:ln w="9525">
              <a:solidFill>
                <a:srgbClr val="000000"/>
              </a:solidFill>
              <a:round/>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200">
                <a:solidFill>
                  <a:schemeClr val="tx1"/>
                </a:solidFill>
                <a:latin typeface="+mn-lt"/>
                <a:ea typeface="宋体" panose="02010600030101010101" pitchFamily="2" charset="-122"/>
              </a:endParaRPr>
            </a:p>
          </p:txBody>
        </p:sp>
        <p:sp>
          <p:nvSpPr>
            <p:cNvPr id="117" name="Line 278"/>
            <p:cNvSpPr>
              <a:spLocks noChangeShapeType="1"/>
            </p:cNvSpPr>
            <p:nvPr/>
          </p:nvSpPr>
          <p:spPr bwMode="auto">
            <a:xfrm>
              <a:off x="2014538" y="3071813"/>
              <a:ext cx="355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118" name="Oval 279"/>
            <p:cNvSpPr>
              <a:spLocks noChangeArrowheads="1"/>
            </p:cNvSpPr>
            <p:nvPr/>
          </p:nvSpPr>
          <p:spPr bwMode="auto">
            <a:xfrm>
              <a:off x="3148013" y="2963863"/>
              <a:ext cx="220662" cy="219075"/>
            </a:xfrm>
            <a:prstGeom prst="ellipse">
              <a:avLst/>
            </a:prstGeom>
            <a:solidFill>
              <a:srgbClr val="FFCCFF"/>
            </a:solidFill>
            <a:ln w="9525">
              <a:solidFill>
                <a:srgbClr val="000000"/>
              </a:solidFill>
              <a:round/>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200">
                <a:solidFill>
                  <a:schemeClr val="tx1"/>
                </a:solidFill>
                <a:latin typeface="+mn-lt"/>
                <a:ea typeface="宋体" panose="02010600030101010101" pitchFamily="2" charset="-122"/>
              </a:endParaRPr>
            </a:p>
          </p:txBody>
        </p:sp>
        <p:sp>
          <p:nvSpPr>
            <p:cNvPr id="119" name="Line 280"/>
            <p:cNvSpPr>
              <a:spLocks noChangeShapeType="1"/>
            </p:cNvSpPr>
            <p:nvPr/>
          </p:nvSpPr>
          <p:spPr bwMode="auto">
            <a:xfrm>
              <a:off x="2592388" y="3071813"/>
              <a:ext cx="55562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120" name="Oval 281"/>
            <p:cNvSpPr>
              <a:spLocks noChangeArrowheads="1"/>
            </p:cNvSpPr>
            <p:nvPr/>
          </p:nvSpPr>
          <p:spPr bwMode="auto">
            <a:xfrm>
              <a:off x="3924300" y="2971800"/>
              <a:ext cx="222250" cy="215900"/>
            </a:xfrm>
            <a:prstGeom prst="ellipse">
              <a:avLst/>
            </a:prstGeom>
            <a:solidFill>
              <a:srgbClr val="FFCCFF"/>
            </a:solidFill>
            <a:ln w="9525">
              <a:solidFill>
                <a:srgbClr val="000000"/>
              </a:solidFill>
              <a:round/>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200">
                <a:solidFill>
                  <a:schemeClr val="tx1"/>
                </a:solidFill>
                <a:latin typeface="+mn-lt"/>
                <a:ea typeface="宋体" panose="02010600030101010101" pitchFamily="2" charset="-122"/>
              </a:endParaRPr>
            </a:p>
          </p:txBody>
        </p:sp>
        <p:sp>
          <p:nvSpPr>
            <p:cNvPr id="121" name="Line 282"/>
            <p:cNvSpPr>
              <a:spLocks noChangeShapeType="1"/>
            </p:cNvSpPr>
            <p:nvPr/>
          </p:nvSpPr>
          <p:spPr bwMode="auto">
            <a:xfrm>
              <a:off x="3368675" y="3071813"/>
              <a:ext cx="55562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122" name="Oval 283"/>
            <p:cNvSpPr>
              <a:spLocks noChangeArrowheads="1"/>
            </p:cNvSpPr>
            <p:nvPr/>
          </p:nvSpPr>
          <p:spPr bwMode="auto">
            <a:xfrm>
              <a:off x="5326063" y="2971800"/>
              <a:ext cx="222250" cy="215900"/>
            </a:xfrm>
            <a:prstGeom prst="ellipse">
              <a:avLst/>
            </a:prstGeom>
            <a:solidFill>
              <a:srgbClr val="FFCCFF"/>
            </a:solidFill>
            <a:ln w="9525">
              <a:solidFill>
                <a:srgbClr val="000000"/>
              </a:solidFill>
              <a:round/>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200">
                <a:solidFill>
                  <a:schemeClr val="tx1"/>
                </a:solidFill>
                <a:latin typeface="+mn-lt"/>
                <a:ea typeface="宋体" panose="02010600030101010101" pitchFamily="2" charset="-122"/>
              </a:endParaRPr>
            </a:p>
          </p:txBody>
        </p:sp>
        <p:sp>
          <p:nvSpPr>
            <p:cNvPr id="123" name="Oval 284"/>
            <p:cNvSpPr>
              <a:spLocks noChangeArrowheads="1"/>
            </p:cNvSpPr>
            <p:nvPr/>
          </p:nvSpPr>
          <p:spPr bwMode="auto">
            <a:xfrm>
              <a:off x="6103938" y="2971800"/>
              <a:ext cx="222250" cy="215900"/>
            </a:xfrm>
            <a:prstGeom prst="ellipse">
              <a:avLst/>
            </a:prstGeom>
            <a:solidFill>
              <a:srgbClr val="FFCCFF"/>
            </a:solidFill>
            <a:ln w="9525">
              <a:solidFill>
                <a:srgbClr val="000000"/>
              </a:solidFill>
              <a:round/>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200">
                <a:solidFill>
                  <a:schemeClr val="tx1"/>
                </a:solidFill>
                <a:latin typeface="+mn-lt"/>
                <a:ea typeface="宋体" panose="02010600030101010101" pitchFamily="2" charset="-122"/>
              </a:endParaRPr>
            </a:p>
          </p:txBody>
        </p:sp>
        <p:sp>
          <p:nvSpPr>
            <p:cNvPr id="124" name="Line 285"/>
            <p:cNvSpPr>
              <a:spLocks noChangeShapeType="1"/>
            </p:cNvSpPr>
            <p:nvPr/>
          </p:nvSpPr>
          <p:spPr bwMode="auto">
            <a:xfrm>
              <a:off x="5548313" y="3079750"/>
              <a:ext cx="55562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125" name="Oval 286"/>
            <p:cNvSpPr>
              <a:spLocks noChangeArrowheads="1"/>
            </p:cNvSpPr>
            <p:nvPr/>
          </p:nvSpPr>
          <p:spPr bwMode="auto">
            <a:xfrm>
              <a:off x="6881813" y="2976563"/>
              <a:ext cx="222250" cy="219075"/>
            </a:xfrm>
            <a:prstGeom prst="ellipse">
              <a:avLst/>
            </a:prstGeom>
            <a:solidFill>
              <a:srgbClr val="FFCCFF"/>
            </a:solidFill>
            <a:ln w="9525">
              <a:solidFill>
                <a:srgbClr val="000000"/>
              </a:solidFill>
              <a:round/>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200">
                <a:solidFill>
                  <a:schemeClr val="tx1"/>
                </a:solidFill>
                <a:latin typeface="+mn-lt"/>
                <a:ea typeface="宋体" panose="02010600030101010101" pitchFamily="2" charset="-122"/>
              </a:endParaRPr>
            </a:p>
          </p:txBody>
        </p:sp>
        <p:sp>
          <p:nvSpPr>
            <p:cNvPr id="126" name="Line 287"/>
            <p:cNvSpPr>
              <a:spLocks noChangeShapeType="1"/>
            </p:cNvSpPr>
            <p:nvPr/>
          </p:nvSpPr>
          <p:spPr bwMode="auto">
            <a:xfrm>
              <a:off x="6326188" y="3079750"/>
              <a:ext cx="55562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127" name="Oval 288"/>
            <p:cNvSpPr>
              <a:spLocks noChangeArrowheads="1"/>
            </p:cNvSpPr>
            <p:nvPr/>
          </p:nvSpPr>
          <p:spPr bwMode="auto">
            <a:xfrm>
              <a:off x="7659688" y="2976563"/>
              <a:ext cx="222250" cy="219075"/>
            </a:xfrm>
            <a:prstGeom prst="ellipse">
              <a:avLst/>
            </a:prstGeom>
            <a:solidFill>
              <a:srgbClr val="FFCCFF"/>
            </a:solidFill>
            <a:ln w="9525">
              <a:solidFill>
                <a:srgbClr val="000000"/>
              </a:solidFill>
              <a:round/>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200">
                <a:solidFill>
                  <a:schemeClr val="tx1"/>
                </a:solidFill>
                <a:latin typeface="+mn-lt"/>
                <a:ea typeface="宋体" panose="02010600030101010101" pitchFamily="2" charset="-122"/>
              </a:endParaRPr>
            </a:p>
          </p:txBody>
        </p:sp>
        <p:sp>
          <p:nvSpPr>
            <p:cNvPr id="128" name="Line 289"/>
            <p:cNvSpPr>
              <a:spLocks noChangeShapeType="1"/>
            </p:cNvSpPr>
            <p:nvPr/>
          </p:nvSpPr>
          <p:spPr bwMode="auto">
            <a:xfrm>
              <a:off x="7104063" y="3079750"/>
              <a:ext cx="555625" cy="0"/>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129" name="Line 290"/>
            <p:cNvSpPr>
              <a:spLocks noChangeShapeType="1"/>
            </p:cNvSpPr>
            <p:nvPr/>
          </p:nvSpPr>
          <p:spPr bwMode="auto">
            <a:xfrm>
              <a:off x="4146550" y="3071813"/>
              <a:ext cx="117951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130" name="Text Box 291"/>
            <p:cNvSpPr txBox="1">
              <a:spLocks noChangeArrowheads="1"/>
            </p:cNvSpPr>
            <p:nvPr/>
          </p:nvSpPr>
          <p:spPr bwMode="auto">
            <a:xfrm>
              <a:off x="1301750" y="3887788"/>
              <a:ext cx="846138" cy="404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algn="just" eaLnBrk="1" hangingPunct="1">
                <a:lnSpc>
                  <a:spcPct val="100000"/>
                </a:lnSpc>
                <a:spcBef>
                  <a:spcPct val="0"/>
                </a:spcBef>
                <a:buClrTx/>
                <a:buFontTx/>
                <a:buNone/>
              </a:pPr>
              <a:r>
                <a:rPr lang="en-US" altLang="zh-CN" sz="1200">
                  <a:solidFill>
                    <a:srgbClr val="0000CC"/>
                  </a:solidFill>
                  <a:latin typeface="+mn-lt"/>
                  <a:ea typeface="宋体" panose="02010600030101010101" pitchFamily="2" charset="-122"/>
                </a:rPr>
                <a:t>PE001</a:t>
              </a:r>
            </a:p>
          </p:txBody>
        </p:sp>
        <p:sp>
          <p:nvSpPr>
            <p:cNvPr id="131" name="Oval 292"/>
            <p:cNvSpPr>
              <a:spLocks noChangeArrowheads="1"/>
            </p:cNvSpPr>
            <p:nvPr/>
          </p:nvSpPr>
          <p:spPr bwMode="auto">
            <a:xfrm>
              <a:off x="2355850" y="3935413"/>
              <a:ext cx="222250" cy="219075"/>
            </a:xfrm>
            <a:prstGeom prst="ellipse">
              <a:avLst/>
            </a:prstGeom>
            <a:solidFill>
              <a:srgbClr val="FFCCFF"/>
            </a:solidFill>
            <a:ln w="9525">
              <a:solidFill>
                <a:srgbClr val="000000"/>
              </a:solidFill>
              <a:round/>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200">
                <a:solidFill>
                  <a:schemeClr val="tx1"/>
                </a:solidFill>
                <a:latin typeface="+mn-lt"/>
                <a:ea typeface="宋体" panose="02010600030101010101" pitchFamily="2" charset="-122"/>
              </a:endParaRPr>
            </a:p>
          </p:txBody>
        </p:sp>
        <p:sp>
          <p:nvSpPr>
            <p:cNvPr id="132" name="Line 293"/>
            <p:cNvSpPr>
              <a:spLocks noChangeShapeType="1"/>
            </p:cNvSpPr>
            <p:nvPr/>
          </p:nvSpPr>
          <p:spPr bwMode="auto">
            <a:xfrm>
              <a:off x="2001838" y="4043363"/>
              <a:ext cx="35401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133" name="Oval 294"/>
            <p:cNvSpPr>
              <a:spLocks noChangeArrowheads="1"/>
            </p:cNvSpPr>
            <p:nvPr/>
          </p:nvSpPr>
          <p:spPr bwMode="auto">
            <a:xfrm>
              <a:off x="3133725" y="3935413"/>
              <a:ext cx="222250" cy="219075"/>
            </a:xfrm>
            <a:prstGeom prst="ellipse">
              <a:avLst/>
            </a:prstGeom>
            <a:solidFill>
              <a:srgbClr val="99FF99"/>
            </a:solidFill>
            <a:ln w="9525">
              <a:solidFill>
                <a:srgbClr val="000000"/>
              </a:solidFill>
              <a:round/>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200">
                <a:solidFill>
                  <a:schemeClr val="tx1"/>
                </a:solidFill>
                <a:latin typeface="+mn-lt"/>
                <a:ea typeface="宋体" panose="02010600030101010101" pitchFamily="2" charset="-122"/>
              </a:endParaRPr>
            </a:p>
          </p:txBody>
        </p:sp>
        <p:sp>
          <p:nvSpPr>
            <p:cNvPr id="134" name="Line 295"/>
            <p:cNvSpPr>
              <a:spLocks noChangeShapeType="1"/>
            </p:cNvSpPr>
            <p:nvPr/>
          </p:nvSpPr>
          <p:spPr bwMode="auto">
            <a:xfrm>
              <a:off x="2578100" y="4043363"/>
              <a:ext cx="55562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135" name="Oval 296"/>
            <p:cNvSpPr>
              <a:spLocks noChangeArrowheads="1"/>
            </p:cNvSpPr>
            <p:nvPr/>
          </p:nvSpPr>
          <p:spPr bwMode="auto">
            <a:xfrm>
              <a:off x="3911600" y="3943350"/>
              <a:ext cx="222250" cy="217488"/>
            </a:xfrm>
            <a:prstGeom prst="ellipse">
              <a:avLst/>
            </a:prstGeom>
            <a:solidFill>
              <a:srgbClr val="FFCCFF"/>
            </a:solidFill>
            <a:ln w="9525">
              <a:solidFill>
                <a:srgbClr val="000000"/>
              </a:solidFill>
              <a:round/>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200">
                <a:solidFill>
                  <a:schemeClr val="tx1"/>
                </a:solidFill>
                <a:latin typeface="+mn-lt"/>
                <a:ea typeface="宋体" panose="02010600030101010101" pitchFamily="2" charset="-122"/>
              </a:endParaRPr>
            </a:p>
          </p:txBody>
        </p:sp>
        <p:sp>
          <p:nvSpPr>
            <p:cNvPr id="136" name="Line 297"/>
            <p:cNvSpPr>
              <a:spLocks noChangeShapeType="1"/>
            </p:cNvSpPr>
            <p:nvPr/>
          </p:nvSpPr>
          <p:spPr bwMode="auto">
            <a:xfrm>
              <a:off x="3355975" y="4043363"/>
              <a:ext cx="555625" cy="0"/>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137" name="Oval 298"/>
            <p:cNvSpPr>
              <a:spLocks noChangeArrowheads="1"/>
            </p:cNvSpPr>
            <p:nvPr/>
          </p:nvSpPr>
          <p:spPr bwMode="auto">
            <a:xfrm>
              <a:off x="5310188" y="3943350"/>
              <a:ext cx="222250" cy="217488"/>
            </a:xfrm>
            <a:prstGeom prst="ellipse">
              <a:avLst/>
            </a:prstGeom>
            <a:solidFill>
              <a:srgbClr val="FFCCFF"/>
            </a:solidFill>
            <a:ln w="9525">
              <a:solidFill>
                <a:srgbClr val="000000"/>
              </a:solidFill>
              <a:round/>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200">
                <a:solidFill>
                  <a:schemeClr val="tx1"/>
                </a:solidFill>
                <a:latin typeface="+mn-lt"/>
                <a:ea typeface="宋体" panose="02010600030101010101" pitchFamily="2" charset="-122"/>
              </a:endParaRPr>
            </a:p>
          </p:txBody>
        </p:sp>
        <p:sp>
          <p:nvSpPr>
            <p:cNvPr id="138" name="Oval 299"/>
            <p:cNvSpPr>
              <a:spLocks noChangeArrowheads="1"/>
            </p:cNvSpPr>
            <p:nvPr/>
          </p:nvSpPr>
          <p:spPr bwMode="auto">
            <a:xfrm>
              <a:off x="6088063" y="3943350"/>
              <a:ext cx="222250" cy="217488"/>
            </a:xfrm>
            <a:prstGeom prst="ellipse">
              <a:avLst/>
            </a:prstGeom>
            <a:solidFill>
              <a:srgbClr val="FFCCFF"/>
            </a:solidFill>
            <a:ln w="9525">
              <a:solidFill>
                <a:srgbClr val="000000"/>
              </a:solidFill>
              <a:round/>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200">
                <a:solidFill>
                  <a:schemeClr val="tx1"/>
                </a:solidFill>
                <a:latin typeface="+mn-lt"/>
                <a:ea typeface="宋体" panose="02010600030101010101" pitchFamily="2" charset="-122"/>
              </a:endParaRPr>
            </a:p>
          </p:txBody>
        </p:sp>
        <p:sp>
          <p:nvSpPr>
            <p:cNvPr id="139" name="Line 300"/>
            <p:cNvSpPr>
              <a:spLocks noChangeShapeType="1"/>
            </p:cNvSpPr>
            <p:nvPr/>
          </p:nvSpPr>
          <p:spPr bwMode="auto">
            <a:xfrm>
              <a:off x="5532438" y="4051300"/>
              <a:ext cx="555625" cy="0"/>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140" name="Oval 301"/>
            <p:cNvSpPr>
              <a:spLocks noChangeArrowheads="1"/>
            </p:cNvSpPr>
            <p:nvPr/>
          </p:nvSpPr>
          <p:spPr bwMode="auto">
            <a:xfrm>
              <a:off x="6865938" y="3951288"/>
              <a:ext cx="222250" cy="214312"/>
            </a:xfrm>
            <a:prstGeom prst="ellipse">
              <a:avLst/>
            </a:prstGeom>
            <a:solidFill>
              <a:srgbClr val="FFCCFF"/>
            </a:solidFill>
            <a:ln w="9525">
              <a:solidFill>
                <a:srgbClr val="000000"/>
              </a:solidFill>
              <a:round/>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200">
                <a:solidFill>
                  <a:schemeClr val="tx1"/>
                </a:solidFill>
                <a:latin typeface="+mn-lt"/>
                <a:ea typeface="宋体" panose="02010600030101010101" pitchFamily="2" charset="-122"/>
              </a:endParaRPr>
            </a:p>
          </p:txBody>
        </p:sp>
        <p:sp>
          <p:nvSpPr>
            <p:cNvPr id="141" name="Line 302"/>
            <p:cNvSpPr>
              <a:spLocks noChangeShapeType="1"/>
            </p:cNvSpPr>
            <p:nvPr/>
          </p:nvSpPr>
          <p:spPr bwMode="auto">
            <a:xfrm>
              <a:off x="6310313" y="4051300"/>
              <a:ext cx="555625" cy="0"/>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142" name="Oval 303"/>
            <p:cNvSpPr>
              <a:spLocks noChangeArrowheads="1"/>
            </p:cNvSpPr>
            <p:nvPr/>
          </p:nvSpPr>
          <p:spPr bwMode="auto">
            <a:xfrm>
              <a:off x="7653338" y="3951288"/>
              <a:ext cx="222250" cy="214312"/>
            </a:xfrm>
            <a:prstGeom prst="ellipse">
              <a:avLst/>
            </a:prstGeom>
            <a:solidFill>
              <a:srgbClr val="FFCCFF"/>
            </a:solidFill>
            <a:ln w="9525">
              <a:solidFill>
                <a:srgbClr val="000000"/>
              </a:solidFill>
              <a:round/>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200">
                <a:solidFill>
                  <a:schemeClr val="tx1"/>
                </a:solidFill>
                <a:latin typeface="+mn-lt"/>
                <a:ea typeface="宋体" panose="02010600030101010101" pitchFamily="2" charset="-122"/>
              </a:endParaRPr>
            </a:p>
          </p:txBody>
        </p:sp>
        <p:sp>
          <p:nvSpPr>
            <p:cNvPr id="143" name="Line 304"/>
            <p:cNvSpPr>
              <a:spLocks noChangeShapeType="1"/>
            </p:cNvSpPr>
            <p:nvPr/>
          </p:nvSpPr>
          <p:spPr bwMode="auto">
            <a:xfrm>
              <a:off x="7088188" y="4051300"/>
              <a:ext cx="555625" cy="0"/>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144" name="Line 305"/>
            <p:cNvSpPr>
              <a:spLocks noChangeShapeType="1"/>
            </p:cNvSpPr>
            <p:nvPr/>
          </p:nvSpPr>
          <p:spPr bwMode="auto">
            <a:xfrm>
              <a:off x="4133850" y="4043363"/>
              <a:ext cx="1176338" cy="0"/>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145" name="Text Box 306"/>
            <p:cNvSpPr txBox="1">
              <a:spLocks noChangeArrowheads="1"/>
            </p:cNvSpPr>
            <p:nvPr/>
          </p:nvSpPr>
          <p:spPr bwMode="auto">
            <a:xfrm>
              <a:off x="1292225" y="4370388"/>
              <a:ext cx="846138" cy="404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algn="just" eaLnBrk="1" hangingPunct="1">
                <a:lnSpc>
                  <a:spcPct val="100000"/>
                </a:lnSpc>
                <a:spcBef>
                  <a:spcPct val="0"/>
                </a:spcBef>
                <a:buClrTx/>
                <a:buFontTx/>
                <a:buNone/>
              </a:pPr>
              <a:r>
                <a:rPr lang="en-US" altLang="zh-CN" sz="1200">
                  <a:solidFill>
                    <a:srgbClr val="0000CC"/>
                  </a:solidFill>
                  <a:latin typeface="+mn-lt"/>
                  <a:ea typeface="宋体" panose="02010600030101010101" pitchFamily="2" charset="-122"/>
                </a:rPr>
                <a:t>CP002</a:t>
              </a:r>
            </a:p>
          </p:txBody>
        </p:sp>
        <p:sp>
          <p:nvSpPr>
            <p:cNvPr id="146" name="Oval 307"/>
            <p:cNvSpPr>
              <a:spLocks noChangeArrowheads="1"/>
            </p:cNvSpPr>
            <p:nvPr/>
          </p:nvSpPr>
          <p:spPr bwMode="auto">
            <a:xfrm>
              <a:off x="2362200" y="4402138"/>
              <a:ext cx="222250" cy="217487"/>
            </a:xfrm>
            <a:prstGeom prst="ellipse">
              <a:avLst/>
            </a:prstGeom>
            <a:solidFill>
              <a:srgbClr val="99FF99"/>
            </a:solidFill>
            <a:ln w="9525">
              <a:solidFill>
                <a:srgbClr val="000000"/>
              </a:solidFill>
              <a:round/>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200">
                <a:solidFill>
                  <a:schemeClr val="tx1"/>
                </a:solidFill>
                <a:latin typeface="+mn-lt"/>
                <a:ea typeface="宋体" panose="02010600030101010101" pitchFamily="2" charset="-122"/>
              </a:endParaRPr>
            </a:p>
          </p:txBody>
        </p:sp>
        <p:sp>
          <p:nvSpPr>
            <p:cNvPr id="147" name="Line 308"/>
            <p:cNvSpPr>
              <a:spLocks noChangeShapeType="1"/>
            </p:cNvSpPr>
            <p:nvPr/>
          </p:nvSpPr>
          <p:spPr bwMode="auto">
            <a:xfrm>
              <a:off x="2006600" y="4510088"/>
              <a:ext cx="355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148" name="Oval 309"/>
            <p:cNvSpPr>
              <a:spLocks noChangeArrowheads="1"/>
            </p:cNvSpPr>
            <p:nvPr/>
          </p:nvSpPr>
          <p:spPr bwMode="auto">
            <a:xfrm>
              <a:off x="3140075" y="4402138"/>
              <a:ext cx="220663" cy="217487"/>
            </a:xfrm>
            <a:prstGeom prst="ellipse">
              <a:avLst/>
            </a:prstGeom>
            <a:solidFill>
              <a:srgbClr val="FFCCFF"/>
            </a:solidFill>
            <a:ln w="9525">
              <a:solidFill>
                <a:srgbClr val="000000"/>
              </a:solidFill>
              <a:round/>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200">
                <a:solidFill>
                  <a:schemeClr val="tx1"/>
                </a:solidFill>
                <a:latin typeface="+mn-lt"/>
                <a:ea typeface="宋体" panose="02010600030101010101" pitchFamily="2" charset="-122"/>
              </a:endParaRPr>
            </a:p>
          </p:txBody>
        </p:sp>
        <p:sp>
          <p:nvSpPr>
            <p:cNvPr id="149" name="Line 310"/>
            <p:cNvSpPr>
              <a:spLocks noChangeShapeType="1"/>
            </p:cNvSpPr>
            <p:nvPr/>
          </p:nvSpPr>
          <p:spPr bwMode="auto">
            <a:xfrm>
              <a:off x="2584450" y="4510088"/>
              <a:ext cx="555625" cy="0"/>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150" name="Oval 311"/>
            <p:cNvSpPr>
              <a:spLocks noChangeArrowheads="1"/>
            </p:cNvSpPr>
            <p:nvPr/>
          </p:nvSpPr>
          <p:spPr bwMode="auto">
            <a:xfrm>
              <a:off x="3916363" y="4410075"/>
              <a:ext cx="222250" cy="217488"/>
            </a:xfrm>
            <a:prstGeom prst="ellipse">
              <a:avLst/>
            </a:prstGeom>
            <a:solidFill>
              <a:srgbClr val="FFCCFF"/>
            </a:solidFill>
            <a:ln w="9525">
              <a:solidFill>
                <a:srgbClr val="000000"/>
              </a:solidFill>
              <a:round/>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200">
                <a:solidFill>
                  <a:schemeClr val="tx1"/>
                </a:solidFill>
                <a:latin typeface="+mn-lt"/>
                <a:ea typeface="宋体" panose="02010600030101010101" pitchFamily="2" charset="-122"/>
              </a:endParaRPr>
            </a:p>
          </p:txBody>
        </p:sp>
        <p:sp>
          <p:nvSpPr>
            <p:cNvPr id="151" name="Line 312"/>
            <p:cNvSpPr>
              <a:spLocks noChangeShapeType="1"/>
            </p:cNvSpPr>
            <p:nvPr/>
          </p:nvSpPr>
          <p:spPr bwMode="auto">
            <a:xfrm>
              <a:off x="3360738" y="4510088"/>
              <a:ext cx="555625" cy="0"/>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152" name="Oval 313"/>
            <p:cNvSpPr>
              <a:spLocks noChangeArrowheads="1"/>
            </p:cNvSpPr>
            <p:nvPr/>
          </p:nvSpPr>
          <p:spPr bwMode="auto">
            <a:xfrm>
              <a:off x="5316538" y="4410075"/>
              <a:ext cx="222250" cy="217488"/>
            </a:xfrm>
            <a:prstGeom prst="ellipse">
              <a:avLst/>
            </a:prstGeom>
            <a:solidFill>
              <a:srgbClr val="FFCCFF"/>
            </a:solidFill>
            <a:ln w="9525">
              <a:solidFill>
                <a:srgbClr val="000000"/>
              </a:solidFill>
              <a:round/>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200">
                <a:solidFill>
                  <a:schemeClr val="tx1"/>
                </a:solidFill>
                <a:latin typeface="+mn-lt"/>
                <a:ea typeface="宋体" panose="02010600030101010101" pitchFamily="2" charset="-122"/>
              </a:endParaRPr>
            </a:p>
          </p:txBody>
        </p:sp>
        <p:sp>
          <p:nvSpPr>
            <p:cNvPr id="153" name="Oval 314"/>
            <p:cNvSpPr>
              <a:spLocks noChangeArrowheads="1"/>
            </p:cNvSpPr>
            <p:nvPr/>
          </p:nvSpPr>
          <p:spPr bwMode="auto">
            <a:xfrm>
              <a:off x="6094413" y="4410075"/>
              <a:ext cx="220662" cy="217488"/>
            </a:xfrm>
            <a:prstGeom prst="ellipse">
              <a:avLst/>
            </a:prstGeom>
            <a:solidFill>
              <a:srgbClr val="FFCCFF"/>
            </a:solidFill>
            <a:ln w="9525">
              <a:solidFill>
                <a:srgbClr val="000000"/>
              </a:solidFill>
              <a:round/>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200">
                <a:solidFill>
                  <a:schemeClr val="tx1"/>
                </a:solidFill>
                <a:latin typeface="+mn-lt"/>
                <a:ea typeface="宋体" panose="02010600030101010101" pitchFamily="2" charset="-122"/>
              </a:endParaRPr>
            </a:p>
          </p:txBody>
        </p:sp>
        <p:sp>
          <p:nvSpPr>
            <p:cNvPr id="154" name="Line 315"/>
            <p:cNvSpPr>
              <a:spLocks noChangeShapeType="1"/>
            </p:cNvSpPr>
            <p:nvPr/>
          </p:nvSpPr>
          <p:spPr bwMode="auto">
            <a:xfrm>
              <a:off x="5538788" y="4518025"/>
              <a:ext cx="555625" cy="0"/>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155" name="Oval 316"/>
            <p:cNvSpPr>
              <a:spLocks noChangeArrowheads="1"/>
            </p:cNvSpPr>
            <p:nvPr/>
          </p:nvSpPr>
          <p:spPr bwMode="auto">
            <a:xfrm>
              <a:off x="6870700" y="4416425"/>
              <a:ext cx="222250" cy="215900"/>
            </a:xfrm>
            <a:prstGeom prst="ellipse">
              <a:avLst/>
            </a:prstGeom>
            <a:solidFill>
              <a:srgbClr val="FFCCFF"/>
            </a:solidFill>
            <a:ln w="9525">
              <a:solidFill>
                <a:srgbClr val="000000"/>
              </a:solidFill>
              <a:round/>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200">
                <a:solidFill>
                  <a:schemeClr val="tx1"/>
                </a:solidFill>
                <a:latin typeface="+mn-lt"/>
                <a:ea typeface="宋体" panose="02010600030101010101" pitchFamily="2" charset="-122"/>
              </a:endParaRPr>
            </a:p>
          </p:txBody>
        </p:sp>
        <p:sp>
          <p:nvSpPr>
            <p:cNvPr id="156" name="Line 317"/>
            <p:cNvSpPr>
              <a:spLocks noChangeShapeType="1"/>
            </p:cNvSpPr>
            <p:nvPr/>
          </p:nvSpPr>
          <p:spPr bwMode="auto">
            <a:xfrm>
              <a:off x="6315075" y="4518025"/>
              <a:ext cx="555625" cy="0"/>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157" name="Oval 318"/>
            <p:cNvSpPr>
              <a:spLocks noChangeArrowheads="1"/>
            </p:cNvSpPr>
            <p:nvPr/>
          </p:nvSpPr>
          <p:spPr bwMode="auto">
            <a:xfrm>
              <a:off x="7648575" y="4416425"/>
              <a:ext cx="222250" cy="215900"/>
            </a:xfrm>
            <a:prstGeom prst="ellipse">
              <a:avLst/>
            </a:prstGeom>
            <a:solidFill>
              <a:srgbClr val="FFCCFF"/>
            </a:solidFill>
            <a:ln w="9525">
              <a:solidFill>
                <a:srgbClr val="000000"/>
              </a:solidFill>
              <a:round/>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200">
                <a:solidFill>
                  <a:schemeClr val="tx1"/>
                </a:solidFill>
                <a:latin typeface="+mn-lt"/>
                <a:ea typeface="宋体" panose="02010600030101010101" pitchFamily="2" charset="-122"/>
              </a:endParaRPr>
            </a:p>
          </p:txBody>
        </p:sp>
        <p:sp>
          <p:nvSpPr>
            <p:cNvPr id="158" name="Line 319"/>
            <p:cNvSpPr>
              <a:spLocks noChangeShapeType="1"/>
            </p:cNvSpPr>
            <p:nvPr/>
          </p:nvSpPr>
          <p:spPr bwMode="auto">
            <a:xfrm>
              <a:off x="7092950" y="4518025"/>
              <a:ext cx="555625" cy="0"/>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159" name="Line 320"/>
            <p:cNvSpPr>
              <a:spLocks noChangeShapeType="1"/>
            </p:cNvSpPr>
            <p:nvPr/>
          </p:nvSpPr>
          <p:spPr bwMode="auto">
            <a:xfrm>
              <a:off x="4138613" y="4510088"/>
              <a:ext cx="1177925" cy="0"/>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160" name="Text Box 321"/>
            <p:cNvSpPr txBox="1">
              <a:spLocks noChangeArrowheads="1"/>
            </p:cNvSpPr>
            <p:nvPr/>
          </p:nvSpPr>
          <p:spPr bwMode="auto">
            <a:xfrm>
              <a:off x="1303338" y="4826000"/>
              <a:ext cx="842962" cy="404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algn="just" eaLnBrk="1" hangingPunct="1">
                <a:lnSpc>
                  <a:spcPct val="100000"/>
                </a:lnSpc>
                <a:spcBef>
                  <a:spcPct val="0"/>
                </a:spcBef>
                <a:buClrTx/>
                <a:buFontTx/>
                <a:buNone/>
              </a:pPr>
              <a:r>
                <a:rPr lang="en-US" altLang="zh-CN" sz="1200">
                  <a:solidFill>
                    <a:srgbClr val="0000CC"/>
                  </a:solidFill>
                  <a:latin typeface="+mn-lt"/>
                  <a:ea typeface="宋体" panose="02010600030101010101" pitchFamily="2" charset="-122"/>
                </a:rPr>
                <a:t>CP001</a:t>
              </a:r>
            </a:p>
          </p:txBody>
        </p:sp>
        <p:sp>
          <p:nvSpPr>
            <p:cNvPr id="161" name="Oval 322"/>
            <p:cNvSpPr>
              <a:spLocks noChangeArrowheads="1"/>
            </p:cNvSpPr>
            <p:nvPr/>
          </p:nvSpPr>
          <p:spPr bwMode="auto">
            <a:xfrm>
              <a:off x="2370138" y="4883150"/>
              <a:ext cx="222250" cy="219075"/>
            </a:xfrm>
            <a:prstGeom prst="ellipse">
              <a:avLst/>
            </a:prstGeom>
            <a:solidFill>
              <a:srgbClr val="FFCCFF"/>
            </a:solidFill>
            <a:ln w="9525">
              <a:solidFill>
                <a:srgbClr val="000000"/>
              </a:solidFill>
              <a:round/>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200">
                <a:solidFill>
                  <a:schemeClr val="tx1"/>
                </a:solidFill>
                <a:latin typeface="+mn-lt"/>
                <a:ea typeface="宋体" panose="02010600030101010101" pitchFamily="2" charset="-122"/>
              </a:endParaRPr>
            </a:p>
          </p:txBody>
        </p:sp>
        <p:sp>
          <p:nvSpPr>
            <p:cNvPr id="162" name="Line 323"/>
            <p:cNvSpPr>
              <a:spLocks noChangeShapeType="1"/>
            </p:cNvSpPr>
            <p:nvPr/>
          </p:nvSpPr>
          <p:spPr bwMode="auto">
            <a:xfrm>
              <a:off x="2014538" y="4994275"/>
              <a:ext cx="355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163" name="Oval 324"/>
            <p:cNvSpPr>
              <a:spLocks noChangeArrowheads="1"/>
            </p:cNvSpPr>
            <p:nvPr/>
          </p:nvSpPr>
          <p:spPr bwMode="auto">
            <a:xfrm>
              <a:off x="3148013" y="4883150"/>
              <a:ext cx="220662" cy="219075"/>
            </a:xfrm>
            <a:prstGeom prst="ellipse">
              <a:avLst/>
            </a:prstGeom>
            <a:solidFill>
              <a:srgbClr val="FFCCFF"/>
            </a:solidFill>
            <a:ln w="9525">
              <a:solidFill>
                <a:srgbClr val="000000"/>
              </a:solidFill>
              <a:round/>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200">
                <a:solidFill>
                  <a:schemeClr val="tx1"/>
                </a:solidFill>
                <a:latin typeface="+mn-lt"/>
                <a:ea typeface="宋体" panose="02010600030101010101" pitchFamily="2" charset="-122"/>
              </a:endParaRPr>
            </a:p>
          </p:txBody>
        </p:sp>
        <p:sp>
          <p:nvSpPr>
            <p:cNvPr id="164" name="Line 325"/>
            <p:cNvSpPr>
              <a:spLocks noChangeShapeType="1"/>
            </p:cNvSpPr>
            <p:nvPr/>
          </p:nvSpPr>
          <p:spPr bwMode="auto">
            <a:xfrm>
              <a:off x="2592388" y="4994275"/>
              <a:ext cx="55562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165" name="Oval 326"/>
            <p:cNvSpPr>
              <a:spLocks noChangeArrowheads="1"/>
            </p:cNvSpPr>
            <p:nvPr/>
          </p:nvSpPr>
          <p:spPr bwMode="auto">
            <a:xfrm>
              <a:off x="3924300" y="4891088"/>
              <a:ext cx="222250" cy="219075"/>
            </a:xfrm>
            <a:prstGeom prst="ellipse">
              <a:avLst/>
            </a:prstGeom>
            <a:solidFill>
              <a:srgbClr val="99FF99"/>
            </a:solidFill>
            <a:ln w="9525">
              <a:solidFill>
                <a:srgbClr val="000000"/>
              </a:solidFill>
              <a:round/>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200">
                <a:solidFill>
                  <a:schemeClr val="tx1"/>
                </a:solidFill>
                <a:latin typeface="+mn-lt"/>
                <a:ea typeface="宋体" panose="02010600030101010101" pitchFamily="2" charset="-122"/>
              </a:endParaRPr>
            </a:p>
          </p:txBody>
        </p:sp>
        <p:sp>
          <p:nvSpPr>
            <p:cNvPr id="166" name="Line 327"/>
            <p:cNvSpPr>
              <a:spLocks noChangeShapeType="1"/>
            </p:cNvSpPr>
            <p:nvPr/>
          </p:nvSpPr>
          <p:spPr bwMode="auto">
            <a:xfrm>
              <a:off x="3368675" y="4994275"/>
              <a:ext cx="55562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167" name="Oval 328"/>
            <p:cNvSpPr>
              <a:spLocks noChangeArrowheads="1"/>
            </p:cNvSpPr>
            <p:nvPr/>
          </p:nvSpPr>
          <p:spPr bwMode="auto">
            <a:xfrm>
              <a:off x="5326063" y="4891088"/>
              <a:ext cx="222250" cy="219075"/>
            </a:xfrm>
            <a:prstGeom prst="ellipse">
              <a:avLst/>
            </a:prstGeom>
            <a:solidFill>
              <a:srgbClr val="FFCCFF"/>
            </a:solidFill>
            <a:ln w="9525">
              <a:solidFill>
                <a:srgbClr val="000000"/>
              </a:solidFill>
              <a:round/>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200">
                <a:solidFill>
                  <a:schemeClr val="tx1"/>
                </a:solidFill>
                <a:latin typeface="+mn-lt"/>
                <a:ea typeface="宋体" panose="02010600030101010101" pitchFamily="2" charset="-122"/>
              </a:endParaRPr>
            </a:p>
          </p:txBody>
        </p:sp>
        <p:sp>
          <p:nvSpPr>
            <p:cNvPr id="168" name="Oval 329"/>
            <p:cNvSpPr>
              <a:spLocks noChangeArrowheads="1"/>
            </p:cNvSpPr>
            <p:nvPr/>
          </p:nvSpPr>
          <p:spPr bwMode="auto">
            <a:xfrm>
              <a:off x="6103938" y="4891088"/>
              <a:ext cx="222250" cy="219075"/>
            </a:xfrm>
            <a:prstGeom prst="ellipse">
              <a:avLst/>
            </a:prstGeom>
            <a:solidFill>
              <a:srgbClr val="FFCCFF"/>
            </a:solidFill>
            <a:ln w="9525">
              <a:solidFill>
                <a:srgbClr val="000000"/>
              </a:solidFill>
              <a:round/>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200">
                <a:solidFill>
                  <a:schemeClr val="tx1"/>
                </a:solidFill>
                <a:latin typeface="+mn-lt"/>
                <a:ea typeface="宋体" panose="02010600030101010101" pitchFamily="2" charset="-122"/>
              </a:endParaRPr>
            </a:p>
          </p:txBody>
        </p:sp>
        <p:sp>
          <p:nvSpPr>
            <p:cNvPr id="169" name="Line 330"/>
            <p:cNvSpPr>
              <a:spLocks noChangeShapeType="1"/>
            </p:cNvSpPr>
            <p:nvPr/>
          </p:nvSpPr>
          <p:spPr bwMode="auto">
            <a:xfrm>
              <a:off x="5548313" y="4999038"/>
              <a:ext cx="555625" cy="0"/>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170" name="Oval 331"/>
            <p:cNvSpPr>
              <a:spLocks noChangeArrowheads="1"/>
            </p:cNvSpPr>
            <p:nvPr/>
          </p:nvSpPr>
          <p:spPr bwMode="auto">
            <a:xfrm>
              <a:off x="6881813" y="4899025"/>
              <a:ext cx="222250" cy="217488"/>
            </a:xfrm>
            <a:prstGeom prst="ellipse">
              <a:avLst/>
            </a:prstGeom>
            <a:solidFill>
              <a:srgbClr val="FFCCFF"/>
            </a:solidFill>
            <a:ln w="9525">
              <a:solidFill>
                <a:srgbClr val="000000"/>
              </a:solidFill>
              <a:round/>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200">
                <a:solidFill>
                  <a:schemeClr val="tx1"/>
                </a:solidFill>
                <a:latin typeface="+mn-lt"/>
                <a:ea typeface="宋体" panose="02010600030101010101" pitchFamily="2" charset="-122"/>
              </a:endParaRPr>
            </a:p>
          </p:txBody>
        </p:sp>
        <p:sp>
          <p:nvSpPr>
            <p:cNvPr id="171" name="Line 332"/>
            <p:cNvSpPr>
              <a:spLocks noChangeShapeType="1"/>
            </p:cNvSpPr>
            <p:nvPr/>
          </p:nvSpPr>
          <p:spPr bwMode="auto">
            <a:xfrm>
              <a:off x="6326188" y="4999038"/>
              <a:ext cx="555625" cy="0"/>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172" name="Oval 333"/>
            <p:cNvSpPr>
              <a:spLocks noChangeArrowheads="1"/>
            </p:cNvSpPr>
            <p:nvPr/>
          </p:nvSpPr>
          <p:spPr bwMode="auto">
            <a:xfrm>
              <a:off x="7659688" y="4899025"/>
              <a:ext cx="222250" cy="217488"/>
            </a:xfrm>
            <a:prstGeom prst="ellipse">
              <a:avLst/>
            </a:prstGeom>
            <a:solidFill>
              <a:srgbClr val="FFCCFF"/>
            </a:solidFill>
            <a:ln w="9525">
              <a:solidFill>
                <a:srgbClr val="000000"/>
              </a:solidFill>
              <a:round/>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200">
                <a:solidFill>
                  <a:schemeClr val="tx1"/>
                </a:solidFill>
                <a:latin typeface="+mn-lt"/>
                <a:ea typeface="宋体" panose="02010600030101010101" pitchFamily="2" charset="-122"/>
              </a:endParaRPr>
            </a:p>
          </p:txBody>
        </p:sp>
        <p:sp>
          <p:nvSpPr>
            <p:cNvPr id="173" name="Line 334"/>
            <p:cNvSpPr>
              <a:spLocks noChangeShapeType="1"/>
            </p:cNvSpPr>
            <p:nvPr/>
          </p:nvSpPr>
          <p:spPr bwMode="auto">
            <a:xfrm>
              <a:off x="7112000" y="4999038"/>
              <a:ext cx="555625" cy="0"/>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174" name="Line 335"/>
            <p:cNvSpPr>
              <a:spLocks noChangeShapeType="1"/>
            </p:cNvSpPr>
            <p:nvPr/>
          </p:nvSpPr>
          <p:spPr bwMode="auto">
            <a:xfrm>
              <a:off x="4146550" y="4994275"/>
              <a:ext cx="1179513" cy="0"/>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175" name="Oval 336"/>
            <p:cNvSpPr>
              <a:spLocks noChangeArrowheads="1"/>
            </p:cNvSpPr>
            <p:nvPr/>
          </p:nvSpPr>
          <p:spPr bwMode="auto">
            <a:xfrm>
              <a:off x="1403350" y="5661025"/>
              <a:ext cx="222250" cy="217488"/>
            </a:xfrm>
            <a:prstGeom prst="ellipse">
              <a:avLst/>
            </a:prstGeom>
            <a:solidFill>
              <a:srgbClr val="FFCCFF"/>
            </a:solidFill>
            <a:ln w="9525">
              <a:solidFill>
                <a:srgbClr val="000000"/>
              </a:solidFill>
              <a:round/>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200">
                <a:solidFill>
                  <a:schemeClr val="tx1"/>
                </a:solidFill>
                <a:latin typeface="+mn-lt"/>
                <a:ea typeface="宋体" panose="02010600030101010101" pitchFamily="2" charset="-122"/>
              </a:endParaRPr>
            </a:p>
          </p:txBody>
        </p:sp>
        <p:sp>
          <p:nvSpPr>
            <p:cNvPr id="176" name="Text Box 337"/>
            <p:cNvSpPr txBox="1">
              <a:spLocks noChangeArrowheads="1"/>
            </p:cNvSpPr>
            <p:nvPr/>
          </p:nvSpPr>
          <p:spPr bwMode="auto">
            <a:xfrm>
              <a:off x="684213" y="5224463"/>
              <a:ext cx="687387" cy="436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algn="just" eaLnBrk="1" hangingPunct="1">
                <a:lnSpc>
                  <a:spcPct val="100000"/>
                </a:lnSpc>
                <a:spcBef>
                  <a:spcPct val="0"/>
                </a:spcBef>
                <a:buClrTx/>
                <a:buFontTx/>
                <a:buNone/>
              </a:pPr>
              <a:r>
                <a:rPr lang="zh-CN" altLang="en-US" sz="1200" b="1">
                  <a:solidFill>
                    <a:srgbClr val="CC0000"/>
                  </a:solidFill>
                  <a:latin typeface="+mn-lt"/>
                  <a:ea typeface="宋体" panose="02010600030101010101" pitchFamily="2" charset="-122"/>
                </a:rPr>
                <a:t>接通</a:t>
              </a:r>
            </a:p>
          </p:txBody>
        </p:sp>
        <p:sp>
          <p:nvSpPr>
            <p:cNvPr id="177" name="Text Box 338"/>
            <p:cNvSpPr txBox="1">
              <a:spLocks noChangeArrowheads="1"/>
            </p:cNvSpPr>
            <p:nvPr/>
          </p:nvSpPr>
          <p:spPr bwMode="auto">
            <a:xfrm>
              <a:off x="4602163" y="5792351"/>
              <a:ext cx="777874" cy="433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algn="just" eaLnBrk="1" hangingPunct="1">
                <a:lnSpc>
                  <a:spcPct val="100000"/>
                </a:lnSpc>
                <a:spcBef>
                  <a:spcPct val="0"/>
                </a:spcBef>
                <a:buClrTx/>
                <a:buFontTx/>
                <a:buNone/>
              </a:pPr>
              <a:r>
                <a:rPr lang="zh-CN" altLang="en-US" sz="1200" b="1" dirty="0">
                  <a:solidFill>
                    <a:srgbClr val="CC0000"/>
                  </a:solidFill>
                  <a:latin typeface="+mn-lt"/>
                  <a:ea typeface="宋体" panose="02010600030101010101" pitchFamily="2" charset="-122"/>
                </a:rPr>
                <a:t>接收</a:t>
              </a:r>
            </a:p>
          </p:txBody>
        </p:sp>
        <p:sp>
          <p:nvSpPr>
            <p:cNvPr id="178" name="Line 339"/>
            <p:cNvSpPr>
              <a:spLocks noChangeShapeType="1"/>
            </p:cNvSpPr>
            <p:nvPr/>
          </p:nvSpPr>
          <p:spPr bwMode="auto">
            <a:xfrm>
              <a:off x="2466975" y="1739900"/>
              <a:ext cx="0" cy="280988"/>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179" name="Line 340"/>
            <p:cNvSpPr>
              <a:spLocks noChangeShapeType="1"/>
            </p:cNvSpPr>
            <p:nvPr/>
          </p:nvSpPr>
          <p:spPr bwMode="auto">
            <a:xfrm>
              <a:off x="2466975" y="2222500"/>
              <a:ext cx="0" cy="242888"/>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180" name="Line 341"/>
            <p:cNvSpPr>
              <a:spLocks noChangeShapeType="1"/>
            </p:cNvSpPr>
            <p:nvPr/>
          </p:nvSpPr>
          <p:spPr bwMode="auto">
            <a:xfrm>
              <a:off x="2466975" y="2690813"/>
              <a:ext cx="0" cy="279400"/>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181" name="Line 342"/>
            <p:cNvSpPr>
              <a:spLocks noChangeShapeType="1"/>
            </p:cNvSpPr>
            <p:nvPr/>
          </p:nvSpPr>
          <p:spPr bwMode="auto">
            <a:xfrm>
              <a:off x="2466975" y="3179763"/>
              <a:ext cx="0" cy="746125"/>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182" name="Text Box 343"/>
            <p:cNvSpPr txBox="1">
              <a:spLocks noChangeArrowheads="1"/>
            </p:cNvSpPr>
            <p:nvPr/>
          </p:nvSpPr>
          <p:spPr bwMode="auto">
            <a:xfrm>
              <a:off x="1446213" y="3429000"/>
              <a:ext cx="533400" cy="4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algn="just" eaLnBrk="1" hangingPunct="1">
                <a:lnSpc>
                  <a:spcPct val="100000"/>
                </a:lnSpc>
                <a:spcBef>
                  <a:spcPct val="0"/>
                </a:spcBef>
                <a:buClrTx/>
                <a:buFontTx/>
                <a:buNone/>
              </a:pPr>
              <a:r>
                <a:rPr lang="en-US" altLang="zh-CN" sz="1200">
                  <a:solidFill>
                    <a:schemeClr val="tx1"/>
                  </a:solidFill>
                  <a:latin typeface="+mn-lt"/>
                  <a:ea typeface="宋体" panose="02010600030101010101" pitchFamily="2" charset="-122"/>
                </a:rPr>
                <a:t>…</a:t>
              </a:r>
            </a:p>
          </p:txBody>
        </p:sp>
        <p:sp>
          <p:nvSpPr>
            <p:cNvPr id="183" name="Line 344"/>
            <p:cNvSpPr>
              <a:spLocks noChangeShapeType="1"/>
            </p:cNvSpPr>
            <p:nvPr/>
          </p:nvSpPr>
          <p:spPr bwMode="auto">
            <a:xfrm>
              <a:off x="3263900" y="3187700"/>
              <a:ext cx="0" cy="747713"/>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184" name="Line 345"/>
            <p:cNvSpPr>
              <a:spLocks noChangeShapeType="1"/>
            </p:cNvSpPr>
            <p:nvPr/>
          </p:nvSpPr>
          <p:spPr bwMode="auto">
            <a:xfrm>
              <a:off x="4041775" y="3195638"/>
              <a:ext cx="0" cy="744537"/>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185" name="Line 346"/>
            <p:cNvSpPr>
              <a:spLocks noChangeShapeType="1"/>
            </p:cNvSpPr>
            <p:nvPr/>
          </p:nvSpPr>
          <p:spPr bwMode="auto">
            <a:xfrm>
              <a:off x="5445125" y="3179763"/>
              <a:ext cx="0" cy="746125"/>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186" name="Line 347"/>
            <p:cNvSpPr>
              <a:spLocks noChangeShapeType="1"/>
            </p:cNvSpPr>
            <p:nvPr/>
          </p:nvSpPr>
          <p:spPr bwMode="auto">
            <a:xfrm>
              <a:off x="6992938" y="3203575"/>
              <a:ext cx="0" cy="7477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187" name="Line 348"/>
            <p:cNvSpPr>
              <a:spLocks noChangeShapeType="1"/>
            </p:cNvSpPr>
            <p:nvPr/>
          </p:nvSpPr>
          <p:spPr bwMode="auto">
            <a:xfrm>
              <a:off x="7759700" y="3203575"/>
              <a:ext cx="0" cy="7477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188" name="Line 349"/>
            <p:cNvSpPr>
              <a:spLocks noChangeShapeType="1"/>
            </p:cNvSpPr>
            <p:nvPr/>
          </p:nvSpPr>
          <p:spPr bwMode="auto">
            <a:xfrm>
              <a:off x="2466975" y="4151313"/>
              <a:ext cx="0" cy="25082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189" name="Line 350"/>
            <p:cNvSpPr>
              <a:spLocks noChangeShapeType="1"/>
            </p:cNvSpPr>
            <p:nvPr/>
          </p:nvSpPr>
          <p:spPr bwMode="auto">
            <a:xfrm>
              <a:off x="2466975" y="4627563"/>
              <a:ext cx="0" cy="24923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190" name="Line 351"/>
            <p:cNvSpPr>
              <a:spLocks noChangeShapeType="1"/>
            </p:cNvSpPr>
            <p:nvPr/>
          </p:nvSpPr>
          <p:spPr bwMode="auto">
            <a:xfrm>
              <a:off x="2466975" y="5110163"/>
              <a:ext cx="0" cy="24765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191" name="Line 352"/>
            <p:cNvSpPr>
              <a:spLocks noChangeShapeType="1"/>
            </p:cNvSpPr>
            <p:nvPr/>
          </p:nvSpPr>
          <p:spPr bwMode="auto">
            <a:xfrm>
              <a:off x="3244850" y="5110163"/>
              <a:ext cx="0" cy="24765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192" name="Line 353"/>
            <p:cNvSpPr>
              <a:spLocks noChangeShapeType="1"/>
            </p:cNvSpPr>
            <p:nvPr/>
          </p:nvSpPr>
          <p:spPr bwMode="auto">
            <a:xfrm>
              <a:off x="4027488" y="5110163"/>
              <a:ext cx="0" cy="24765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193" name="Line 354"/>
            <p:cNvSpPr>
              <a:spLocks noChangeShapeType="1"/>
            </p:cNvSpPr>
            <p:nvPr/>
          </p:nvSpPr>
          <p:spPr bwMode="auto">
            <a:xfrm>
              <a:off x="5445125" y="5110163"/>
              <a:ext cx="0" cy="247650"/>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194" name="Line 355"/>
            <p:cNvSpPr>
              <a:spLocks noChangeShapeType="1"/>
            </p:cNvSpPr>
            <p:nvPr/>
          </p:nvSpPr>
          <p:spPr bwMode="auto">
            <a:xfrm>
              <a:off x="6203950" y="5110163"/>
              <a:ext cx="0" cy="24765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195" name="Line 356"/>
            <p:cNvSpPr>
              <a:spLocks noChangeShapeType="1"/>
            </p:cNvSpPr>
            <p:nvPr/>
          </p:nvSpPr>
          <p:spPr bwMode="auto">
            <a:xfrm>
              <a:off x="6992938" y="5110163"/>
              <a:ext cx="0" cy="24765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196" name="Line 358"/>
            <p:cNvSpPr>
              <a:spLocks noChangeShapeType="1"/>
            </p:cNvSpPr>
            <p:nvPr/>
          </p:nvSpPr>
          <p:spPr bwMode="auto">
            <a:xfrm>
              <a:off x="3252788" y="4627563"/>
              <a:ext cx="0" cy="24923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197" name="Line 359"/>
            <p:cNvSpPr>
              <a:spLocks noChangeShapeType="1"/>
            </p:cNvSpPr>
            <p:nvPr/>
          </p:nvSpPr>
          <p:spPr bwMode="auto">
            <a:xfrm>
              <a:off x="4027488" y="4632325"/>
              <a:ext cx="0" cy="25082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198" name="Line 360"/>
            <p:cNvSpPr>
              <a:spLocks noChangeShapeType="1"/>
            </p:cNvSpPr>
            <p:nvPr/>
          </p:nvSpPr>
          <p:spPr bwMode="auto">
            <a:xfrm>
              <a:off x="4041775" y="4165600"/>
              <a:ext cx="0" cy="250825"/>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199" name="Line 361"/>
            <p:cNvSpPr>
              <a:spLocks noChangeShapeType="1"/>
            </p:cNvSpPr>
            <p:nvPr/>
          </p:nvSpPr>
          <p:spPr bwMode="auto">
            <a:xfrm>
              <a:off x="5445125" y="4160838"/>
              <a:ext cx="0" cy="249237"/>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200" name="Line 362"/>
            <p:cNvSpPr>
              <a:spLocks noChangeShapeType="1"/>
            </p:cNvSpPr>
            <p:nvPr/>
          </p:nvSpPr>
          <p:spPr bwMode="auto">
            <a:xfrm>
              <a:off x="6215063" y="4165600"/>
              <a:ext cx="0" cy="25082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201" name="Line 363"/>
            <p:cNvSpPr>
              <a:spLocks noChangeShapeType="1"/>
            </p:cNvSpPr>
            <p:nvPr/>
          </p:nvSpPr>
          <p:spPr bwMode="auto">
            <a:xfrm>
              <a:off x="6215063" y="4632325"/>
              <a:ext cx="0" cy="25082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202" name="Line 364"/>
            <p:cNvSpPr>
              <a:spLocks noChangeShapeType="1"/>
            </p:cNvSpPr>
            <p:nvPr/>
          </p:nvSpPr>
          <p:spPr bwMode="auto">
            <a:xfrm>
              <a:off x="6988175" y="4165600"/>
              <a:ext cx="0" cy="25082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203" name="Line 365"/>
            <p:cNvSpPr>
              <a:spLocks noChangeShapeType="1"/>
            </p:cNvSpPr>
            <p:nvPr/>
          </p:nvSpPr>
          <p:spPr bwMode="auto">
            <a:xfrm>
              <a:off x="6988175" y="4632325"/>
              <a:ext cx="0" cy="25082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204" name="Line 366"/>
            <p:cNvSpPr>
              <a:spLocks noChangeShapeType="1"/>
            </p:cNvSpPr>
            <p:nvPr/>
          </p:nvSpPr>
          <p:spPr bwMode="auto">
            <a:xfrm>
              <a:off x="5445125" y="4632325"/>
              <a:ext cx="0" cy="250825"/>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205" name="Line 367"/>
            <p:cNvSpPr>
              <a:spLocks noChangeShapeType="1"/>
            </p:cNvSpPr>
            <p:nvPr/>
          </p:nvSpPr>
          <p:spPr bwMode="auto">
            <a:xfrm>
              <a:off x="7759700" y="4165600"/>
              <a:ext cx="0" cy="25082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206" name="Line 368"/>
            <p:cNvSpPr>
              <a:spLocks noChangeShapeType="1"/>
            </p:cNvSpPr>
            <p:nvPr/>
          </p:nvSpPr>
          <p:spPr bwMode="auto">
            <a:xfrm>
              <a:off x="7754938" y="4632325"/>
              <a:ext cx="0" cy="25082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207" name="Line 370"/>
            <p:cNvSpPr>
              <a:spLocks noChangeShapeType="1"/>
            </p:cNvSpPr>
            <p:nvPr/>
          </p:nvSpPr>
          <p:spPr bwMode="auto">
            <a:xfrm>
              <a:off x="3244850" y="2228850"/>
              <a:ext cx="0" cy="236538"/>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208" name="Line 372"/>
            <p:cNvSpPr>
              <a:spLocks noChangeShapeType="1"/>
            </p:cNvSpPr>
            <p:nvPr/>
          </p:nvSpPr>
          <p:spPr bwMode="auto">
            <a:xfrm flipH="1">
              <a:off x="4019550" y="2239963"/>
              <a:ext cx="7938" cy="233362"/>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209" name="Line 373"/>
            <p:cNvSpPr>
              <a:spLocks noChangeShapeType="1"/>
            </p:cNvSpPr>
            <p:nvPr/>
          </p:nvSpPr>
          <p:spPr bwMode="auto">
            <a:xfrm>
              <a:off x="6977063" y="1747838"/>
              <a:ext cx="0" cy="28098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210" name="Line 375"/>
            <p:cNvSpPr>
              <a:spLocks noChangeShapeType="1"/>
            </p:cNvSpPr>
            <p:nvPr/>
          </p:nvSpPr>
          <p:spPr bwMode="auto">
            <a:xfrm>
              <a:off x="5445125" y="1747838"/>
              <a:ext cx="0" cy="280987"/>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211" name="Line 378"/>
            <p:cNvSpPr>
              <a:spLocks noChangeShapeType="1"/>
            </p:cNvSpPr>
            <p:nvPr/>
          </p:nvSpPr>
          <p:spPr bwMode="auto">
            <a:xfrm>
              <a:off x="4027488" y="2690813"/>
              <a:ext cx="0" cy="279400"/>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212" name="Line 379"/>
            <p:cNvSpPr>
              <a:spLocks noChangeShapeType="1"/>
            </p:cNvSpPr>
            <p:nvPr/>
          </p:nvSpPr>
          <p:spPr bwMode="auto">
            <a:xfrm>
              <a:off x="5453063" y="2690813"/>
              <a:ext cx="0" cy="279400"/>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213" name="Line 380"/>
            <p:cNvSpPr>
              <a:spLocks noChangeShapeType="1"/>
            </p:cNvSpPr>
            <p:nvPr/>
          </p:nvSpPr>
          <p:spPr bwMode="auto">
            <a:xfrm>
              <a:off x="6203950" y="2690813"/>
              <a:ext cx="0" cy="279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214" name="Line 381"/>
            <p:cNvSpPr>
              <a:spLocks noChangeShapeType="1"/>
            </p:cNvSpPr>
            <p:nvPr/>
          </p:nvSpPr>
          <p:spPr bwMode="auto">
            <a:xfrm>
              <a:off x="6992938" y="2706688"/>
              <a:ext cx="0" cy="27781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215" name="Line 382"/>
            <p:cNvSpPr>
              <a:spLocks noChangeShapeType="1"/>
            </p:cNvSpPr>
            <p:nvPr/>
          </p:nvSpPr>
          <p:spPr bwMode="auto">
            <a:xfrm>
              <a:off x="6203950" y="2228850"/>
              <a:ext cx="0" cy="24923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216" name="Line 383"/>
            <p:cNvSpPr>
              <a:spLocks noChangeShapeType="1"/>
            </p:cNvSpPr>
            <p:nvPr/>
          </p:nvSpPr>
          <p:spPr bwMode="auto">
            <a:xfrm>
              <a:off x="6977063" y="2246313"/>
              <a:ext cx="0" cy="24923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217" name="Line 384"/>
            <p:cNvSpPr>
              <a:spLocks noChangeShapeType="1"/>
            </p:cNvSpPr>
            <p:nvPr/>
          </p:nvSpPr>
          <p:spPr bwMode="auto">
            <a:xfrm flipH="1">
              <a:off x="7751763" y="2246313"/>
              <a:ext cx="7937" cy="233362"/>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sp>
          <p:nvSpPr>
            <p:cNvPr id="218" name="Line 385"/>
            <p:cNvSpPr>
              <a:spLocks noChangeShapeType="1"/>
            </p:cNvSpPr>
            <p:nvPr/>
          </p:nvSpPr>
          <p:spPr bwMode="auto">
            <a:xfrm flipH="1">
              <a:off x="5445125" y="2239963"/>
              <a:ext cx="7938" cy="233362"/>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sz="1200">
                <a:latin typeface="+mn-lt"/>
                <a:ea typeface="宋体" panose="02010600030101010101" pitchFamily="2" charset="-122"/>
              </a:endParaRPr>
            </a:p>
          </p:txBody>
        </p:sp>
      </p:grpSp>
      <p:sp>
        <p:nvSpPr>
          <p:cNvPr id="3" name="矩形 2"/>
          <p:cNvSpPr/>
          <p:nvPr/>
        </p:nvSpPr>
        <p:spPr>
          <a:xfrm>
            <a:off x="7151630" y="3415353"/>
            <a:ext cx="2108233" cy="566309"/>
          </a:xfrm>
          <a:prstGeom prst="rect">
            <a:avLst/>
          </a:prstGeom>
        </p:spPr>
        <p:txBody>
          <a:bodyPr wrap="square">
            <a:spAutoFit/>
          </a:bodyPr>
          <a:lstStyle/>
          <a:p>
            <a:pPr marL="7938" lvl="1" indent="-7938" eaLnBrk="1" hangingPunct="1"/>
            <a:r>
              <a:rPr lang="en-US" altLang="zh-CN" sz="1400" b="1" dirty="0">
                <a:solidFill>
                  <a:srgbClr val="FF0000"/>
                </a:solidFill>
                <a:latin typeface="+mn-lt"/>
                <a:ea typeface="宋体" panose="02010600030101010101" pitchFamily="2" charset="-122"/>
              </a:rPr>
              <a:t>PE</a:t>
            </a:r>
            <a:r>
              <a:rPr lang="zh-CN" altLang="en-US" sz="1400" dirty="0">
                <a:latin typeface="+mn-lt"/>
                <a:ea typeface="宋体" panose="02010600030101010101" pitchFamily="2" charset="-122"/>
              </a:rPr>
              <a:t>：带存储器的处理机</a:t>
            </a:r>
          </a:p>
          <a:p>
            <a:pPr marL="7938" lvl="1" indent="-7938" eaLnBrk="1" hangingPunct="1"/>
            <a:r>
              <a:rPr lang="en-US" altLang="zh-CN" sz="1400" b="1" dirty="0">
                <a:solidFill>
                  <a:srgbClr val="FF0000"/>
                </a:solidFill>
                <a:latin typeface="+mn-lt"/>
                <a:ea typeface="宋体" panose="02010600030101010101" pitchFamily="2" charset="-122"/>
              </a:rPr>
              <a:t>CP</a:t>
            </a:r>
            <a:r>
              <a:rPr lang="zh-CN" altLang="en-US" sz="1400" dirty="0">
                <a:latin typeface="+mn-lt"/>
                <a:ea typeface="宋体" panose="02010600030101010101" pitchFamily="2" charset="-122"/>
              </a:rPr>
              <a:t>：控制处理机 </a:t>
            </a:r>
          </a:p>
        </p:txBody>
      </p:sp>
      <p:sp>
        <p:nvSpPr>
          <p:cNvPr id="4" name="矩形 3"/>
          <p:cNvSpPr/>
          <p:nvPr/>
        </p:nvSpPr>
        <p:spPr>
          <a:xfrm>
            <a:off x="3871315" y="3561167"/>
            <a:ext cx="1018227" cy="307777"/>
          </a:xfrm>
          <a:prstGeom prst="rect">
            <a:avLst/>
          </a:prstGeom>
        </p:spPr>
        <p:style>
          <a:lnRef idx="1">
            <a:schemeClr val="accent1"/>
          </a:lnRef>
          <a:fillRef idx="3">
            <a:schemeClr val="accent1"/>
          </a:fillRef>
          <a:effectRef idx="2">
            <a:schemeClr val="accent1"/>
          </a:effectRef>
          <a:fontRef idx="minor">
            <a:schemeClr val="lt1"/>
          </a:fontRef>
        </p:style>
        <p:txBody>
          <a:bodyPr wrap="none">
            <a:spAutoFit/>
          </a:bodyPr>
          <a:lstStyle/>
          <a:p>
            <a:r>
              <a:rPr lang="en-US" altLang="zh-CN" sz="1400" dirty="0">
                <a:solidFill>
                  <a:srgbClr val="0000FF"/>
                </a:solidFill>
              </a:rPr>
              <a:t>224×224</a:t>
            </a:r>
            <a:endParaRPr lang="zh-CN" altLang="en-US" sz="1400" dirty="0">
              <a:solidFill>
                <a:srgbClr val="0000FF"/>
              </a:solidFill>
            </a:endParaRPr>
          </a:p>
        </p:txBody>
      </p:sp>
    </p:spTree>
    <p:extLst>
      <p:ext uri="{BB962C8B-B14F-4D97-AF65-F5344CB8AC3E}">
        <p14:creationId xmlns:p14="http://schemas.microsoft.com/office/powerpoint/2010/main" val="2760139239"/>
      </p:ext>
    </p:extLst>
  </p:cSld>
  <p:clrMapOvr>
    <a:masterClrMapping/>
  </p:clrMapOvr>
  <p:transition spd="slow">
    <p:random/>
    <p:sndAc>
      <p:stSnd>
        <p:snd r:embed="rId2" name="projctor.wav"/>
      </p:stSnd>
    </p:sndAc>
  </p:transition>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3890" name="Rectangle 2"/>
          <p:cNvSpPr>
            <a:spLocks noGrp="1" noChangeArrowheads="1"/>
          </p:cNvSpPr>
          <p:nvPr>
            <p:ph type="title"/>
          </p:nvPr>
        </p:nvSpPr>
        <p:spPr/>
        <p:txBody>
          <a:bodyPr/>
          <a:lstStyle/>
          <a:p>
            <a:pPr eaLnBrk="1" hangingPunct="1">
              <a:defRPr/>
            </a:pPr>
            <a:r>
              <a:rPr lang="zh-CN" altLang="en-US" smtClean="0"/>
              <a:t>问题及解决</a:t>
            </a:r>
          </a:p>
        </p:txBody>
      </p:sp>
      <p:sp>
        <p:nvSpPr>
          <p:cNvPr id="933891" name="Rectangle 3"/>
          <p:cNvSpPr>
            <a:spLocks noGrp="1" noChangeArrowheads="1"/>
          </p:cNvSpPr>
          <p:nvPr>
            <p:ph type="body" idx="1"/>
          </p:nvPr>
        </p:nvSpPr>
        <p:spPr/>
        <p:txBody>
          <a:bodyPr/>
          <a:lstStyle/>
          <a:p>
            <a:pPr marL="0" indent="0" eaLnBrk="1" hangingPunct="1">
              <a:lnSpc>
                <a:spcPct val="115000"/>
              </a:lnSpc>
              <a:buFont typeface="Wingdings" pitchFamily="2" charset="2"/>
              <a:buNone/>
              <a:defRPr/>
            </a:pPr>
            <a:r>
              <a:rPr lang="zh-CN" altLang="en-US" sz="2400" dirty="0" smtClean="0">
                <a:solidFill>
                  <a:srgbClr val="FF0000"/>
                </a:solidFill>
                <a:effectLst>
                  <a:outerShdw blurRad="38100" dist="38100" dir="2700000" algn="tl">
                    <a:srgbClr val="C0C0C0"/>
                  </a:outerShdw>
                </a:effectLst>
              </a:rPr>
              <a:t>问题：</a:t>
            </a:r>
          </a:p>
          <a:p>
            <a:pPr marL="0" indent="0" eaLnBrk="1" hangingPunct="1">
              <a:lnSpc>
                <a:spcPct val="115000"/>
              </a:lnSpc>
              <a:buFont typeface="Wingdings" pitchFamily="2" charset="2"/>
              <a:buNone/>
              <a:defRPr/>
            </a:pPr>
            <a:r>
              <a:rPr lang="zh-CN" altLang="en-US" sz="2400" dirty="0" smtClean="0"/>
              <a:t>       </a:t>
            </a:r>
            <a:r>
              <a:rPr lang="zh-CN" altLang="en-US" sz="2400" dirty="0" smtClean="0">
                <a:solidFill>
                  <a:srgbClr val="0000CC"/>
                </a:solidFill>
                <a:effectLst>
                  <a:outerShdw blurRad="38100" dist="38100" dir="2700000" algn="tl">
                    <a:srgbClr val="C0C0C0"/>
                  </a:outerShdw>
                </a:effectLst>
              </a:rPr>
              <a:t>交叉开关网络很复杂，代价大</a:t>
            </a:r>
            <a:r>
              <a:rPr lang="zh-CN" altLang="en-US" sz="2400" dirty="0" smtClean="0"/>
              <a:t>（因此一般只有</a:t>
            </a:r>
            <a:r>
              <a:rPr lang="en-US" altLang="zh-CN" sz="2400" dirty="0" smtClean="0"/>
              <a:t>n</a:t>
            </a:r>
            <a:r>
              <a:rPr lang="en-US" altLang="zh-CN" sz="2400" dirty="0" smtClean="0">
                <a:sym typeface="Symbol"/>
              </a:rPr>
              <a:t>16</a:t>
            </a:r>
            <a:r>
              <a:rPr lang="zh-CN" altLang="en-US" sz="2400" dirty="0" smtClean="0">
                <a:sym typeface="Symbol"/>
              </a:rPr>
              <a:t>的小型交叉开关网络用在商品化的计算机中</a:t>
            </a:r>
            <a:r>
              <a:rPr lang="zh-CN" altLang="en-US" sz="2400" dirty="0" smtClean="0"/>
              <a:t>）。因为开关阵列的每个交叉点上均有一套开关，每套开关内部含有多选一的仲裁模块和多路转换器模块。</a:t>
            </a:r>
          </a:p>
          <a:p>
            <a:pPr marL="0" indent="0" eaLnBrk="1" hangingPunct="1">
              <a:lnSpc>
                <a:spcPct val="115000"/>
              </a:lnSpc>
              <a:buFont typeface="Wingdings" pitchFamily="2" charset="2"/>
              <a:buNone/>
              <a:defRPr/>
            </a:pPr>
            <a:r>
              <a:rPr lang="zh-CN" altLang="en-US" sz="2400" dirty="0" smtClean="0">
                <a:solidFill>
                  <a:srgbClr val="FF0000"/>
                </a:solidFill>
                <a:effectLst>
                  <a:outerShdw blurRad="38100" dist="38100" dir="2700000" algn="tl">
                    <a:srgbClr val="C0C0C0"/>
                  </a:outerShdw>
                </a:effectLst>
              </a:rPr>
              <a:t>解决：</a:t>
            </a:r>
          </a:p>
          <a:p>
            <a:pPr marL="0" indent="0" eaLnBrk="1" hangingPunct="1">
              <a:lnSpc>
                <a:spcPct val="115000"/>
              </a:lnSpc>
              <a:buFont typeface="Wingdings" pitchFamily="2" charset="2"/>
              <a:buNone/>
              <a:defRPr/>
            </a:pPr>
            <a:r>
              <a:rPr lang="zh-CN" altLang="en-US" sz="2400" dirty="0" smtClean="0"/>
              <a:t>       通过用多个较小规模的交叉开关网络“串联”和“并联” 来构成</a:t>
            </a:r>
            <a:r>
              <a:rPr lang="zh-CN" altLang="en-US" sz="2400" dirty="0" smtClean="0">
                <a:solidFill>
                  <a:srgbClr val="0000CC"/>
                </a:solidFill>
                <a:effectLst>
                  <a:outerShdw blurRad="38100" dist="38100" dir="2700000" algn="tl">
                    <a:srgbClr val="000000">
                      <a:alpha val="43137"/>
                    </a:srgbClr>
                  </a:outerShdw>
                </a:effectLst>
              </a:rPr>
              <a:t>多级交叉开关网络</a:t>
            </a:r>
            <a:r>
              <a:rPr lang="zh-CN" altLang="en-US" sz="2400" dirty="0" smtClean="0"/>
              <a:t>，以取代单级的大规模的交叉开关。</a:t>
            </a:r>
          </a:p>
        </p:txBody>
      </p:sp>
      <p:sp>
        <p:nvSpPr>
          <p:cNvPr id="62468"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互连网络种类</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动态互连网络</a:t>
            </a:r>
            <a:endParaRPr lang="zh-CN" altLang="en-US" sz="1200" b="0">
              <a:latin typeface="Times New Roman" pitchFamily="18" charset="0"/>
              <a:ea typeface="幼圆" pitchFamily="49" charset="-122"/>
            </a:endParaRPr>
          </a:p>
        </p:txBody>
      </p:sp>
      <p:sp>
        <p:nvSpPr>
          <p:cNvPr id="62469" name="Text Box 5"/>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en-US" altLang="zh-CN" sz="1200" b="0" dirty="0" smtClean="0">
                <a:latin typeface="幼圆" pitchFamily="49" charset="-122"/>
                <a:ea typeface="幼圆" pitchFamily="49" charset="-122"/>
              </a:rPr>
              <a:t>6</a:t>
            </a:r>
            <a:r>
              <a:rPr lang="zh-CN" altLang="en-US" sz="1200" b="0" dirty="0" smtClean="0">
                <a:latin typeface="幼圆" pitchFamily="49" charset="-122"/>
                <a:ea typeface="幼圆" pitchFamily="49" charset="-122"/>
              </a:rPr>
              <a:t> </a:t>
            </a:r>
            <a:r>
              <a:rPr lang="zh-CN" altLang="en-US" sz="1200" b="0" dirty="0">
                <a:latin typeface="幼圆" pitchFamily="49" charset="-122"/>
                <a:ea typeface="幼圆" pitchFamily="49" charset="-122"/>
              </a:rPr>
              <a:t>之 </a:t>
            </a:r>
            <a:r>
              <a:rPr lang="en-US" altLang="zh-CN" sz="1200" b="0" dirty="0" smtClean="0">
                <a:latin typeface="幼圆" pitchFamily="49" charset="-122"/>
                <a:ea typeface="幼圆" pitchFamily="49" charset="-122"/>
              </a:rPr>
              <a:t>4</a:t>
            </a:r>
            <a:endParaRPr lang="zh-CN" altLang="en-US" sz="1200" b="0" dirty="0">
              <a:latin typeface="幼圆" pitchFamily="49" charset="-122"/>
              <a:ea typeface="幼圆" pitchFamily="49" charset="-122"/>
            </a:endParaRPr>
          </a:p>
        </p:txBody>
      </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1058" name="Rectangle 2"/>
          <p:cNvSpPr>
            <a:spLocks noGrp="1" noChangeArrowheads="1"/>
          </p:cNvSpPr>
          <p:nvPr>
            <p:ph type="title"/>
          </p:nvPr>
        </p:nvSpPr>
        <p:spPr/>
        <p:txBody>
          <a:bodyPr/>
          <a:lstStyle/>
          <a:p>
            <a:pPr eaLnBrk="1" hangingPunct="1">
              <a:defRPr/>
            </a:pPr>
            <a:r>
              <a:rPr lang="en-US" altLang="zh-CN" smtClean="0"/>
              <a:t>Delta</a:t>
            </a:r>
            <a:r>
              <a:rPr lang="zh-CN" altLang="en-US" smtClean="0"/>
              <a:t>网</a:t>
            </a:r>
          </a:p>
        </p:txBody>
      </p:sp>
      <p:sp>
        <p:nvSpPr>
          <p:cNvPr id="63491"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互连网络种类</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动态互连网络</a:t>
            </a:r>
            <a:endParaRPr lang="zh-CN" altLang="en-US" sz="1200" b="0">
              <a:latin typeface="Times New Roman" pitchFamily="18" charset="0"/>
              <a:ea typeface="幼圆" pitchFamily="49" charset="-122"/>
            </a:endParaRPr>
          </a:p>
        </p:txBody>
      </p:sp>
      <p:sp>
        <p:nvSpPr>
          <p:cNvPr id="941061" name="Rectangle 5"/>
          <p:cNvSpPr>
            <a:spLocks noGrp="1" noChangeArrowheads="1"/>
          </p:cNvSpPr>
          <p:nvPr>
            <p:ph type="body" idx="1"/>
          </p:nvPr>
        </p:nvSpPr>
        <p:spPr>
          <a:xfrm>
            <a:off x="809625" y="1989138"/>
            <a:ext cx="7958138" cy="4411662"/>
          </a:xfrm>
        </p:spPr>
        <p:txBody>
          <a:bodyPr/>
          <a:lstStyle/>
          <a:p>
            <a:pPr marL="0" indent="0" eaLnBrk="1" hangingPunct="1">
              <a:lnSpc>
                <a:spcPct val="130000"/>
              </a:lnSpc>
              <a:buFont typeface="Wingdings" pitchFamily="2" charset="2"/>
              <a:buNone/>
              <a:defRPr/>
            </a:pPr>
            <a:r>
              <a:rPr lang="zh-CN" altLang="en-US" dirty="0" smtClean="0"/>
              <a:t>       </a:t>
            </a:r>
            <a:r>
              <a:rPr lang="zh-CN" altLang="en-US" dirty="0" smtClean="0">
                <a:solidFill>
                  <a:srgbClr val="FF0000"/>
                </a:solidFill>
                <a:effectLst>
                  <a:outerShdw blurRad="38100" dist="38100" dir="2700000" algn="tl">
                    <a:srgbClr val="C0C0C0"/>
                  </a:outerShdw>
                </a:effectLst>
              </a:rPr>
              <a:t>用</a:t>
            </a:r>
            <a:r>
              <a:rPr lang="en-US" altLang="zh-CN" dirty="0" err="1" smtClean="0">
                <a:solidFill>
                  <a:srgbClr val="FF0000"/>
                </a:solidFill>
                <a:effectLst>
                  <a:outerShdw blurRad="38100" dist="38100" dir="2700000" algn="tl">
                    <a:srgbClr val="C0C0C0"/>
                  </a:outerShdw>
                </a:effectLst>
              </a:rPr>
              <a:t>a×b</a:t>
            </a:r>
            <a:r>
              <a:rPr lang="zh-CN" altLang="en-US" dirty="0" smtClean="0">
                <a:solidFill>
                  <a:srgbClr val="FF0000"/>
                </a:solidFill>
                <a:effectLst>
                  <a:outerShdw blurRad="38100" dist="38100" dir="2700000" algn="tl">
                    <a:srgbClr val="C0C0C0"/>
                  </a:outerShdw>
                </a:effectLst>
              </a:rPr>
              <a:t>的交叉开关模块构成</a:t>
            </a:r>
            <a:r>
              <a:rPr lang="en-US" altLang="zh-CN" dirty="0" err="1" smtClean="0">
                <a:solidFill>
                  <a:srgbClr val="FF0000"/>
                </a:solidFill>
                <a:effectLst>
                  <a:outerShdw blurRad="38100" dist="38100" dir="2700000" algn="tl">
                    <a:srgbClr val="C0C0C0"/>
                  </a:outerShdw>
                </a:effectLst>
              </a:rPr>
              <a:t>a</a:t>
            </a:r>
            <a:r>
              <a:rPr lang="en-US" altLang="zh-CN" baseline="30000" dirty="0" err="1" smtClean="0">
                <a:solidFill>
                  <a:srgbClr val="FF0000"/>
                </a:solidFill>
                <a:effectLst>
                  <a:outerShdw blurRad="38100" dist="38100" dir="2700000" algn="tl">
                    <a:srgbClr val="C0C0C0"/>
                  </a:outerShdw>
                </a:effectLst>
              </a:rPr>
              <a:t>n</a:t>
            </a:r>
            <a:r>
              <a:rPr lang="en-US" altLang="zh-CN" dirty="0" err="1" smtClean="0">
                <a:solidFill>
                  <a:srgbClr val="FF0000"/>
                </a:solidFill>
                <a:effectLst>
                  <a:outerShdw blurRad="38100" dist="38100" dir="2700000" algn="tl">
                    <a:srgbClr val="C0C0C0"/>
                  </a:outerShdw>
                </a:effectLst>
              </a:rPr>
              <a:t>×b</a:t>
            </a:r>
            <a:r>
              <a:rPr lang="en-US" altLang="zh-CN" baseline="30000" dirty="0" err="1" smtClean="0">
                <a:solidFill>
                  <a:srgbClr val="FF0000"/>
                </a:solidFill>
                <a:effectLst>
                  <a:outerShdw blurRad="38100" dist="38100" dir="2700000" algn="tl">
                    <a:srgbClr val="C0C0C0"/>
                  </a:outerShdw>
                </a:effectLst>
              </a:rPr>
              <a:t>n</a:t>
            </a:r>
            <a:r>
              <a:rPr lang="zh-CN" altLang="en-US" dirty="0" smtClean="0">
                <a:solidFill>
                  <a:srgbClr val="FF0000"/>
                </a:solidFill>
                <a:effectLst>
                  <a:outerShdw blurRad="38100" dist="38100" dir="2700000" algn="tl">
                    <a:srgbClr val="C0C0C0"/>
                  </a:outerShdw>
                </a:effectLst>
              </a:rPr>
              <a:t>的交叉开关网络，其中指数</a:t>
            </a:r>
            <a:r>
              <a:rPr lang="en-US" altLang="zh-CN" dirty="0" smtClean="0">
                <a:solidFill>
                  <a:srgbClr val="FF0000"/>
                </a:solidFill>
                <a:effectLst>
                  <a:outerShdw blurRad="38100" dist="38100" dir="2700000" algn="tl">
                    <a:srgbClr val="C0C0C0"/>
                  </a:outerShdw>
                </a:effectLst>
              </a:rPr>
              <a:t>n</a:t>
            </a:r>
            <a:r>
              <a:rPr lang="zh-CN" altLang="en-US" dirty="0" smtClean="0">
                <a:solidFill>
                  <a:srgbClr val="FF0000"/>
                </a:solidFill>
                <a:effectLst>
                  <a:outerShdw blurRad="38100" dist="38100" dir="2700000" algn="tl">
                    <a:srgbClr val="C0C0C0"/>
                  </a:outerShdw>
                </a:effectLst>
              </a:rPr>
              <a:t>为互连网络的级数。</a:t>
            </a:r>
          </a:p>
          <a:p>
            <a:pPr marL="0" indent="0" eaLnBrk="1" hangingPunct="1">
              <a:lnSpc>
                <a:spcPct val="130000"/>
              </a:lnSpc>
              <a:buFont typeface="Wingdings" pitchFamily="2" charset="2"/>
              <a:buNone/>
              <a:defRPr/>
            </a:pPr>
            <a:r>
              <a:rPr lang="zh-CN" altLang="en-US" dirty="0" smtClean="0"/>
              <a:t>       例如：用4×4的交叉开关模块构成4</a:t>
            </a:r>
            <a:r>
              <a:rPr lang="zh-CN" altLang="en-US" baseline="30000" dirty="0" smtClean="0"/>
              <a:t>2</a:t>
            </a:r>
            <a:r>
              <a:rPr lang="zh-CN" altLang="en-US" dirty="0" smtClean="0"/>
              <a:t>×4</a:t>
            </a:r>
            <a:r>
              <a:rPr lang="zh-CN" altLang="en-US" baseline="30000" dirty="0" smtClean="0"/>
              <a:t>2</a:t>
            </a:r>
            <a:r>
              <a:rPr lang="zh-CN" altLang="en-US" dirty="0" smtClean="0"/>
              <a:t>的交叉开关网络，其中指数2为互连网络的级数。</a:t>
            </a:r>
          </a:p>
        </p:txBody>
      </p:sp>
      <p:sp>
        <p:nvSpPr>
          <p:cNvPr id="63493"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en-US" altLang="zh-CN" sz="1200" b="0" dirty="0" smtClean="0">
                <a:latin typeface="幼圆" pitchFamily="49" charset="-122"/>
                <a:ea typeface="幼圆" pitchFamily="49" charset="-122"/>
              </a:rPr>
              <a:t>6</a:t>
            </a:r>
            <a:r>
              <a:rPr lang="zh-CN" altLang="en-US" sz="1200" b="0" dirty="0" smtClean="0">
                <a:latin typeface="幼圆" pitchFamily="49" charset="-122"/>
                <a:ea typeface="幼圆" pitchFamily="49" charset="-122"/>
              </a:rPr>
              <a:t> </a:t>
            </a:r>
            <a:r>
              <a:rPr lang="zh-CN" altLang="en-US" sz="1200" b="0" dirty="0">
                <a:latin typeface="幼圆" pitchFamily="49" charset="-122"/>
                <a:ea typeface="幼圆" pitchFamily="49" charset="-122"/>
              </a:rPr>
              <a:t>之 </a:t>
            </a:r>
            <a:r>
              <a:rPr lang="en-US" altLang="zh-CN" sz="1200" b="0" dirty="0" smtClean="0">
                <a:latin typeface="幼圆" pitchFamily="49" charset="-122"/>
                <a:ea typeface="幼圆" pitchFamily="49" charset="-122"/>
              </a:rPr>
              <a:t>5</a:t>
            </a:r>
            <a:endParaRPr lang="zh-CN" altLang="en-US" sz="1200" b="0" dirty="0">
              <a:latin typeface="幼圆" pitchFamily="49" charset="-122"/>
              <a:ea typeface="幼圆" pitchFamily="49" charset="-122"/>
            </a:endParaRPr>
          </a:p>
        </p:txBody>
      </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82" name="Rectangle 2"/>
          <p:cNvSpPr>
            <a:spLocks noGrp="1" noChangeArrowheads="1"/>
          </p:cNvSpPr>
          <p:nvPr>
            <p:ph type="title"/>
          </p:nvPr>
        </p:nvSpPr>
        <p:spPr/>
        <p:txBody>
          <a:bodyPr/>
          <a:lstStyle/>
          <a:p>
            <a:pPr eaLnBrk="1" hangingPunct="1">
              <a:defRPr/>
            </a:pPr>
            <a:r>
              <a:rPr lang="zh-CN" altLang="en-US" smtClean="0"/>
              <a:t>图  示</a:t>
            </a:r>
          </a:p>
        </p:txBody>
      </p:sp>
      <p:sp>
        <p:nvSpPr>
          <p:cNvPr id="6451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互连网络种类</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动态互连网络</a:t>
            </a:r>
            <a:endParaRPr lang="zh-CN" altLang="en-US" sz="1200" b="0">
              <a:latin typeface="Times New Roman" pitchFamily="18" charset="0"/>
              <a:ea typeface="幼圆" pitchFamily="49" charset="-122"/>
            </a:endParaRPr>
          </a:p>
        </p:txBody>
      </p:sp>
      <p:grpSp>
        <p:nvGrpSpPr>
          <p:cNvPr id="64516" name="Group 57"/>
          <p:cNvGrpSpPr>
            <a:grpSpLocks/>
          </p:cNvGrpSpPr>
          <p:nvPr/>
        </p:nvGrpSpPr>
        <p:grpSpPr bwMode="auto">
          <a:xfrm rot="-2445817">
            <a:off x="2830374" y="2146162"/>
            <a:ext cx="609600" cy="609600"/>
            <a:chOff x="1824" y="2592"/>
            <a:chExt cx="384" cy="384"/>
          </a:xfrm>
        </p:grpSpPr>
        <p:sp>
          <p:nvSpPr>
            <p:cNvPr id="64671" name="Line 58"/>
            <p:cNvSpPr>
              <a:spLocks noChangeShapeType="1"/>
            </p:cNvSpPr>
            <p:nvPr/>
          </p:nvSpPr>
          <p:spPr bwMode="auto">
            <a:xfrm>
              <a:off x="1824" y="2640"/>
              <a:ext cx="38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672" name="Line 59"/>
            <p:cNvSpPr>
              <a:spLocks noChangeShapeType="1"/>
            </p:cNvSpPr>
            <p:nvPr/>
          </p:nvSpPr>
          <p:spPr bwMode="auto">
            <a:xfrm>
              <a:off x="1824" y="2736"/>
              <a:ext cx="38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673" name="Line 60"/>
            <p:cNvSpPr>
              <a:spLocks noChangeShapeType="1"/>
            </p:cNvSpPr>
            <p:nvPr/>
          </p:nvSpPr>
          <p:spPr bwMode="auto">
            <a:xfrm>
              <a:off x="1824" y="2832"/>
              <a:ext cx="38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674" name="Line 61"/>
            <p:cNvSpPr>
              <a:spLocks noChangeShapeType="1"/>
            </p:cNvSpPr>
            <p:nvPr/>
          </p:nvSpPr>
          <p:spPr bwMode="auto">
            <a:xfrm rot="-5400000">
              <a:off x="1680" y="2784"/>
              <a:ext cx="38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675" name="Line 62"/>
            <p:cNvSpPr>
              <a:spLocks noChangeShapeType="1"/>
            </p:cNvSpPr>
            <p:nvPr/>
          </p:nvSpPr>
          <p:spPr bwMode="auto">
            <a:xfrm>
              <a:off x="1824" y="2928"/>
              <a:ext cx="38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676" name="Line 63"/>
            <p:cNvSpPr>
              <a:spLocks noChangeShapeType="1"/>
            </p:cNvSpPr>
            <p:nvPr/>
          </p:nvSpPr>
          <p:spPr bwMode="auto">
            <a:xfrm rot="-5400000">
              <a:off x="1776" y="2784"/>
              <a:ext cx="38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677" name="Line 64"/>
            <p:cNvSpPr>
              <a:spLocks noChangeShapeType="1"/>
            </p:cNvSpPr>
            <p:nvPr/>
          </p:nvSpPr>
          <p:spPr bwMode="auto">
            <a:xfrm rot="-5400000">
              <a:off x="1872" y="2784"/>
              <a:ext cx="38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678" name="Line 65"/>
            <p:cNvSpPr>
              <a:spLocks noChangeShapeType="1"/>
            </p:cNvSpPr>
            <p:nvPr/>
          </p:nvSpPr>
          <p:spPr bwMode="auto">
            <a:xfrm rot="-5400000">
              <a:off x="1968" y="2784"/>
              <a:ext cx="38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64517" name="Group 66"/>
          <p:cNvGrpSpPr>
            <a:grpSpLocks/>
          </p:cNvGrpSpPr>
          <p:nvPr/>
        </p:nvGrpSpPr>
        <p:grpSpPr bwMode="auto">
          <a:xfrm rot="-2445817">
            <a:off x="2819400" y="3278188"/>
            <a:ext cx="609600" cy="609600"/>
            <a:chOff x="1824" y="2592"/>
            <a:chExt cx="384" cy="384"/>
          </a:xfrm>
        </p:grpSpPr>
        <p:sp>
          <p:nvSpPr>
            <p:cNvPr id="64663" name="Line 67"/>
            <p:cNvSpPr>
              <a:spLocks noChangeShapeType="1"/>
            </p:cNvSpPr>
            <p:nvPr/>
          </p:nvSpPr>
          <p:spPr bwMode="auto">
            <a:xfrm>
              <a:off x="1824" y="2640"/>
              <a:ext cx="38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664" name="Line 68"/>
            <p:cNvSpPr>
              <a:spLocks noChangeShapeType="1"/>
            </p:cNvSpPr>
            <p:nvPr/>
          </p:nvSpPr>
          <p:spPr bwMode="auto">
            <a:xfrm>
              <a:off x="1824" y="2736"/>
              <a:ext cx="38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665" name="Line 69"/>
            <p:cNvSpPr>
              <a:spLocks noChangeShapeType="1"/>
            </p:cNvSpPr>
            <p:nvPr/>
          </p:nvSpPr>
          <p:spPr bwMode="auto">
            <a:xfrm>
              <a:off x="1824" y="2832"/>
              <a:ext cx="38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666" name="Line 70"/>
            <p:cNvSpPr>
              <a:spLocks noChangeShapeType="1"/>
            </p:cNvSpPr>
            <p:nvPr/>
          </p:nvSpPr>
          <p:spPr bwMode="auto">
            <a:xfrm rot="-5400000">
              <a:off x="1680" y="2784"/>
              <a:ext cx="38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667" name="Line 71"/>
            <p:cNvSpPr>
              <a:spLocks noChangeShapeType="1"/>
            </p:cNvSpPr>
            <p:nvPr/>
          </p:nvSpPr>
          <p:spPr bwMode="auto">
            <a:xfrm>
              <a:off x="1824" y="2928"/>
              <a:ext cx="38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668" name="Line 72"/>
            <p:cNvSpPr>
              <a:spLocks noChangeShapeType="1"/>
            </p:cNvSpPr>
            <p:nvPr/>
          </p:nvSpPr>
          <p:spPr bwMode="auto">
            <a:xfrm rot="-5400000">
              <a:off x="1776" y="2784"/>
              <a:ext cx="38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669" name="Line 73"/>
            <p:cNvSpPr>
              <a:spLocks noChangeShapeType="1"/>
            </p:cNvSpPr>
            <p:nvPr/>
          </p:nvSpPr>
          <p:spPr bwMode="auto">
            <a:xfrm rot="-5400000">
              <a:off x="1872" y="2784"/>
              <a:ext cx="38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670" name="Line 74"/>
            <p:cNvSpPr>
              <a:spLocks noChangeShapeType="1"/>
            </p:cNvSpPr>
            <p:nvPr/>
          </p:nvSpPr>
          <p:spPr bwMode="auto">
            <a:xfrm rot="-5400000">
              <a:off x="1968" y="2784"/>
              <a:ext cx="38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64518" name="Group 75"/>
          <p:cNvGrpSpPr>
            <a:grpSpLocks/>
          </p:cNvGrpSpPr>
          <p:nvPr/>
        </p:nvGrpSpPr>
        <p:grpSpPr bwMode="auto">
          <a:xfrm rot="-2445817">
            <a:off x="2819400" y="4359275"/>
            <a:ext cx="609600" cy="609600"/>
            <a:chOff x="1824" y="2592"/>
            <a:chExt cx="384" cy="384"/>
          </a:xfrm>
        </p:grpSpPr>
        <p:sp>
          <p:nvSpPr>
            <p:cNvPr id="64655" name="Line 76"/>
            <p:cNvSpPr>
              <a:spLocks noChangeShapeType="1"/>
            </p:cNvSpPr>
            <p:nvPr/>
          </p:nvSpPr>
          <p:spPr bwMode="auto">
            <a:xfrm>
              <a:off x="1824" y="2640"/>
              <a:ext cx="38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656" name="Line 77"/>
            <p:cNvSpPr>
              <a:spLocks noChangeShapeType="1"/>
            </p:cNvSpPr>
            <p:nvPr/>
          </p:nvSpPr>
          <p:spPr bwMode="auto">
            <a:xfrm>
              <a:off x="1824" y="2736"/>
              <a:ext cx="38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657" name="Line 78"/>
            <p:cNvSpPr>
              <a:spLocks noChangeShapeType="1"/>
            </p:cNvSpPr>
            <p:nvPr/>
          </p:nvSpPr>
          <p:spPr bwMode="auto">
            <a:xfrm>
              <a:off x="1824" y="2832"/>
              <a:ext cx="38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658" name="Line 79"/>
            <p:cNvSpPr>
              <a:spLocks noChangeShapeType="1"/>
            </p:cNvSpPr>
            <p:nvPr/>
          </p:nvSpPr>
          <p:spPr bwMode="auto">
            <a:xfrm rot="-5400000">
              <a:off x="1680" y="2784"/>
              <a:ext cx="38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659" name="Line 80"/>
            <p:cNvSpPr>
              <a:spLocks noChangeShapeType="1"/>
            </p:cNvSpPr>
            <p:nvPr/>
          </p:nvSpPr>
          <p:spPr bwMode="auto">
            <a:xfrm>
              <a:off x="1824" y="2928"/>
              <a:ext cx="38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660" name="Line 81"/>
            <p:cNvSpPr>
              <a:spLocks noChangeShapeType="1"/>
            </p:cNvSpPr>
            <p:nvPr/>
          </p:nvSpPr>
          <p:spPr bwMode="auto">
            <a:xfrm rot="-5400000">
              <a:off x="1776" y="2784"/>
              <a:ext cx="38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661" name="Line 82"/>
            <p:cNvSpPr>
              <a:spLocks noChangeShapeType="1"/>
            </p:cNvSpPr>
            <p:nvPr/>
          </p:nvSpPr>
          <p:spPr bwMode="auto">
            <a:xfrm rot="-5400000">
              <a:off x="1872" y="2784"/>
              <a:ext cx="38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662" name="Line 83"/>
            <p:cNvSpPr>
              <a:spLocks noChangeShapeType="1"/>
            </p:cNvSpPr>
            <p:nvPr/>
          </p:nvSpPr>
          <p:spPr bwMode="auto">
            <a:xfrm rot="-5400000">
              <a:off x="1968" y="2784"/>
              <a:ext cx="38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64519" name="Group 84"/>
          <p:cNvGrpSpPr>
            <a:grpSpLocks/>
          </p:cNvGrpSpPr>
          <p:nvPr/>
        </p:nvGrpSpPr>
        <p:grpSpPr bwMode="auto">
          <a:xfrm rot="-2445817">
            <a:off x="2825555" y="5484811"/>
            <a:ext cx="609600" cy="609600"/>
            <a:chOff x="1824" y="2592"/>
            <a:chExt cx="384" cy="384"/>
          </a:xfrm>
        </p:grpSpPr>
        <p:sp>
          <p:nvSpPr>
            <p:cNvPr id="64647" name="Line 85"/>
            <p:cNvSpPr>
              <a:spLocks noChangeShapeType="1"/>
            </p:cNvSpPr>
            <p:nvPr/>
          </p:nvSpPr>
          <p:spPr bwMode="auto">
            <a:xfrm>
              <a:off x="1824" y="2640"/>
              <a:ext cx="38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648" name="Line 86"/>
            <p:cNvSpPr>
              <a:spLocks noChangeShapeType="1"/>
            </p:cNvSpPr>
            <p:nvPr/>
          </p:nvSpPr>
          <p:spPr bwMode="auto">
            <a:xfrm>
              <a:off x="1824" y="2736"/>
              <a:ext cx="38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649" name="Line 87"/>
            <p:cNvSpPr>
              <a:spLocks noChangeShapeType="1"/>
            </p:cNvSpPr>
            <p:nvPr/>
          </p:nvSpPr>
          <p:spPr bwMode="auto">
            <a:xfrm>
              <a:off x="1824" y="2832"/>
              <a:ext cx="38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650" name="Line 88"/>
            <p:cNvSpPr>
              <a:spLocks noChangeShapeType="1"/>
            </p:cNvSpPr>
            <p:nvPr/>
          </p:nvSpPr>
          <p:spPr bwMode="auto">
            <a:xfrm rot="-5400000">
              <a:off x="1680" y="2784"/>
              <a:ext cx="38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651" name="Line 89"/>
            <p:cNvSpPr>
              <a:spLocks noChangeShapeType="1"/>
            </p:cNvSpPr>
            <p:nvPr/>
          </p:nvSpPr>
          <p:spPr bwMode="auto">
            <a:xfrm>
              <a:off x="1824" y="2928"/>
              <a:ext cx="38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652" name="Line 90"/>
            <p:cNvSpPr>
              <a:spLocks noChangeShapeType="1"/>
            </p:cNvSpPr>
            <p:nvPr/>
          </p:nvSpPr>
          <p:spPr bwMode="auto">
            <a:xfrm rot="-5400000">
              <a:off x="1776" y="2784"/>
              <a:ext cx="38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653" name="Line 91"/>
            <p:cNvSpPr>
              <a:spLocks noChangeShapeType="1"/>
            </p:cNvSpPr>
            <p:nvPr/>
          </p:nvSpPr>
          <p:spPr bwMode="auto">
            <a:xfrm rot="-5400000">
              <a:off x="1872" y="2784"/>
              <a:ext cx="38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654" name="Line 92"/>
            <p:cNvSpPr>
              <a:spLocks noChangeShapeType="1"/>
            </p:cNvSpPr>
            <p:nvPr/>
          </p:nvSpPr>
          <p:spPr bwMode="auto">
            <a:xfrm rot="-5400000">
              <a:off x="1968" y="2784"/>
              <a:ext cx="38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64520" name="Group 93"/>
          <p:cNvGrpSpPr>
            <a:grpSpLocks/>
          </p:cNvGrpSpPr>
          <p:nvPr/>
        </p:nvGrpSpPr>
        <p:grpSpPr bwMode="auto">
          <a:xfrm rot="-2445817">
            <a:off x="6201464" y="2204213"/>
            <a:ext cx="609600" cy="609600"/>
            <a:chOff x="1824" y="2592"/>
            <a:chExt cx="384" cy="384"/>
          </a:xfrm>
        </p:grpSpPr>
        <p:sp>
          <p:nvSpPr>
            <p:cNvPr id="64639" name="Line 94"/>
            <p:cNvSpPr>
              <a:spLocks noChangeShapeType="1"/>
            </p:cNvSpPr>
            <p:nvPr/>
          </p:nvSpPr>
          <p:spPr bwMode="auto">
            <a:xfrm>
              <a:off x="1824" y="2640"/>
              <a:ext cx="38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640" name="Line 95"/>
            <p:cNvSpPr>
              <a:spLocks noChangeShapeType="1"/>
            </p:cNvSpPr>
            <p:nvPr/>
          </p:nvSpPr>
          <p:spPr bwMode="auto">
            <a:xfrm>
              <a:off x="1824" y="2736"/>
              <a:ext cx="38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641" name="Line 96"/>
            <p:cNvSpPr>
              <a:spLocks noChangeShapeType="1"/>
            </p:cNvSpPr>
            <p:nvPr/>
          </p:nvSpPr>
          <p:spPr bwMode="auto">
            <a:xfrm>
              <a:off x="1824" y="2832"/>
              <a:ext cx="38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642" name="Line 97"/>
            <p:cNvSpPr>
              <a:spLocks noChangeShapeType="1"/>
            </p:cNvSpPr>
            <p:nvPr/>
          </p:nvSpPr>
          <p:spPr bwMode="auto">
            <a:xfrm rot="-5400000">
              <a:off x="1680" y="2784"/>
              <a:ext cx="38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643" name="Line 98"/>
            <p:cNvSpPr>
              <a:spLocks noChangeShapeType="1"/>
            </p:cNvSpPr>
            <p:nvPr/>
          </p:nvSpPr>
          <p:spPr bwMode="auto">
            <a:xfrm>
              <a:off x="1824" y="2928"/>
              <a:ext cx="38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644" name="Line 99"/>
            <p:cNvSpPr>
              <a:spLocks noChangeShapeType="1"/>
            </p:cNvSpPr>
            <p:nvPr/>
          </p:nvSpPr>
          <p:spPr bwMode="auto">
            <a:xfrm rot="-5400000">
              <a:off x="1776" y="2784"/>
              <a:ext cx="38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645" name="Line 100"/>
            <p:cNvSpPr>
              <a:spLocks noChangeShapeType="1"/>
            </p:cNvSpPr>
            <p:nvPr/>
          </p:nvSpPr>
          <p:spPr bwMode="auto">
            <a:xfrm rot="-5400000">
              <a:off x="1872" y="2784"/>
              <a:ext cx="38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646" name="Line 101"/>
            <p:cNvSpPr>
              <a:spLocks noChangeShapeType="1"/>
            </p:cNvSpPr>
            <p:nvPr/>
          </p:nvSpPr>
          <p:spPr bwMode="auto">
            <a:xfrm rot="-5400000">
              <a:off x="1968" y="2784"/>
              <a:ext cx="38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64521" name="Group 102"/>
          <p:cNvGrpSpPr>
            <a:grpSpLocks/>
          </p:cNvGrpSpPr>
          <p:nvPr/>
        </p:nvGrpSpPr>
        <p:grpSpPr bwMode="auto">
          <a:xfrm rot="-2445817">
            <a:off x="6172200" y="5487988"/>
            <a:ext cx="609600" cy="609600"/>
            <a:chOff x="1824" y="2592"/>
            <a:chExt cx="384" cy="384"/>
          </a:xfrm>
        </p:grpSpPr>
        <p:sp>
          <p:nvSpPr>
            <p:cNvPr id="64631" name="Line 103"/>
            <p:cNvSpPr>
              <a:spLocks noChangeShapeType="1"/>
            </p:cNvSpPr>
            <p:nvPr/>
          </p:nvSpPr>
          <p:spPr bwMode="auto">
            <a:xfrm>
              <a:off x="1824" y="2640"/>
              <a:ext cx="38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632" name="Line 104"/>
            <p:cNvSpPr>
              <a:spLocks noChangeShapeType="1"/>
            </p:cNvSpPr>
            <p:nvPr/>
          </p:nvSpPr>
          <p:spPr bwMode="auto">
            <a:xfrm>
              <a:off x="1824" y="2736"/>
              <a:ext cx="38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633" name="Line 105"/>
            <p:cNvSpPr>
              <a:spLocks noChangeShapeType="1"/>
            </p:cNvSpPr>
            <p:nvPr/>
          </p:nvSpPr>
          <p:spPr bwMode="auto">
            <a:xfrm>
              <a:off x="1824" y="2832"/>
              <a:ext cx="38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634" name="Line 106"/>
            <p:cNvSpPr>
              <a:spLocks noChangeShapeType="1"/>
            </p:cNvSpPr>
            <p:nvPr/>
          </p:nvSpPr>
          <p:spPr bwMode="auto">
            <a:xfrm rot="-5400000">
              <a:off x="1680" y="2784"/>
              <a:ext cx="38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635" name="Line 107"/>
            <p:cNvSpPr>
              <a:spLocks noChangeShapeType="1"/>
            </p:cNvSpPr>
            <p:nvPr/>
          </p:nvSpPr>
          <p:spPr bwMode="auto">
            <a:xfrm>
              <a:off x="1824" y="2928"/>
              <a:ext cx="38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636" name="Line 108"/>
            <p:cNvSpPr>
              <a:spLocks noChangeShapeType="1"/>
            </p:cNvSpPr>
            <p:nvPr/>
          </p:nvSpPr>
          <p:spPr bwMode="auto">
            <a:xfrm rot="-5400000">
              <a:off x="1776" y="2784"/>
              <a:ext cx="38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637" name="Line 109"/>
            <p:cNvSpPr>
              <a:spLocks noChangeShapeType="1"/>
            </p:cNvSpPr>
            <p:nvPr/>
          </p:nvSpPr>
          <p:spPr bwMode="auto">
            <a:xfrm rot="-5400000">
              <a:off x="1872" y="2784"/>
              <a:ext cx="38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638" name="Line 110"/>
            <p:cNvSpPr>
              <a:spLocks noChangeShapeType="1"/>
            </p:cNvSpPr>
            <p:nvPr/>
          </p:nvSpPr>
          <p:spPr bwMode="auto">
            <a:xfrm rot="-5400000">
              <a:off x="1968" y="2784"/>
              <a:ext cx="38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64522" name="Group 111"/>
          <p:cNvGrpSpPr>
            <a:grpSpLocks/>
          </p:cNvGrpSpPr>
          <p:nvPr/>
        </p:nvGrpSpPr>
        <p:grpSpPr bwMode="auto">
          <a:xfrm rot="-2445817">
            <a:off x="6172200" y="4421188"/>
            <a:ext cx="609600" cy="609600"/>
            <a:chOff x="1824" y="2592"/>
            <a:chExt cx="384" cy="384"/>
          </a:xfrm>
        </p:grpSpPr>
        <p:sp>
          <p:nvSpPr>
            <p:cNvPr id="64623" name="Line 112"/>
            <p:cNvSpPr>
              <a:spLocks noChangeShapeType="1"/>
            </p:cNvSpPr>
            <p:nvPr/>
          </p:nvSpPr>
          <p:spPr bwMode="auto">
            <a:xfrm>
              <a:off x="1824" y="2640"/>
              <a:ext cx="38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624" name="Line 113"/>
            <p:cNvSpPr>
              <a:spLocks noChangeShapeType="1"/>
            </p:cNvSpPr>
            <p:nvPr/>
          </p:nvSpPr>
          <p:spPr bwMode="auto">
            <a:xfrm>
              <a:off x="1824" y="2736"/>
              <a:ext cx="38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625" name="Line 114"/>
            <p:cNvSpPr>
              <a:spLocks noChangeShapeType="1"/>
            </p:cNvSpPr>
            <p:nvPr/>
          </p:nvSpPr>
          <p:spPr bwMode="auto">
            <a:xfrm>
              <a:off x="1824" y="2832"/>
              <a:ext cx="38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626" name="Line 115"/>
            <p:cNvSpPr>
              <a:spLocks noChangeShapeType="1"/>
            </p:cNvSpPr>
            <p:nvPr/>
          </p:nvSpPr>
          <p:spPr bwMode="auto">
            <a:xfrm rot="-5400000">
              <a:off x="1680" y="2784"/>
              <a:ext cx="38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627" name="Line 116"/>
            <p:cNvSpPr>
              <a:spLocks noChangeShapeType="1"/>
            </p:cNvSpPr>
            <p:nvPr/>
          </p:nvSpPr>
          <p:spPr bwMode="auto">
            <a:xfrm>
              <a:off x="1824" y="2928"/>
              <a:ext cx="38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628" name="Line 117"/>
            <p:cNvSpPr>
              <a:spLocks noChangeShapeType="1"/>
            </p:cNvSpPr>
            <p:nvPr/>
          </p:nvSpPr>
          <p:spPr bwMode="auto">
            <a:xfrm rot="-5400000">
              <a:off x="1776" y="2784"/>
              <a:ext cx="38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629" name="Line 118"/>
            <p:cNvSpPr>
              <a:spLocks noChangeShapeType="1"/>
            </p:cNvSpPr>
            <p:nvPr/>
          </p:nvSpPr>
          <p:spPr bwMode="auto">
            <a:xfrm rot="-5400000">
              <a:off x="1872" y="2784"/>
              <a:ext cx="38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630" name="Line 119"/>
            <p:cNvSpPr>
              <a:spLocks noChangeShapeType="1"/>
            </p:cNvSpPr>
            <p:nvPr/>
          </p:nvSpPr>
          <p:spPr bwMode="auto">
            <a:xfrm rot="-5400000">
              <a:off x="1968" y="2784"/>
              <a:ext cx="38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64523" name="Group 120"/>
          <p:cNvGrpSpPr>
            <a:grpSpLocks/>
          </p:cNvGrpSpPr>
          <p:nvPr/>
        </p:nvGrpSpPr>
        <p:grpSpPr bwMode="auto">
          <a:xfrm rot="-2445817">
            <a:off x="6213589" y="3278188"/>
            <a:ext cx="609600" cy="609600"/>
            <a:chOff x="1824" y="2592"/>
            <a:chExt cx="384" cy="384"/>
          </a:xfrm>
        </p:grpSpPr>
        <p:sp>
          <p:nvSpPr>
            <p:cNvPr id="64615" name="Line 121"/>
            <p:cNvSpPr>
              <a:spLocks noChangeShapeType="1"/>
            </p:cNvSpPr>
            <p:nvPr/>
          </p:nvSpPr>
          <p:spPr bwMode="auto">
            <a:xfrm>
              <a:off x="1824" y="2640"/>
              <a:ext cx="38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616" name="Line 122"/>
            <p:cNvSpPr>
              <a:spLocks noChangeShapeType="1"/>
            </p:cNvSpPr>
            <p:nvPr/>
          </p:nvSpPr>
          <p:spPr bwMode="auto">
            <a:xfrm>
              <a:off x="1824" y="2736"/>
              <a:ext cx="38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617" name="Line 123"/>
            <p:cNvSpPr>
              <a:spLocks noChangeShapeType="1"/>
            </p:cNvSpPr>
            <p:nvPr/>
          </p:nvSpPr>
          <p:spPr bwMode="auto">
            <a:xfrm>
              <a:off x="1824" y="2832"/>
              <a:ext cx="38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618" name="Line 124"/>
            <p:cNvSpPr>
              <a:spLocks noChangeShapeType="1"/>
            </p:cNvSpPr>
            <p:nvPr/>
          </p:nvSpPr>
          <p:spPr bwMode="auto">
            <a:xfrm rot="-5400000">
              <a:off x="1680" y="2784"/>
              <a:ext cx="38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619" name="Line 125"/>
            <p:cNvSpPr>
              <a:spLocks noChangeShapeType="1"/>
            </p:cNvSpPr>
            <p:nvPr/>
          </p:nvSpPr>
          <p:spPr bwMode="auto">
            <a:xfrm>
              <a:off x="1824" y="2928"/>
              <a:ext cx="38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620" name="Line 126"/>
            <p:cNvSpPr>
              <a:spLocks noChangeShapeType="1"/>
            </p:cNvSpPr>
            <p:nvPr/>
          </p:nvSpPr>
          <p:spPr bwMode="auto">
            <a:xfrm rot="-5400000">
              <a:off x="1776" y="2784"/>
              <a:ext cx="38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621" name="Line 127"/>
            <p:cNvSpPr>
              <a:spLocks noChangeShapeType="1"/>
            </p:cNvSpPr>
            <p:nvPr/>
          </p:nvSpPr>
          <p:spPr bwMode="auto">
            <a:xfrm rot="-5400000">
              <a:off x="1872" y="2784"/>
              <a:ext cx="38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622" name="Line 128"/>
            <p:cNvSpPr>
              <a:spLocks noChangeShapeType="1"/>
            </p:cNvSpPr>
            <p:nvPr/>
          </p:nvSpPr>
          <p:spPr bwMode="auto">
            <a:xfrm rot="-5400000">
              <a:off x="1968" y="2784"/>
              <a:ext cx="38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64524" name="Line 129"/>
          <p:cNvSpPr>
            <a:spLocks noChangeShapeType="1"/>
          </p:cNvSpPr>
          <p:nvPr/>
        </p:nvSpPr>
        <p:spPr bwMode="auto">
          <a:xfrm>
            <a:off x="3505199" y="2516187"/>
            <a:ext cx="2625725" cy="1587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25" name="Line 130"/>
          <p:cNvSpPr>
            <a:spLocks noChangeShapeType="1"/>
          </p:cNvSpPr>
          <p:nvPr/>
        </p:nvSpPr>
        <p:spPr bwMode="auto">
          <a:xfrm flipV="1">
            <a:off x="3380932" y="3735387"/>
            <a:ext cx="2867468" cy="8731"/>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26" name="Line 131"/>
          <p:cNvSpPr>
            <a:spLocks noChangeShapeType="1"/>
          </p:cNvSpPr>
          <p:nvPr/>
        </p:nvSpPr>
        <p:spPr bwMode="auto">
          <a:xfrm>
            <a:off x="3246438" y="4933950"/>
            <a:ext cx="3089275" cy="42863"/>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27" name="Line 132"/>
          <p:cNvSpPr>
            <a:spLocks noChangeShapeType="1"/>
          </p:cNvSpPr>
          <p:nvPr/>
        </p:nvSpPr>
        <p:spPr bwMode="auto">
          <a:xfrm>
            <a:off x="3156228" y="6173788"/>
            <a:ext cx="324457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28" name="Line 133"/>
          <p:cNvSpPr>
            <a:spLocks noChangeShapeType="1"/>
          </p:cNvSpPr>
          <p:nvPr/>
        </p:nvSpPr>
        <p:spPr bwMode="auto">
          <a:xfrm>
            <a:off x="3378200" y="2620963"/>
            <a:ext cx="6096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29" name="Line 134"/>
          <p:cNvSpPr>
            <a:spLocks noChangeShapeType="1"/>
          </p:cNvSpPr>
          <p:nvPr/>
        </p:nvSpPr>
        <p:spPr bwMode="auto">
          <a:xfrm flipV="1">
            <a:off x="3265502" y="2730499"/>
            <a:ext cx="627048" cy="107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30" name="Line 135"/>
          <p:cNvSpPr>
            <a:spLocks noChangeShapeType="1"/>
          </p:cNvSpPr>
          <p:nvPr/>
        </p:nvSpPr>
        <p:spPr bwMode="auto">
          <a:xfrm>
            <a:off x="3154363" y="2838450"/>
            <a:ext cx="6096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31" name="Line 136"/>
          <p:cNvSpPr>
            <a:spLocks noChangeShapeType="1"/>
          </p:cNvSpPr>
          <p:nvPr/>
        </p:nvSpPr>
        <p:spPr bwMode="auto">
          <a:xfrm>
            <a:off x="5716588" y="2763838"/>
            <a:ext cx="6096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32" name="Line 137"/>
          <p:cNvSpPr>
            <a:spLocks noChangeShapeType="1"/>
          </p:cNvSpPr>
          <p:nvPr/>
        </p:nvSpPr>
        <p:spPr bwMode="auto">
          <a:xfrm>
            <a:off x="5635625" y="2636838"/>
            <a:ext cx="6096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33" name="Line 138"/>
          <p:cNvSpPr>
            <a:spLocks noChangeShapeType="1"/>
          </p:cNvSpPr>
          <p:nvPr/>
        </p:nvSpPr>
        <p:spPr bwMode="auto">
          <a:xfrm>
            <a:off x="5827713" y="2879725"/>
            <a:ext cx="6096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34" name="Line 139"/>
          <p:cNvSpPr>
            <a:spLocks noChangeShapeType="1"/>
          </p:cNvSpPr>
          <p:nvPr/>
        </p:nvSpPr>
        <p:spPr bwMode="auto">
          <a:xfrm>
            <a:off x="5619458" y="3608388"/>
            <a:ext cx="5334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35" name="Line 140"/>
          <p:cNvSpPr>
            <a:spLocks noChangeShapeType="1"/>
          </p:cNvSpPr>
          <p:nvPr/>
        </p:nvSpPr>
        <p:spPr bwMode="auto">
          <a:xfrm>
            <a:off x="5726097" y="3846514"/>
            <a:ext cx="619147" cy="3173"/>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36" name="Line 141"/>
          <p:cNvSpPr>
            <a:spLocks noChangeShapeType="1"/>
          </p:cNvSpPr>
          <p:nvPr/>
        </p:nvSpPr>
        <p:spPr bwMode="auto">
          <a:xfrm>
            <a:off x="5867400" y="3963988"/>
            <a:ext cx="57943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37" name="Line 142"/>
          <p:cNvSpPr>
            <a:spLocks noChangeShapeType="1"/>
          </p:cNvSpPr>
          <p:nvPr/>
        </p:nvSpPr>
        <p:spPr bwMode="auto">
          <a:xfrm>
            <a:off x="5676900" y="4743450"/>
            <a:ext cx="46513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38" name="Line 143"/>
          <p:cNvSpPr>
            <a:spLocks noChangeShapeType="1"/>
          </p:cNvSpPr>
          <p:nvPr/>
        </p:nvSpPr>
        <p:spPr bwMode="auto">
          <a:xfrm>
            <a:off x="5816600" y="5095875"/>
            <a:ext cx="6096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39" name="Line 144"/>
          <p:cNvSpPr>
            <a:spLocks noChangeShapeType="1"/>
          </p:cNvSpPr>
          <p:nvPr/>
        </p:nvSpPr>
        <p:spPr bwMode="auto">
          <a:xfrm>
            <a:off x="5632450" y="4845050"/>
            <a:ext cx="6096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40" name="Line 145"/>
          <p:cNvSpPr>
            <a:spLocks noChangeShapeType="1"/>
          </p:cNvSpPr>
          <p:nvPr/>
        </p:nvSpPr>
        <p:spPr bwMode="auto">
          <a:xfrm>
            <a:off x="5843588" y="5794375"/>
            <a:ext cx="287337" cy="17463"/>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41" name="Line 146"/>
          <p:cNvSpPr>
            <a:spLocks noChangeShapeType="1"/>
          </p:cNvSpPr>
          <p:nvPr/>
        </p:nvSpPr>
        <p:spPr bwMode="auto">
          <a:xfrm>
            <a:off x="5718175" y="5922963"/>
            <a:ext cx="511175" cy="1111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42" name="Line 147"/>
          <p:cNvSpPr>
            <a:spLocks noChangeShapeType="1"/>
          </p:cNvSpPr>
          <p:nvPr/>
        </p:nvSpPr>
        <p:spPr bwMode="auto">
          <a:xfrm>
            <a:off x="5708650" y="6056313"/>
            <a:ext cx="6096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43" name="Line 148"/>
          <p:cNvSpPr>
            <a:spLocks noChangeShapeType="1"/>
          </p:cNvSpPr>
          <p:nvPr/>
        </p:nvSpPr>
        <p:spPr bwMode="auto">
          <a:xfrm>
            <a:off x="3987800" y="2621092"/>
            <a:ext cx="1631658" cy="977771"/>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44" name="Line 149"/>
          <p:cNvSpPr>
            <a:spLocks noChangeShapeType="1"/>
          </p:cNvSpPr>
          <p:nvPr/>
        </p:nvSpPr>
        <p:spPr bwMode="auto">
          <a:xfrm>
            <a:off x="3886200" y="2744788"/>
            <a:ext cx="1820863" cy="199866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45" name="Line 150"/>
          <p:cNvSpPr>
            <a:spLocks noChangeShapeType="1"/>
          </p:cNvSpPr>
          <p:nvPr/>
        </p:nvSpPr>
        <p:spPr bwMode="auto">
          <a:xfrm>
            <a:off x="3754438" y="2836862"/>
            <a:ext cx="2112962" cy="295592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46" name="Line 151"/>
          <p:cNvSpPr>
            <a:spLocks noChangeShapeType="1"/>
          </p:cNvSpPr>
          <p:nvPr/>
        </p:nvSpPr>
        <p:spPr bwMode="auto">
          <a:xfrm>
            <a:off x="3490913" y="3644900"/>
            <a:ext cx="623887"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47" name="Line 152"/>
          <p:cNvSpPr>
            <a:spLocks noChangeShapeType="1"/>
          </p:cNvSpPr>
          <p:nvPr/>
        </p:nvSpPr>
        <p:spPr bwMode="auto">
          <a:xfrm flipV="1">
            <a:off x="3265503" y="3849688"/>
            <a:ext cx="65086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48" name="Line 153"/>
          <p:cNvSpPr>
            <a:spLocks noChangeShapeType="1"/>
          </p:cNvSpPr>
          <p:nvPr/>
        </p:nvSpPr>
        <p:spPr bwMode="auto">
          <a:xfrm>
            <a:off x="3141663" y="3963988"/>
            <a:ext cx="6096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49" name="Line 154"/>
          <p:cNvSpPr>
            <a:spLocks noChangeShapeType="1"/>
          </p:cNvSpPr>
          <p:nvPr/>
        </p:nvSpPr>
        <p:spPr bwMode="auto">
          <a:xfrm flipV="1">
            <a:off x="3490913" y="5868988"/>
            <a:ext cx="263525" cy="635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50" name="Line 155"/>
          <p:cNvSpPr>
            <a:spLocks noChangeShapeType="1"/>
          </p:cNvSpPr>
          <p:nvPr/>
        </p:nvSpPr>
        <p:spPr bwMode="auto">
          <a:xfrm flipV="1">
            <a:off x="3381375" y="4840288"/>
            <a:ext cx="652463" cy="476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51" name="Line 156"/>
          <p:cNvSpPr>
            <a:spLocks noChangeShapeType="1"/>
          </p:cNvSpPr>
          <p:nvPr/>
        </p:nvSpPr>
        <p:spPr bwMode="auto">
          <a:xfrm>
            <a:off x="3140075" y="5035550"/>
            <a:ext cx="6096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52" name="Line 157"/>
          <p:cNvSpPr>
            <a:spLocks noChangeShapeType="1"/>
          </p:cNvSpPr>
          <p:nvPr/>
        </p:nvSpPr>
        <p:spPr bwMode="auto">
          <a:xfrm>
            <a:off x="3496361" y="4744644"/>
            <a:ext cx="457200" cy="317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53" name="Line 158"/>
          <p:cNvSpPr>
            <a:spLocks noChangeShapeType="1"/>
          </p:cNvSpPr>
          <p:nvPr/>
        </p:nvSpPr>
        <p:spPr bwMode="auto">
          <a:xfrm>
            <a:off x="3378200" y="5978525"/>
            <a:ext cx="479425"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54" name="Line 159"/>
          <p:cNvSpPr>
            <a:spLocks noChangeShapeType="1"/>
          </p:cNvSpPr>
          <p:nvPr/>
        </p:nvSpPr>
        <p:spPr bwMode="auto">
          <a:xfrm>
            <a:off x="3265503" y="6072188"/>
            <a:ext cx="6096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55" name="Line 163"/>
          <p:cNvSpPr>
            <a:spLocks noChangeShapeType="1"/>
          </p:cNvSpPr>
          <p:nvPr/>
        </p:nvSpPr>
        <p:spPr bwMode="auto">
          <a:xfrm>
            <a:off x="3886201" y="3843338"/>
            <a:ext cx="1752600" cy="9906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56" name="Line 164"/>
          <p:cNvSpPr>
            <a:spLocks noChangeShapeType="1"/>
          </p:cNvSpPr>
          <p:nvPr/>
        </p:nvSpPr>
        <p:spPr bwMode="auto">
          <a:xfrm>
            <a:off x="3749674" y="3963988"/>
            <a:ext cx="1979613" cy="195262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57" name="Line 165"/>
          <p:cNvSpPr>
            <a:spLocks noChangeShapeType="1"/>
          </p:cNvSpPr>
          <p:nvPr/>
        </p:nvSpPr>
        <p:spPr bwMode="auto">
          <a:xfrm flipV="1">
            <a:off x="4114800" y="2636838"/>
            <a:ext cx="1524000" cy="102235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58" name="Line 166"/>
          <p:cNvSpPr>
            <a:spLocks noChangeShapeType="1"/>
          </p:cNvSpPr>
          <p:nvPr/>
        </p:nvSpPr>
        <p:spPr bwMode="auto">
          <a:xfrm flipV="1">
            <a:off x="3953561" y="2763837"/>
            <a:ext cx="1775727" cy="1988023"/>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59" name="Line 167"/>
          <p:cNvSpPr>
            <a:spLocks noChangeShapeType="1"/>
          </p:cNvSpPr>
          <p:nvPr/>
        </p:nvSpPr>
        <p:spPr bwMode="auto">
          <a:xfrm flipV="1">
            <a:off x="3733800" y="2868612"/>
            <a:ext cx="2109788" cy="300037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60" name="Line 168"/>
          <p:cNvSpPr>
            <a:spLocks noChangeShapeType="1"/>
          </p:cNvSpPr>
          <p:nvPr/>
        </p:nvSpPr>
        <p:spPr bwMode="auto">
          <a:xfrm flipV="1">
            <a:off x="4033838" y="3848099"/>
            <a:ext cx="1709737" cy="997079"/>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61" name="Line 169"/>
          <p:cNvSpPr>
            <a:spLocks noChangeShapeType="1"/>
          </p:cNvSpPr>
          <p:nvPr/>
        </p:nvSpPr>
        <p:spPr bwMode="auto">
          <a:xfrm>
            <a:off x="3733800" y="5030788"/>
            <a:ext cx="1984375" cy="101555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62" name="Line 170"/>
          <p:cNvSpPr>
            <a:spLocks noChangeShapeType="1"/>
          </p:cNvSpPr>
          <p:nvPr/>
        </p:nvSpPr>
        <p:spPr bwMode="auto">
          <a:xfrm flipV="1">
            <a:off x="3857625" y="3963988"/>
            <a:ext cx="2009775" cy="202406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63" name="Line 171"/>
          <p:cNvSpPr>
            <a:spLocks noChangeShapeType="1"/>
          </p:cNvSpPr>
          <p:nvPr/>
        </p:nvSpPr>
        <p:spPr bwMode="auto">
          <a:xfrm flipV="1">
            <a:off x="3863975" y="5078413"/>
            <a:ext cx="1971675" cy="985837"/>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64" name="Line 172"/>
          <p:cNvSpPr>
            <a:spLocks noChangeShapeType="1"/>
          </p:cNvSpPr>
          <p:nvPr/>
        </p:nvSpPr>
        <p:spPr bwMode="auto">
          <a:xfrm>
            <a:off x="2162175" y="2468563"/>
            <a:ext cx="6096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65" name="Line 173"/>
          <p:cNvSpPr>
            <a:spLocks noChangeShapeType="1"/>
          </p:cNvSpPr>
          <p:nvPr/>
        </p:nvSpPr>
        <p:spPr bwMode="auto">
          <a:xfrm flipV="1">
            <a:off x="2162175" y="2581219"/>
            <a:ext cx="70167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66" name="Line 174"/>
          <p:cNvSpPr>
            <a:spLocks noChangeShapeType="1"/>
          </p:cNvSpPr>
          <p:nvPr/>
        </p:nvSpPr>
        <p:spPr bwMode="auto">
          <a:xfrm>
            <a:off x="2162175" y="2697162"/>
            <a:ext cx="791894" cy="317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67" name="Line 175"/>
          <p:cNvSpPr>
            <a:spLocks noChangeShapeType="1"/>
          </p:cNvSpPr>
          <p:nvPr/>
        </p:nvSpPr>
        <p:spPr bwMode="auto">
          <a:xfrm>
            <a:off x="2162174" y="2813050"/>
            <a:ext cx="904875"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68" name="Line 176"/>
          <p:cNvSpPr>
            <a:spLocks noChangeShapeType="1"/>
          </p:cNvSpPr>
          <p:nvPr/>
        </p:nvSpPr>
        <p:spPr bwMode="auto">
          <a:xfrm flipV="1">
            <a:off x="2187575" y="3608388"/>
            <a:ext cx="550863"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69" name="Line 177"/>
          <p:cNvSpPr>
            <a:spLocks noChangeShapeType="1"/>
          </p:cNvSpPr>
          <p:nvPr/>
        </p:nvSpPr>
        <p:spPr bwMode="auto">
          <a:xfrm flipV="1">
            <a:off x="2181226" y="3729038"/>
            <a:ext cx="660400" cy="635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70" name="Line 178"/>
          <p:cNvSpPr>
            <a:spLocks noChangeShapeType="1"/>
          </p:cNvSpPr>
          <p:nvPr/>
        </p:nvSpPr>
        <p:spPr bwMode="auto">
          <a:xfrm>
            <a:off x="2181225" y="3839720"/>
            <a:ext cx="766763" cy="361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71" name="Line 179"/>
          <p:cNvSpPr>
            <a:spLocks noChangeShapeType="1"/>
          </p:cNvSpPr>
          <p:nvPr/>
        </p:nvSpPr>
        <p:spPr bwMode="auto">
          <a:xfrm flipV="1">
            <a:off x="2181225" y="3954462"/>
            <a:ext cx="884238" cy="952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72" name="Line 180"/>
          <p:cNvSpPr>
            <a:spLocks noChangeShapeType="1"/>
          </p:cNvSpPr>
          <p:nvPr/>
        </p:nvSpPr>
        <p:spPr bwMode="auto">
          <a:xfrm>
            <a:off x="2187575" y="4676234"/>
            <a:ext cx="603250" cy="6891"/>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73" name="Line 181"/>
          <p:cNvSpPr>
            <a:spLocks noChangeShapeType="1"/>
          </p:cNvSpPr>
          <p:nvPr/>
        </p:nvSpPr>
        <p:spPr bwMode="auto">
          <a:xfrm flipV="1">
            <a:off x="2195513" y="4791075"/>
            <a:ext cx="668337"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74" name="Line 182"/>
          <p:cNvSpPr>
            <a:spLocks noChangeShapeType="1"/>
          </p:cNvSpPr>
          <p:nvPr/>
        </p:nvSpPr>
        <p:spPr bwMode="auto">
          <a:xfrm flipV="1">
            <a:off x="2195513" y="4907929"/>
            <a:ext cx="75406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75" name="Line 183"/>
          <p:cNvSpPr>
            <a:spLocks noChangeShapeType="1"/>
          </p:cNvSpPr>
          <p:nvPr/>
        </p:nvSpPr>
        <p:spPr bwMode="auto">
          <a:xfrm flipV="1">
            <a:off x="2187576" y="5021262"/>
            <a:ext cx="863600" cy="1587"/>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76" name="Line 184"/>
          <p:cNvSpPr>
            <a:spLocks noChangeShapeType="1"/>
          </p:cNvSpPr>
          <p:nvPr/>
        </p:nvSpPr>
        <p:spPr bwMode="auto">
          <a:xfrm>
            <a:off x="2206625" y="5826125"/>
            <a:ext cx="550863"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77" name="Line 185"/>
          <p:cNvSpPr>
            <a:spLocks noChangeShapeType="1"/>
          </p:cNvSpPr>
          <p:nvPr/>
        </p:nvSpPr>
        <p:spPr bwMode="auto">
          <a:xfrm>
            <a:off x="2224088" y="5930900"/>
            <a:ext cx="63976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78" name="Line 186"/>
          <p:cNvSpPr>
            <a:spLocks noChangeShapeType="1"/>
          </p:cNvSpPr>
          <p:nvPr/>
        </p:nvSpPr>
        <p:spPr bwMode="auto">
          <a:xfrm>
            <a:off x="2224088" y="6034088"/>
            <a:ext cx="725487"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79" name="Line 187"/>
          <p:cNvSpPr>
            <a:spLocks noChangeShapeType="1"/>
          </p:cNvSpPr>
          <p:nvPr/>
        </p:nvSpPr>
        <p:spPr bwMode="auto">
          <a:xfrm flipV="1">
            <a:off x="2209800" y="6146800"/>
            <a:ext cx="857250" cy="158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80" name="Line 188"/>
          <p:cNvSpPr>
            <a:spLocks noChangeShapeType="1"/>
          </p:cNvSpPr>
          <p:nvPr/>
        </p:nvSpPr>
        <p:spPr bwMode="auto">
          <a:xfrm>
            <a:off x="6878425" y="2583520"/>
            <a:ext cx="6096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81" name="Line 189"/>
          <p:cNvSpPr>
            <a:spLocks noChangeShapeType="1"/>
          </p:cNvSpPr>
          <p:nvPr/>
        </p:nvSpPr>
        <p:spPr bwMode="auto">
          <a:xfrm>
            <a:off x="6756401" y="2687562"/>
            <a:ext cx="725487"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82" name="Line 190"/>
          <p:cNvSpPr>
            <a:spLocks noChangeShapeType="1"/>
          </p:cNvSpPr>
          <p:nvPr/>
        </p:nvSpPr>
        <p:spPr bwMode="auto">
          <a:xfrm flipV="1">
            <a:off x="6640514" y="2781214"/>
            <a:ext cx="84751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83" name="Line 191"/>
          <p:cNvSpPr>
            <a:spLocks noChangeShapeType="1"/>
          </p:cNvSpPr>
          <p:nvPr/>
        </p:nvSpPr>
        <p:spPr bwMode="auto">
          <a:xfrm flipV="1">
            <a:off x="6512254" y="2889134"/>
            <a:ext cx="975771" cy="32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84" name="Line 192"/>
          <p:cNvSpPr>
            <a:spLocks noChangeShapeType="1"/>
          </p:cNvSpPr>
          <p:nvPr/>
        </p:nvSpPr>
        <p:spPr bwMode="auto">
          <a:xfrm>
            <a:off x="6858000" y="3659188"/>
            <a:ext cx="6096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85" name="Line 193"/>
          <p:cNvSpPr>
            <a:spLocks noChangeShapeType="1"/>
          </p:cNvSpPr>
          <p:nvPr/>
        </p:nvSpPr>
        <p:spPr bwMode="auto">
          <a:xfrm>
            <a:off x="6742114" y="3754437"/>
            <a:ext cx="722312" cy="965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86" name="Line 194"/>
          <p:cNvSpPr>
            <a:spLocks noChangeShapeType="1"/>
          </p:cNvSpPr>
          <p:nvPr/>
        </p:nvSpPr>
        <p:spPr bwMode="auto">
          <a:xfrm>
            <a:off x="6640512" y="3848099"/>
            <a:ext cx="827087" cy="15501"/>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87" name="Line 195"/>
          <p:cNvSpPr>
            <a:spLocks noChangeShapeType="1"/>
          </p:cNvSpPr>
          <p:nvPr/>
        </p:nvSpPr>
        <p:spPr bwMode="auto">
          <a:xfrm>
            <a:off x="6524625" y="3943349"/>
            <a:ext cx="939800" cy="555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88" name="Line 196"/>
          <p:cNvSpPr>
            <a:spLocks noChangeShapeType="1"/>
          </p:cNvSpPr>
          <p:nvPr/>
        </p:nvSpPr>
        <p:spPr bwMode="auto">
          <a:xfrm>
            <a:off x="6849161" y="4802188"/>
            <a:ext cx="618439"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89" name="Line 197"/>
          <p:cNvSpPr>
            <a:spLocks noChangeShapeType="1"/>
          </p:cNvSpPr>
          <p:nvPr/>
        </p:nvSpPr>
        <p:spPr bwMode="auto">
          <a:xfrm flipV="1">
            <a:off x="6727825" y="4895850"/>
            <a:ext cx="739775"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90" name="Line 198"/>
          <p:cNvSpPr>
            <a:spLocks noChangeShapeType="1"/>
          </p:cNvSpPr>
          <p:nvPr/>
        </p:nvSpPr>
        <p:spPr bwMode="auto">
          <a:xfrm flipV="1">
            <a:off x="6618288" y="5005387"/>
            <a:ext cx="846137" cy="1213"/>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91" name="Line 199"/>
          <p:cNvSpPr>
            <a:spLocks noChangeShapeType="1"/>
          </p:cNvSpPr>
          <p:nvPr/>
        </p:nvSpPr>
        <p:spPr bwMode="auto">
          <a:xfrm flipV="1">
            <a:off x="6502873" y="5106108"/>
            <a:ext cx="961552" cy="7229"/>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92" name="Line 200"/>
          <p:cNvSpPr>
            <a:spLocks noChangeShapeType="1"/>
          </p:cNvSpPr>
          <p:nvPr/>
        </p:nvSpPr>
        <p:spPr bwMode="auto">
          <a:xfrm>
            <a:off x="6858000" y="5868988"/>
            <a:ext cx="6096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93" name="Line 201"/>
          <p:cNvSpPr>
            <a:spLocks noChangeShapeType="1"/>
          </p:cNvSpPr>
          <p:nvPr/>
        </p:nvSpPr>
        <p:spPr bwMode="auto">
          <a:xfrm flipV="1">
            <a:off x="6732240" y="5978525"/>
            <a:ext cx="741363"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94" name="Line 202"/>
          <p:cNvSpPr>
            <a:spLocks noChangeShapeType="1"/>
          </p:cNvSpPr>
          <p:nvPr/>
        </p:nvSpPr>
        <p:spPr bwMode="auto">
          <a:xfrm>
            <a:off x="6610350" y="6072187"/>
            <a:ext cx="854075" cy="1213"/>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95" name="Line 203"/>
          <p:cNvSpPr>
            <a:spLocks noChangeShapeType="1"/>
          </p:cNvSpPr>
          <p:nvPr/>
        </p:nvSpPr>
        <p:spPr bwMode="auto">
          <a:xfrm>
            <a:off x="6508750" y="6165850"/>
            <a:ext cx="955675" cy="388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96" name="Text Box 204"/>
          <p:cNvSpPr txBox="1">
            <a:spLocks noChangeArrowheads="1"/>
          </p:cNvSpPr>
          <p:nvPr/>
        </p:nvSpPr>
        <p:spPr bwMode="auto">
          <a:xfrm>
            <a:off x="1905000" y="2363788"/>
            <a:ext cx="457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600">
                <a:latin typeface="Comic Sans MS" pitchFamily="66" charset="0"/>
                <a:ea typeface="宋体" charset="-122"/>
              </a:rPr>
              <a:t>0</a:t>
            </a:r>
          </a:p>
        </p:txBody>
      </p:sp>
      <p:sp>
        <p:nvSpPr>
          <p:cNvPr id="64597" name="Text Box 205"/>
          <p:cNvSpPr txBox="1">
            <a:spLocks noChangeArrowheads="1"/>
          </p:cNvSpPr>
          <p:nvPr/>
        </p:nvSpPr>
        <p:spPr bwMode="auto">
          <a:xfrm>
            <a:off x="1905000" y="2668588"/>
            <a:ext cx="457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600">
                <a:latin typeface="Comic Sans MS" pitchFamily="66" charset="0"/>
                <a:ea typeface="宋体" charset="-122"/>
              </a:rPr>
              <a:t>3</a:t>
            </a:r>
          </a:p>
        </p:txBody>
      </p:sp>
      <p:sp>
        <p:nvSpPr>
          <p:cNvPr id="64598" name="Text Box 206"/>
          <p:cNvSpPr txBox="1">
            <a:spLocks noChangeArrowheads="1"/>
          </p:cNvSpPr>
          <p:nvPr/>
        </p:nvSpPr>
        <p:spPr bwMode="auto">
          <a:xfrm>
            <a:off x="1905000" y="3430588"/>
            <a:ext cx="457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600">
                <a:latin typeface="Comic Sans MS" pitchFamily="66" charset="0"/>
                <a:ea typeface="宋体" charset="-122"/>
              </a:rPr>
              <a:t>4</a:t>
            </a:r>
          </a:p>
        </p:txBody>
      </p:sp>
      <p:sp>
        <p:nvSpPr>
          <p:cNvPr id="64599" name="Text Box 207"/>
          <p:cNvSpPr txBox="1">
            <a:spLocks noChangeArrowheads="1"/>
          </p:cNvSpPr>
          <p:nvPr/>
        </p:nvSpPr>
        <p:spPr bwMode="auto">
          <a:xfrm>
            <a:off x="1905000" y="3735388"/>
            <a:ext cx="457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600">
                <a:latin typeface="Comic Sans MS" pitchFamily="66" charset="0"/>
                <a:ea typeface="宋体" charset="-122"/>
              </a:rPr>
              <a:t>7</a:t>
            </a:r>
          </a:p>
        </p:txBody>
      </p:sp>
      <p:sp>
        <p:nvSpPr>
          <p:cNvPr id="64600" name="Text Box 208"/>
          <p:cNvSpPr txBox="1">
            <a:spLocks noChangeArrowheads="1"/>
          </p:cNvSpPr>
          <p:nvPr/>
        </p:nvSpPr>
        <p:spPr bwMode="auto">
          <a:xfrm>
            <a:off x="1905000" y="4540250"/>
            <a:ext cx="457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600">
                <a:latin typeface="Comic Sans MS" pitchFamily="66" charset="0"/>
                <a:ea typeface="宋体" charset="-122"/>
              </a:rPr>
              <a:t>8</a:t>
            </a:r>
          </a:p>
        </p:txBody>
      </p:sp>
      <p:sp>
        <p:nvSpPr>
          <p:cNvPr id="64601" name="Text Box 209"/>
          <p:cNvSpPr txBox="1">
            <a:spLocks noChangeArrowheads="1"/>
          </p:cNvSpPr>
          <p:nvPr/>
        </p:nvSpPr>
        <p:spPr bwMode="auto">
          <a:xfrm>
            <a:off x="1752600" y="4878388"/>
            <a:ext cx="457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600">
                <a:latin typeface="Comic Sans MS" pitchFamily="66" charset="0"/>
                <a:ea typeface="宋体" charset="-122"/>
              </a:rPr>
              <a:t>11</a:t>
            </a:r>
          </a:p>
        </p:txBody>
      </p:sp>
      <p:sp>
        <p:nvSpPr>
          <p:cNvPr id="64602" name="Text Box 210"/>
          <p:cNvSpPr txBox="1">
            <a:spLocks noChangeArrowheads="1"/>
          </p:cNvSpPr>
          <p:nvPr/>
        </p:nvSpPr>
        <p:spPr bwMode="auto">
          <a:xfrm>
            <a:off x="1752600" y="5640388"/>
            <a:ext cx="457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600">
                <a:latin typeface="Comic Sans MS" pitchFamily="66" charset="0"/>
                <a:ea typeface="宋体" charset="-122"/>
              </a:rPr>
              <a:t>12</a:t>
            </a:r>
          </a:p>
        </p:txBody>
      </p:sp>
      <p:sp>
        <p:nvSpPr>
          <p:cNvPr id="64603" name="Text Box 211"/>
          <p:cNvSpPr txBox="1">
            <a:spLocks noChangeArrowheads="1"/>
          </p:cNvSpPr>
          <p:nvPr/>
        </p:nvSpPr>
        <p:spPr bwMode="auto">
          <a:xfrm>
            <a:off x="1752600" y="6021388"/>
            <a:ext cx="457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600">
                <a:latin typeface="Comic Sans MS" pitchFamily="66" charset="0"/>
                <a:ea typeface="宋体" charset="-122"/>
              </a:rPr>
              <a:t>15</a:t>
            </a:r>
          </a:p>
        </p:txBody>
      </p:sp>
      <p:sp>
        <p:nvSpPr>
          <p:cNvPr id="64604" name="Text Box 212"/>
          <p:cNvSpPr txBox="1">
            <a:spLocks noChangeArrowheads="1"/>
          </p:cNvSpPr>
          <p:nvPr/>
        </p:nvSpPr>
        <p:spPr bwMode="auto">
          <a:xfrm>
            <a:off x="7467600" y="2439988"/>
            <a:ext cx="457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600">
                <a:latin typeface="Comic Sans MS" pitchFamily="66" charset="0"/>
                <a:ea typeface="宋体" charset="-122"/>
              </a:rPr>
              <a:t>0</a:t>
            </a:r>
          </a:p>
        </p:txBody>
      </p:sp>
      <p:sp>
        <p:nvSpPr>
          <p:cNvPr id="64605" name="Text Box 213"/>
          <p:cNvSpPr txBox="1">
            <a:spLocks noChangeArrowheads="1"/>
          </p:cNvSpPr>
          <p:nvPr/>
        </p:nvSpPr>
        <p:spPr bwMode="auto">
          <a:xfrm>
            <a:off x="7467600" y="2744788"/>
            <a:ext cx="457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600">
                <a:latin typeface="Comic Sans MS" pitchFamily="66" charset="0"/>
                <a:ea typeface="宋体" charset="-122"/>
              </a:rPr>
              <a:t>3</a:t>
            </a:r>
          </a:p>
        </p:txBody>
      </p:sp>
      <p:sp>
        <p:nvSpPr>
          <p:cNvPr id="64606" name="Text Box 214"/>
          <p:cNvSpPr txBox="1">
            <a:spLocks noChangeArrowheads="1"/>
          </p:cNvSpPr>
          <p:nvPr/>
        </p:nvSpPr>
        <p:spPr bwMode="auto">
          <a:xfrm>
            <a:off x="7467600" y="3430588"/>
            <a:ext cx="457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600">
                <a:latin typeface="Comic Sans MS" pitchFamily="66" charset="0"/>
                <a:ea typeface="宋体" charset="-122"/>
              </a:rPr>
              <a:t>4</a:t>
            </a:r>
          </a:p>
        </p:txBody>
      </p:sp>
      <p:sp>
        <p:nvSpPr>
          <p:cNvPr id="64607" name="Text Box 215"/>
          <p:cNvSpPr txBox="1">
            <a:spLocks noChangeArrowheads="1"/>
          </p:cNvSpPr>
          <p:nvPr/>
        </p:nvSpPr>
        <p:spPr bwMode="auto">
          <a:xfrm>
            <a:off x="7467600" y="3735388"/>
            <a:ext cx="457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600">
                <a:latin typeface="Comic Sans MS" pitchFamily="66" charset="0"/>
                <a:ea typeface="宋体" charset="-122"/>
              </a:rPr>
              <a:t>7</a:t>
            </a:r>
          </a:p>
        </p:txBody>
      </p:sp>
      <p:sp>
        <p:nvSpPr>
          <p:cNvPr id="64608" name="Text Box 216"/>
          <p:cNvSpPr txBox="1">
            <a:spLocks noChangeArrowheads="1"/>
          </p:cNvSpPr>
          <p:nvPr/>
        </p:nvSpPr>
        <p:spPr bwMode="auto">
          <a:xfrm>
            <a:off x="7467600" y="4649788"/>
            <a:ext cx="457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600">
                <a:latin typeface="Comic Sans MS" pitchFamily="66" charset="0"/>
                <a:ea typeface="宋体" charset="-122"/>
              </a:rPr>
              <a:t>8</a:t>
            </a:r>
          </a:p>
        </p:txBody>
      </p:sp>
      <p:sp>
        <p:nvSpPr>
          <p:cNvPr id="64609" name="Text Box 217"/>
          <p:cNvSpPr txBox="1">
            <a:spLocks noChangeArrowheads="1"/>
          </p:cNvSpPr>
          <p:nvPr/>
        </p:nvSpPr>
        <p:spPr bwMode="auto">
          <a:xfrm>
            <a:off x="7467600" y="4954588"/>
            <a:ext cx="457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600">
                <a:latin typeface="Comic Sans MS" pitchFamily="66" charset="0"/>
                <a:ea typeface="宋体" charset="-122"/>
              </a:rPr>
              <a:t>11</a:t>
            </a:r>
          </a:p>
        </p:txBody>
      </p:sp>
      <p:sp>
        <p:nvSpPr>
          <p:cNvPr id="64610" name="Text Box 218"/>
          <p:cNvSpPr txBox="1">
            <a:spLocks noChangeArrowheads="1"/>
          </p:cNvSpPr>
          <p:nvPr/>
        </p:nvSpPr>
        <p:spPr bwMode="auto">
          <a:xfrm>
            <a:off x="7467600" y="5640388"/>
            <a:ext cx="457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600">
                <a:latin typeface="Comic Sans MS" pitchFamily="66" charset="0"/>
                <a:ea typeface="宋体" charset="-122"/>
              </a:rPr>
              <a:t>12</a:t>
            </a:r>
          </a:p>
        </p:txBody>
      </p:sp>
      <p:sp>
        <p:nvSpPr>
          <p:cNvPr id="64611" name="Text Box 219"/>
          <p:cNvSpPr txBox="1">
            <a:spLocks noChangeArrowheads="1"/>
          </p:cNvSpPr>
          <p:nvPr/>
        </p:nvSpPr>
        <p:spPr bwMode="auto">
          <a:xfrm>
            <a:off x="7467600" y="5945188"/>
            <a:ext cx="457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600">
                <a:latin typeface="Comic Sans MS" pitchFamily="66" charset="0"/>
                <a:ea typeface="宋体" charset="-122"/>
              </a:rPr>
              <a:t>15</a:t>
            </a:r>
          </a:p>
        </p:txBody>
      </p:sp>
      <p:sp>
        <p:nvSpPr>
          <p:cNvPr id="942300" name="Text Box 220"/>
          <p:cNvSpPr txBox="1">
            <a:spLocks noChangeArrowheads="1"/>
          </p:cNvSpPr>
          <p:nvPr/>
        </p:nvSpPr>
        <p:spPr bwMode="auto">
          <a:xfrm>
            <a:off x="8229600" y="3887788"/>
            <a:ext cx="6096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lang="zh-CN" altLang="en-US" sz="2400" b="1">
                <a:effectLst>
                  <a:outerShdw blurRad="38100" dist="38100" dir="2700000" algn="tl">
                    <a:srgbClr val="C0C0C0"/>
                  </a:outerShdw>
                </a:effectLst>
                <a:ea typeface="楷体_GB2312" pitchFamily="49" charset="-122"/>
              </a:rPr>
              <a:t>出端</a:t>
            </a:r>
          </a:p>
        </p:txBody>
      </p:sp>
      <p:sp>
        <p:nvSpPr>
          <p:cNvPr id="942301" name="Text Box 221"/>
          <p:cNvSpPr txBox="1">
            <a:spLocks noChangeArrowheads="1"/>
          </p:cNvSpPr>
          <p:nvPr/>
        </p:nvSpPr>
        <p:spPr bwMode="auto">
          <a:xfrm>
            <a:off x="990600" y="3811588"/>
            <a:ext cx="6096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lang="zh-CN" altLang="en-US" sz="2400" b="1">
                <a:effectLst>
                  <a:outerShdw blurRad="38100" dist="38100" dir="2700000" algn="tl">
                    <a:srgbClr val="C0C0C0"/>
                  </a:outerShdw>
                </a:effectLst>
                <a:ea typeface="楷体_GB2312" pitchFamily="49" charset="-122"/>
              </a:rPr>
              <a:t>入端</a:t>
            </a:r>
          </a:p>
        </p:txBody>
      </p:sp>
      <p:sp>
        <p:nvSpPr>
          <p:cNvPr id="64614" name="Text Box 233"/>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en-US" altLang="zh-CN" sz="1200" b="0" dirty="0" smtClean="0">
                <a:latin typeface="幼圆" pitchFamily="49" charset="-122"/>
                <a:ea typeface="幼圆" pitchFamily="49" charset="-122"/>
              </a:rPr>
              <a:t>6</a:t>
            </a:r>
            <a:r>
              <a:rPr lang="zh-CN" altLang="en-US" sz="1200" b="0" dirty="0" smtClean="0">
                <a:latin typeface="幼圆" pitchFamily="49" charset="-122"/>
                <a:ea typeface="幼圆" pitchFamily="49" charset="-122"/>
              </a:rPr>
              <a:t> </a:t>
            </a:r>
            <a:r>
              <a:rPr lang="zh-CN" altLang="en-US" sz="1200" b="0" dirty="0">
                <a:latin typeface="幼圆" pitchFamily="49" charset="-122"/>
                <a:ea typeface="幼圆" pitchFamily="49" charset="-122"/>
              </a:rPr>
              <a:t>之 </a:t>
            </a:r>
            <a:r>
              <a:rPr lang="en-US" altLang="zh-CN" sz="1200" b="0" dirty="0" smtClean="0">
                <a:latin typeface="幼圆" pitchFamily="49" charset="-122"/>
                <a:ea typeface="幼圆" pitchFamily="49" charset="-122"/>
              </a:rPr>
              <a:t>6</a:t>
            </a:r>
            <a:endParaRPr lang="zh-CN" altLang="en-US" sz="1200" b="0" dirty="0">
              <a:latin typeface="幼圆" pitchFamily="49" charset="-122"/>
              <a:ea typeface="幼圆" pitchFamily="49" charset="-122"/>
            </a:endParaRPr>
          </a:p>
        </p:txBody>
      </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4130" name="Rectangle 2"/>
          <p:cNvSpPr>
            <a:spLocks noGrp="1" noChangeArrowheads="1"/>
          </p:cNvSpPr>
          <p:nvPr>
            <p:ph type="title"/>
          </p:nvPr>
        </p:nvSpPr>
        <p:spPr/>
        <p:txBody>
          <a:bodyPr/>
          <a:lstStyle/>
          <a:p>
            <a:pPr eaLnBrk="1" hangingPunct="1">
              <a:defRPr/>
            </a:pPr>
            <a:r>
              <a:rPr lang="zh-CN" altLang="en-US" dirty="0" smtClean="0"/>
              <a:t>多级互连网络</a:t>
            </a:r>
          </a:p>
        </p:txBody>
      </p:sp>
      <p:sp>
        <p:nvSpPr>
          <p:cNvPr id="944133" name="Rectangle 5"/>
          <p:cNvSpPr>
            <a:spLocks noGrp="1" noChangeArrowheads="1"/>
          </p:cNvSpPr>
          <p:nvPr>
            <p:ph type="body" sz="half" idx="1"/>
          </p:nvPr>
        </p:nvSpPr>
        <p:spPr>
          <a:xfrm>
            <a:off x="683568" y="2046288"/>
            <a:ext cx="3258319" cy="4354512"/>
          </a:xfrm>
          <a:solidFill>
            <a:srgbClr val="CCFFFF"/>
          </a:solidFill>
          <a:ln w="57150" cmpd="thickThin">
            <a:solidFill>
              <a:schemeClr val="tx1"/>
            </a:solidFill>
            <a:miter lim="800000"/>
            <a:headEnd/>
            <a:tailEnd/>
          </a:ln>
        </p:spPr>
        <p:txBody>
          <a:bodyPr/>
          <a:lstStyle/>
          <a:p>
            <a:pPr eaLnBrk="1" hangingPunct="1">
              <a:lnSpc>
                <a:spcPct val="150000"/>
              </a:lnSpc>
              <a:defRPr/>
            </a:pPr>
            <a:r>
              <a:rPr lang="zh-CN" altLang="en-US" sz="3200" dirty="0" smtClean="0">
                <a:hlinkClick r:id="rId3" action="ppaction://hlinksldjump"/>
              </a:rPr>
              <a:t>基本思想</a:t>
            </a:r>
            <a:endParaRPr lang="zh-CN" altLang="en-US" sz="3200" dirty="0" smtClean="0"/>
          </a:p>
          <a:p>
            <a:pPr eaLnBrk="1" hangingPunct="1">
              <a:lnSpc>
                <a:spcPct val="150000"/>
              </a:lnSpc>
              <a:buClr>
                <a:srgbClr val="FF0000"/>
              </a:buClr>
              <a:defRPr/>
            </a:pPr>
            <a:r>
              <a:rPr lang="zh-CN" altLang="en-US" sz="3200" b="0" dirty="0" smtClean="0">
                <a:solidFill>
                  <a:srgbClr val="FF0000"/>
                </a:solidFill>
                <a:effectLst>
                  <a:outerShdw blurRad="38100" dist="38100" dir="2700000" algn="tl">
                    <a:srgbClr val="000000"/>
                  </a:outerShdw>
                </a:effectLst>
              </a:rPr>
              <a:t>关键技术</a:t>
            </a:r>
          </a:p>
          <a:p>
            <a:pPr lvl="1" eaLnBrk="1" hangingPunct="1">
              <a:lnSpc>
                <a:spcPct val="150000"/>
              </a:lnSpc>
              <a:defRPr/>
            </a:pPr>
            <a:r>
              <a:rPr lang="zh-CN" altLang="en-US" sz="2800" dirty="0" smtClean="0">
                <a:hlinkClick r:id="rId4" action="ppaction://hlinksldjump"/>
              </a:rPr>
              <a:t>开关模块</a:t>
            </a:r>
            <a:endParaRPr lang="zh-CN" altLang="en-US" sz="2800" dirty="0" smtClean="0"/>
          </a:p>
          <a:p>
            <a:pPr lvl="1" eaLnBrk="1" hangingPunct="1">
              <a:lnSpc>
                <a:spcPct val="150000"/>
              </a:lnSpc>
              <a:defRPr/>
            </a:pPr>
            <a:r>
              <a:rPr lang="zh-CN" altLang="en-US" sz="2800" dirty="0" smtClean="0">
                <a:hlinkClick r:id="rId5" action="ppaction://hlinksldjump"/>
              </a:rPr>
              <a:t>控制方式</a:t>
            </a:r>
            <a:endParaRPr lang="zh-CN" altLang="en-US" sz="2800" dirty="0" smtClean="0"/>
          </a:p>
          <a:p>
            <a:pPr lvl="1" eaLnBrk="1" hangingPunct="1">
              <a:lnSpc>
                <a:spcPct val="150000"/>
              </a:lnSpc>
              <a:defRPr/>
            </a:pPr>
            <a:r>
              <a:rPr lang="zh-CN" altLang="en-US" sz="2800" dirty="0" smtClean="0">
                <a:hlinkClick r:id="rId6" action="ppaction://hlinksldjump"/>
              </a:rPr>
              <a:t>级间连接模式</a:t>
            </a:r>
            <a:endParaRPr lang="zh-CN" altLang="en-US" sz="2800" dirty="0" smtClean="0"/>
          </a:p>
        </p:txBody>
      </p:sp>
      <p:sp>
        <p:nvSpPr>
          <p:cNvPr id="944134" name="Rectangle 6"/>
          <p:cNvSpPr>
            <a:spLocks noGrp="1" noChangeArrowheads="1"/>
          </p:cNvSpPr>
          <p:nvPr>
            <p:ph type="body" sz="half" idx="2"/>
          </p:nvPr>
        </p:nvSpPr>
        <p:spPr>
          <a:xfrm>
            <a:off x="4067944" y="2047875"/>
            <a:ext cx="4896544" cy="4352925"/>
          </a:xfrm>
          <a:solidFill>
            <a:srgbClr val="FFFF99"/>
          </a:solidFill>
          <a:ln w="57150" cmpd="thickThin">
            <a:solidFill>
              <a:schemeClr val="tx1"/>
            </a:solidFill>
            <a:miter lim="800000"/>
            <a:headEnd/>
            <a:tailEnd/>
          </a:ln>
        </p:spPr>
        <p:txBody>
          <a:bodyPr/>
          <a:lstStyle/>
          <a:p>
            <a:pPr eaLnBrk="1" hangingPunct="1">
              <a:lnSpc>
                <a:spcPct val="130000"/>
              </a:lnSpc>
              <a:buClr>
                <a:srgbClr val="FF0000"/>
              </a:buClr>
              <a:defRPr/>
            </a:pPr>
            <a:r>
              <a:rPr lang="zh-CN" altLang="en-US" b="0" dirty="0" smtClean="0">
                <a:solidFill>
                  <a:srgbClr val="FF0000"/>
                </a:solidFill>
                <a:effectLst>
                  <a:outerShdw blurRad="38100" dist="38100" dir="2700000" algn="tl">
                    <a:srgbClr val="000000"/>
                  </a:outerShdw>
                </a:effectLst>
              </a:rPr>
              <a:t>常见多级网络</a:t>
            </a:r>
          </a:p>
          <a:p>
            <a:pPr lvl="1" eaLnBrk="1" hangingPunct="1">
              <a:lnSpc>
                <a:spcPct val="130000"/>
              </a:lnSpc>
              <a:defRPr/>
            </a:pPr>
            <a:r>
              <a:rPr lang="zh-CN" altLang="en-US" sz="2800" dirty="0" smtClean="0"/>
              <a:t>多级立方体网络</a:t>
            </a:r>
            <a:endParaRPr lang="en-US" altLang="zh-CN" sz="2800" dirty="0" smtClean="0">
              <a:hlinkClick r:id="rId7" action="ppaction://hlinksldjump"/>
            </a:endParaRPr>
          </a:p>
          <a:p>
            <a:pPr lvl="2" eaLnBrk="1" hangingPunct="1">
              <a:lnSpc>
                <a:spcPct val="130000"/>
              </a:lnSpc>
              <a:buFont typeface="Wingdings" panose="05000000000000000000" pitchFamily="2" charset="2"/>
              <a:buChar char="ü"/>
              <a:defRPr/>
            </a:pPr>
            <a:r>
              <a:rPr lang="en-US" altLang="zh-CN" sz="2800" dirty="0" smtClean="0"/>
              <a:t> </a:t>
            </a:r>
            <a:r>
              <a:rPr lang="en-US" altLang="zh-CN" sz="2800" dirty="0" smtClean="0">
                <a:hlinkClick r:id="rId7" action="ppaction://hlinksldjump"/>
              </a:rPr>
              <a:t>STARAN</a:t>
            </a:r>
            <a:r>
              <a:rPr lang="zh-CN" altLang="en-US" sz="2800" dirty="0" smtClean="0">
                <a:hlinkClick r:id="rId7" action="ppaction://hlinksldjump"/>
              </a:rPr>
              <a:t>网络</a:t>
            </a:r>
            <a:endParaRPr lang="zh-CN" altLang="en-US" sz="2800" dirty="0" smtClean="0"/>
          </a:p>
          <a:p>
            <a:pPr lvl="2" eaLnBrk="1" hangingPunct="1">
              <a:lnSpc>
                <a:spcPct val="130000"/>
              </a:lnSpc>
              <a:buFont typeface="Wingdings" panose="05000000000000000000" pitchFamily="2" charset="2"/>
              <a:buChar char="ü"/>
              <a:defRPr/>
            </a:pPr>
            <a:r>
              <a:rPr lang="zh-CN" altLang="en-US" sz="2800" dirty="0" smtClean="0"/>
              <a:t> </a:t>
            </a:r>
            <a:r>
              <a:rPr lang="zh-CN" altLang="en-US" sz="2800" dirty="0" smtClean="0">
                <a:hlinkClick r:id="rId8" action="ppaction://hlinksldjump"/>
              </a:rPr>
              <a:t>间接二进制</a:t>
            </a:r>
            <a:r>
              <a:rPr lang="en-US" altLang="zh-CN" sz="2800" dirty="0" smtClean="0">
                <a:hlinkClick r:id="rId8" action="ppaction://hlinksldjump"/>
              </a:rPr>
              <a:t>n</a:t>
            </a:r>
            <a:r>
              <a:rPr lang="zh-CN" altLang="en-US" sz="2800" dirty="0" smtClean="0">
                <a:hlinkClick r:id="rId8" action="ppaction://hlinksldjump"/>
              </a:rPr>
              <a:t>方体网络</a:t>
            </a:r>
            <a:endParaRPr lang="zh-CN" altLang="en-US" sz="2800" dirty="0" smtClean="0"/>
          </a:p>
          <a:p>
            <a:pPr lvl="1" eaLnBrk="1" hangingPunct="1">
              <a:lnSpc>
                <a:spcPct val="130000"/>
              </a:lnSpc>
              <a:defRPr/>
            </a:pPr>
            <a:r>
              <a:rPr lang="en-US" altLang="zh-CN" sz="2800" dirty="0" smtClean="0">
                <a:hlinkClick r:id="rId9" action="ppaction://hlinksldjump"/>
              </a:rPr>
              <a:t>Omega（</a:t>
            </a:r>
            <a:r>
              <a:rPr lang="en-US" altLang="zh-CN" sz="2800" dirty="0" smtClean="0">
                <a:sym typeface="Symbol" pitchFamily="18" charset="2"/>
                <a:hlinkClick r:id="rId9" action="ppaction://hlinksldjump"/>
              </a:rPr>
              <a:t></a:t>
            </a:r>
            <a:r>
              <a:rPr lang="en-US" altLang="zh-CN" sz="2800" dirty="0" smtClean="0">
                <a:hlinkClick r:id="rId9" action="ppaction://hlinksldjump"/>
              </a:rPr>
              <a:t>）</a:t>
            </a:r>
            <a:r>
              <a:rPr lang="zh-CN" altLang="en-US" sz="2800" dirty="0" smtClean="0">
                <a:hlinkClick r:id="rId9" action="ppaction://hlinksldjump"/>
              </a:rPr>
              <a:t>网络</a:t>
            </a:r>
            <a:endParaRPr lang="zh-CN" altLang="en-US" sz="2800" dirty="0" smtClean="0"/>
          </a:p>
          <a:p>
            <a:pPr lvl="1" eaLnBrk="1" hangingPunct="1">
              <a:lnSpc>
                <a:spcPct val="130000"/>
              </a:lnSpc>
              <a:defRPr/>
            </a:pPr>
            <a:r>
              <a:rPr lang="zh-CN" altLang="en-US" sz="2800" dirty="0" smtClean="0">
                <a:hlinkClick r:id="rId10" action="ppaction://hlinksldjump"/>
              </a:rPr>
              <a:t>基准网络</a:t>
            </a:r>
            <a:endParaRPr lang="zh-CN" altLang="en-US" sz="2800" dirty="0" smtClean="0"/>
          </a:p>
        </p:txBody>
      </p:sp>
      <p:sp>
        <p:nvSpPr>
          <p:cNvPr id="65541"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11"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12" action="ppaction://hlinksldjump"/>
              </a:rPr>
              <a:t>互连网络种类</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13" action="ppaction://hlinksldjump"/>
              </a:rPr>
              <a:t>动态互连网络</a:t>
            </a:r>
            <a:endParaRPr lang="zh-CN" altLang="en-US" sz="1200" b="0">
              <a:latin typeface="Times New Roman" pitchFamily="18" charset="0"/>
              <a:ea typeface="幼圆" pitchFamily="49" charset="-122"/>
            </a:endParaRPr>
          </a:p>
        </p:txBody>
      </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4914" name="Rectangle 2"/>
          <p:cNvSpPr>
            <a:spLocks noGrp="1" noChangeArrowheads="1"/>
          </p:cNvSpPr>
          <p:nvPr>
            <p:ph type="title"/>
          </p:nvPr>
        </p:nvSpPr>
        <p:spPr/>
        <p:txBody>
          <a:bodyPr/>
          <a:lstStyle/>
          <a:p>
            <a:pPr eaLnBrk="1" hangingPunct="1">
              <a:defRPr/>
            </a:pPr>
            <a:r>
              <a:rPr lang="zh-CN" altLang="en-US" smtClean="0"/>
              <a:t>基本思想</a:t>
            </a:r>
          </a:p>
        </p:txBody>
      </p:sp>
      <p:sp>
        <p:nvSpPr>
          <p:cNvPr id="934915" name="Rectangle 3"/>
          <p:cNvSpPr>
            <a:spLocks noGrp="1" noChangeArrowheads="1"/>
          </p:cNvSpPr>
          <p:nvPr>
            <p:ph type="body" idx="1"/>
          </p:nvPr>
        </p:nvSpPr>
        <p:spPr>
          <a:xfrm>
            <a:off x="809625" y="2292350"/>
            <a:ext cx="7958138" cy="4108450"/>
          </a:xfrm>
        </p:spPr>
        <p:txBody>
          <a:bodyPr/>
          <a:lstStyle/>
          <a:p>
            <a:pPr marL="0" indent="0" eaLnBrk="1" hangingPunct="1">
              <a:lnSpc>
                <a:spcPct val="140000"/>
              </a:lnSpc>
              <a:buFont typeface="Wingdings" pitchFamily="2" charset="2"/>
              <a:buNone/>
              <a:defRPr/>
            </a:pPr>
            <a:r>
              <a:rPr lang="zh-CN" altLang="en-US" smtClean="0"/>
              <a:t>        多级互连网络用若干个较小规模的</a:t>
            </a:r>
            <a:r>
              <a:rPr lang="zh-CN" altLang="en-US" smtClean="0">
                <a:solidFill>
                  <a:srgbClr val="FF0000"/>
                </a:solidFill>
                <a:effectLst>
                  <a:outerShdw blurRad="38100" dist="38100" dir="2700000" algn="tl">
                    <a:srgbClr val="C0C0C0"/>
                  </a:outerShdw>
                </a:effectLst>
              </a:rPr>
              <a:t>开关模块</a:t>
            </a:r>
            <a:r>
              <a:rPr lang="zh-CN" altLang="en-US" smtClean="0"/>
              <a:t>组成</a:t>
            </a:r>
            <a:r>
              <a:rPr lang="zh-CN" altLang="en-US" smtClean="0">
                <a:solidFill>
                  <a:srgbClr val="FF0000"/>
                </a:solidFill>
                <a:effectLst>
                  <a:outerShdw blurRad="38100" dist="38100" dir="2700000" algn="tl">
                    <a:srgbClr val="C0C0C0"/>
                  </a:outerShdw>
                </a:effectLst>
              </a:rPr>
              <a:t>开关级</a:t>
            </a:r>
            <a:r>
              <a:rPr lang="zh-CN" altLang="en-US" smtClean="0"/>
              <a:t>，开关级之间有固定连接的</a:t>
            </a:r>
            <a:r>
              <a:rPr lang="zh-CN" altLang="en-US" smtClean="0">
                <a:solidFill>
                  <a:srgbClr val="FF0000"/>
                </a:solidFill>
                <a:effectLst>
                  <a:outerShdw blurRad="38100" dist="38100" dir="2700000" algn="tl">
                    <a:srgbClr val="C0C0C0"/>
                  </a:outerShdw>
                </a:effectLst>
              </a:rPr>
              <a:t>级间连接</a:t>
            </a:r>
            <a:r>
              <a:rPr lang="zh-CN" altLang="en-US" smtClean="0"/>
              <a:t>，通过</a:t>
            </a:r>
            <a:r>
              <a:rPr lang="zh-CN" altLang="en-US" smtClean="0">
                <a:solidFill>
                  <a:srgbClr val="FF0000"/>
                </a:solidFill>
                <a:effectLst>
                  <a:outerShdw blurRad="38100" dist="38100" dir="2700000" algn="tl">
                    <a:srgbClr val="C0C0C0"/>
                  </a:outerShdw>
                </a:effectLst>
              </a:rPr>
              <a:t>控制信号</a:t>
            </a:r>
            <a:r>
              <a:rPr lang="zh-CN" altLang="en-US" smtClean="0"/>
              <a:t>改变开关模块的输入端与输出端之间的连接状态，从而可改变网络输入端与输出端之间的连接。</a:t>
            </a:r>
          </a:p>
        </p:txBody>
      </p:sp>
      <p:sp>
        <p:nvSpPr>
          <p:cNvPr id="66564"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互连网络种类</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动态互连网络</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多级网络</a:t>
            </a:r>
            <a:endParaRPr lang="zh-CN" altLang="en-US" sz="1200" b="0">
              <a:latin typeface="Times New Roman" pitchFamily="18" charset="0"/>
              <a:ea typeface="幼圆" pitchFamily="49" charset="-122"/>
            </a:endParaRPr>
          </a:p>
        </p:txBody>
      </p:sp>
      <p:sp>
        <p:nvSpPr>
          <p:cNvPr id="66565"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2 之 1</a:t>
            </a:r>
          </a:p>
        </p:txBody>
      </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3106" name="Rectangle 2"/>
          <p:cNvSpPr>
            <a:spLocks noGrp="1" noChangeArrowheads="1"/>
          </p:cNvSpPr>
          <p:nvPr>
            <p:ph type="title"/>
          </p:nvPr>
        </p:nvSpPr>
        <p:spPr/>
        <p:txBody>
          <a:bodyPr/>
          <a:lstStyle/>
          <a:p>
            <a:pPr eaLnBrk="1" hangingPunct="1">
              <a:defRPr/>
            </a:pPr>
            <a:r>
              <a:rPr lang="zh-CN" altLang="en-US" smtClean="0"/>
              <a:t>通用多级网络结构</a:t>
            </a:r>
          </a:p>
        </p:txBody>
      </p:sp>
      <p:sp>
        <p:nvSpPr>
          <p:cNvPr id="67587"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互连网络种类</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动态互连网络</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多级网络</a:t>
            </a:r>
            <a:endParaRPr lang="zh-CN" altLang="en-US" sz="1200" b="0">
              <a:latin typeface="Times New Roman" pitchFamily="18" charset="0"/>
              <a:ea typeface="幼圆" pitchFamily="49" charset="-122"/>
            </a:endParaRPr>
          </a:p>
        </p:txBody>
      </p:sp>
      <p:sp>
        <p:nvSpPr>
          <p:cNvPr id="67588"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2 之 2</a:t>
            </a:r>
          </a:p>
        </p:txBody>
      </p:sp>
      <p:sp>
        <p:nvSpPr>
          <p:cNvPr id="67589" name="Rectangle 7"/>
          <p:cNvSpPr>
            <a:spLocks noChangeArrowheads="1"/>
          </p:cNvSpPr>
          <p:nvPr/>
        </p:nvSpPr>
        <p:spPr bwMode="auto">
          <a:xfrm>
            <a:off x="1854200" y="2362200"/>
            <a:ext cx="542925" cy="685800"/>
          </a:xfrm>
          <a:prstGeom prst="rect">
            <a:avLst/>
          </a:prstGeom>
          <a:solidFill>
            <a:srgbClr val="FFFF99"/>
          </a:solidFill>
          <a:ln w="28575">
            <a:solidFill>
              <a:schemeClr val="tx1"/>
            </a:solidFill>
            <a:miter lim="800000"/>
            <a:headEnd/>
            <a:tailEnd/>
          </a:ln>
          <a:effectLst>
            <a:outerShdw dist="35921" dir="2700000" algn="ctr" rotWithShape="0">
              <a:schemeClr val="bg2"/>
            </a:outerShdw>
          </a:effec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Font typeface="Wingdings" pitchFamily="2" charset="2"/>
              <a:buNone/>
            </a:pPr>
            <a:r>
              <a:rPr lang="en-US" altLang="zh-CN" sz="2000">
                <a:latin typeface="Comic Sans MS" pitchFamily="66" charset="0"/>
              </a:rPr>
              <a:t>a×b</a:t>
            </a:r>
          </a:p>
          <a:p>
            <a:pPr algn="ctr" eaLnBrk="1" hangingPunct="1">
              <a:spcBef>
                <a:spcPct val="0"/>
              </a:spcBef>
              <a:buFont typeface="Wingdings" pitchFamily="2" charset="2"/>
              <a:buNone/>
            </a:pPr>
            <a:r>
              <a:rPr lang="zh-CN" altLang="en-US" sz="2000">
                <a:latin typeface="Comic Sans MS" pitchFamily="66" charset="0"/>
              </a:rPr>
              <a:t>开关</a:t>
            </a:r>
          </a:p>
        </p:txBody>
      </p:sp>
      <p:grpSp>
        <p:nvGrpSpPr>
          <p:cNvPr id="67590" name="Group 12"/>
          <p:cNvGrpSpPr>
            <a:grpSpLocks/>
          </p:cNvGrpSpPr>
          <p:nvPr/>
        </p:nvGrpSpPr>
        <p:grpSpPr bwMode="auto">
          <a:xfrm>
            <a:off x="1371600" y="2362200"/>
            <a:ext cx="422275" cy="609600"/>
            <a:chOff x="528" y="1488"/>
            <a:chExt cx="336" cy="384"/>
          </a:xfrm>
        </p:grpSpPr>
        <p:sp>
          <p:nvSpPr>
            <p:cNvPr id="67710" name="Line 8"/>
            <p:cNvSpPr>
              <a:spLocks noChangeShapeType="1"/>
            </p:cNvSpPr>
            <p:nvPr/>
          </p:nvSpPr>
          <p:spPr bwMode="auto">
            <a:xfrm>
              <a:off x="576" y="1536"/>
              <a:ext cx="288" cy="0"/>
            </a:xfrm>
            <a:prstGeom prst="line">
              <a:avLst/>
            </a:prstGeom>
            <a:noFill/>
            <a:ln w="28575">
              <a:solidFill>
                <a:schemeClr val="tx1"/>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711" name="Line 9"/>
            <p:cNvSpPr>
              <a:spLocks noChangeShapeType="1"/>
            </p:cNvSpPr>
            <p:nvPr/>
          </p:nvSpPr>
          <p:spPr bwMode="auto">
            <a:xfrm>
              <a:off x="576" y="1632"/>
              <a:ext cx="288" cy="0"/>
            </a:xfrm>
            <a:prstGeom prst="line">
              <a:avLst/>
            </a:prstGeom>
            <a:noFill/>
            <a:ln w="28575">
              <a:solidFill>
                <a:schemeClr val="tx1"/>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712" name="Line 10"/>
            <p:cNvSpPr>
              <a:spLocks noChangeShapeType="1"/>
            </p:cNvSpPr>
            <p:nvPr/>
          </p:nvSpPr>
          <p:spPr bwMode="auto">
            <a:xfrm>
              <a:off x="576" y="1872"/>
              <a:ext cx="288" cy="0"/>
            </a:xfrm>
            <a:prstGeom prst="line">
              <a:avLst/>
            </a:prstGeom>
            <a:noFill/>
            <a:ln w="28575">
              <a:solidFill>
                <a:schemeClr val="tx1"/>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713" name="Text Box 11"/>
            <p:cNvSpPr txBox="1">
              <a:spLocks noChangeArrowheads="1"/>
            </p:cNvSpPr>
            <p:nvPr/>
          </p:nvSpPr>
          <p:spPr bwMode="auto">
            <a:xfrm>
              <a:off x="528" y="1488"/>
              <a:ext cx="336"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b="0">
                  <a:latin typeface="Comic Sans MS" pitchFamily="66" charset="0"/>
                  <a:ea typeface="宋体" charset="-122"/>
                </a:rPr>
                <a:t>…</a:t>
              </a:r>
            </a:p>
          </p:txBody>
        </p:sp>
      </p:grpSp>
      <p:grpSp>
        <p:nvGrpSpPr>
          <p:cNvPr id="67591" name="Group 13"/>
          <p:cNvGrpSpPr>
            <a:grpSpLocks/>
          </p:cNvGrpSpPr>
          <p:nvPr/>
        </p:nvGrpSpPr>
        <p:grpSpPr bwMode="auto">
          <a:xfrm>
            <a:off x="2397125" y="2362200"/>
            <a:ext cx="422275" cy="609600"/>
            <a:chOff x="528" y="1488"/>
            <a:chExt cx="336" cy="384"/>
          </a:xfrm>
        </p:grpSpPr>
        <p:sp>
          <p:nvSpPr>
            <p:cNvPr id="67706" name="Line 14"/>
            <p:cNvSpPr>
              <a:spLocks noChangeShapeType="1"/>
            </p:cNvSpPr>
            <p:nvPr/>
          </p:nvSpPr>
          <p:spPr bwMode="auto">
            <a:xfrm>
              <a:off x="576" y="1536"/>
              <a:ext cx="288" cy="0"/>
            </a:xfrm>
            <a:prstGeom prst="line">
              <a:avLst/>
            </a:prstGeom>
            <a:noFill/>
            <a:ln w="28575">
              <a:solidFill>
                <a:schemeClr val="tx1"/>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707" name="Line 15"/>
            <p:cNvSpPr>
              <a:spLocks noChangeShapeType="1"/>
            </p:cNvSpPr>
            <p:nvPr/>
          </p:nvSpPr>
          <p:spPr bwMode="auto">
            <a:xfrm>
              <a:off x="576" y="1632"/>
              <a:ext cx="288" cy="0"/>
            </a:xfrm>
            <a:prstGeom prst="line">
              <a:avLst/>
            </a:prstGeom>
            <a:noFill/>
            <a:ln w="28575">
              <a:solidFill>
                <a:schemeClr val="tx1"/>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708" name="Line 16"/>
            <p:cNvSpPr>
              <a:spLocks noChangeShapeType="1"/>
            </p:cNvSpPr>
            <p:nvPr/>
          </p:nvSpPr>
          <p:spPr bwMode="auto">
            <a:xfrm>
              <a:off x="576" y="1872"/>
              <a:ext cx="288" cy="0"/>
            </a:xfrm>
            <a:prstGeom prst="line">
              <a:avLst/>
            </a:prstGeom>
            <a:noFill/>
            <a:ln w="28575">
              <a:solidFill>
                <a:schemeClr val="tx1"/>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709" name="Text Box 17"/>
            <p:cNvSpPr txBox="1">
              <a:spLocks noChangeArrowheads="1"/>
            </p:cNvSpPr>
            <p:nvPr/>
          </p:nvSpPr>
          <p:spPr bwMode="auto">
            <a:xfrm>
              <a:off x="528" y="1488"/>
              <a:ext cx="336"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b="0">
                  <a:latin typeface="Comic Sans MS" pitchFamily="66" charset="0"/>
                  <a:ea typeface="宋体" charset="-122"/>
                </a:rPr>
                <a:t>…</a:t>
              </a:r>
            </a:p>
          </p:txBody>
        </p:sp>
      </p:grpSp>
      <p:sp>
        <p:nvSpPr>
          <p:cNvPr id="67592" name="Text Box 19"/>
          <p:cNvSpPr txBox="1">
            <a:spLocks noChangeArrowheads="1"/>
          </p:cNvSpPr>
          <p:nvPr/>
        </p:nvSpPr>
        <p:spPr bwMode="auto">
          <a:xfrm>
            <a:off x="1219200" y="2286000"/>
            <a:ext cx="1524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800" b="0">
                <a:latin typeface="Comic Sans MS" pitchFamily="66" charset="0"/>
                <a:ea typeface="宋体" charset="-122"/>
              </a:rPr>
              <a:t>0</a:t>
            </a:r>
          </a:p>
        </p:txBody>
      </p:sp>
      <p:sp>
        <p:nvSpPr>
          <p:cNvPr id="67593" name="Text Box 20"/>
          <p:cNvSpPr txBox="1">
            <a:spLocks noChangeArrowheads="1"/>
          </p:cNvSpPr>
          <p:nvPr/>
        </p:nvSpPr>
        <p:spPr bwMode="auto">
          <a:xfrm>
            <a:off x="1219200" y="2514600"/>
            <a:ext cx="1524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800" b="0">
                <a:latin typeface="Comic Sans MS" pitchFamily="66" charset="0"/>
                <a:ea typeface="宋体" charset="-122"/>
              </a:rPr>
              <a:t>1</a:t>
            </a:r>
          </a:p>
        </p:txBody>
      </p:sp>
      <p:sp>
        <p:nvSpPr>
          <p:cNvPr id="67594" name="Text Box 21"/>
          <p:cNvSpPr txBox="1">
            <a:spLocks noChangeArrowheads="1"/>
          </p:cNvSpPr>
          <p:nvPr/>
        </p:nvSpPr>
        <p:spPr bwMode="auto">
          <a:xfrm>
            <a:off x="990600" y="2819400"/>
            <a:ext cx="3810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en-US" altLang="zh-CN" sz="1800" b="0">
                <a:latin typeface="Comic Sans MS" pitchFamily="66" charset="0"/>
                <a:ea typeface="宋体" charset="-122"/>
              </a:rPr>
              <a:t>a-1</a:t>
            </a:r>
          </a:p>
        </p:txBody>
      </p:sp>
      <p:sp>
        <p:nvSpPr>
          <p:cNvPr id="67595" name="Rectangle 23"/>
          <p:cNvSpPr>
            <a:spLocks noChangeArrowheads="1"/>
          </p:cNvSpPr>
          <p:nvPr/>
        </p:nvSpPr>
        <p:spPr bwMode="auto">
          <a:xfrm>
            <a:off x="1803400" y="3429000"/>
            <a:ext cx="571500" cy="685800"/>
          </a:xfrm>
          <a:prstGeom prst="rect">
            <a:avLst/>
          </a:prstGeom>
          <a:solidFill>
            <a:srgbClr val="FFFF99"/>
          </a:solidFill>
          <a:ln w="28575">
            <a:solidFill>
              <a:schemeClr val="tx1"/>
            </a:solidFill>
            <a:miter lim="800000"/>
            <a:headEnd/>
            <a:tailEnd/>
          </a:ln>
          <a:effectLst>
            <a:outerShdw dist="35921" dir="2700000" algn="ctr" rotWithShape="0">
              <a:schemeClr val="bg2"/>
            </a:outerShdw>
          </a:effec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Font typeface="Wingdings" pitchFamily="2" charset="2"/>
              <a:buNone/>
            </a:pPr>
            <a:r>
              <a:rPr lang="en-US" altLang="zh-CN" sz="2000">
                <a:latin typeface="Comic Sans MS" pitchFamily="66" charset="0"/>
              </a:rPr>
              <a:t>a×b</a:t>
            </a:r>
          </a:p>
          <a:p>
            <a:pPr algn="ctr" eaLnBrk="1" hangingPunct="1">
              <a:spcBef>
                <a:spcPct val="0"/>
              </a:spcBef>
              <a:buFont typeface="Wingdings" pitchFamily="2" charset="2"/>
              <a:buNone/>
            </a:pPr>
            <a:r>
              <a:rPr lang="zh-CN" altLang="en-US" sz="2000">
                <a:latin typeface="Comic Sans MS" pitchFamily="66" charset="0"/>
              </a:rPr>
              <a:t>开关</a:t>
            </a:r>
          </a:p>
        </p:txBody>
      </p:sp>
      <p:grpSp>
        <p:nvGrpSpPr>
          <p:cNvPr id="67596" name="Group 24"/>
          <p:cNvGrpSpPr>
            <a:grpSpLocks/>
          </p:cNvGrpSpPr>
          <p:nvPr/>
        </p:nvGrpSpPr>
        <p:grpSpPr bwMode="auto">
          <a:xfrm>
            <a:off x="1295400" y="3429000"/>
            <a:ext cx="444500" cy="609600"/>
            <a:chOff x="528" y="1488"/>
            <a:chExt cx="336" cy="384"/>
          </a:xfrm>
        </p:grpSpPr>
        <p:sp>
          <p:nvSpPr>
            <p:cNvPr id="67702" name="Line 25"/>
            <p:cNvSpPr>
              <a:spLocks noChangeShapeType="1"/>
            </p:cNvSpPr>
            <p:nvPr/>
          </p:nvSpPr>
          <p:spPr bwMode="auto">
            <a:xfrm>
              <a:off x="576" y="1536"/>
              <a:ext cx="288" cy="0"/>
            </a:xfrm>
            <a:prstGeom prst="line">
              <a:avLst/>
            </a:prstGeom>
            <a:noFill/>
            <a:ln w="28575">
              <a:solidFill>
                <a:schemeClr val="tx1"/>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703" name="Line 26"/>
            <p:cNvSpPr>
              <a:spLocks noChangeShapeType="1"/>
            </p:cNvSpPr>
            <p:nvPr/>
          </p:nvSpPr>
          <p:spPr bwMode="auto">
            <a:xfrm>
              <a:off x="576" y="1632"/>
              <a:ext cx="288" cy="0"/>
            </a:xfrm>
            <a:prstGeom prst="line">
              <a:avLst/>
            </a:prstGeom>
            <a:noFill/>
            <a:ln w="28575">
              <a:solidFill>
                <a:schemeClr val="tx1"/>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704" name="Line 27"/>
            <p:cNvSpPr>
              <a:spLocks noChangeShapeType="1"/>
            </p:cNvSpPr>
            <p:nvPr/>
          </p:nvSpPr>
          <p:spPr bwMode="auto">
            <a:xfrm>
              <a:off x="576" y="1872"/>
              <a:ext cx="288" cy="0"/>
            </a:xfrm>
            <a:prstGeom prst="line">
              <a:avLst/>
            </a:prstGeom>
            <a:noFill/>
            <a:ln w="28575">
              <a:solidFill>
                <a:schemeClr val="tx1"/>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705" name="Text Box 28"/>
            <p:cNvSpPr txBox="1">
              <a:spLocks noChangeArrowheads="1"/>
            </p:cNvSpPr>
            <p:nvPr/>
          </p:nvSpPr>
          <p:spPr bwMode="auto">
            <a:xfrm>
              <a:off x="528" y="1488"/>
              <a:ext cx="336"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b="0">
                  <a:latin typeface="Comic Sans MS" pitchFamily="66" charset="0"/>
                  <a:ea typeface="宋体" charset="-122"/>
                </a:rPr>
                <a:t>…</a:t>
              </a:r>
            </a:p>
          </p:txBody>
        </p:sp>
      </p:grpSp>
      <p:grpSp>
        <p:nvGrpSpPr>
          <p:cNvPr id="67597" name="Group 29"/>
          <p:cNvGrpSpPr>
            <a:grpSpLocks/>
          </p:cNvGrpSpPr>
          <p:nvPr/>
        </p:nvGrpSpPr>
        <p:grpSpPr bwMode="auto">
          <a:xfrm>
            <a:off x="2374900" y="3429000"/>
            <a:ext cx="444500" cy="609600"/>
            <a:chOff x="528" y="1488"/>
            <a:chExt cx="336" cy="384"/>
          </a:xfrm>
        </p:grpSpPr>
        <p:sp>
          <p:nvSpPr>
            <p:cNvPr id="67698" name="Line 30"/>
            <p:cNvSpPr>
              <a:spLocks noChangeShapeType="1"/>
            </p:cNvSpPr>
            <p:nvPr/>
          </p:nvSpPr>
          <p:spPr bwMode="auto">
            <a:xfrm>
              <a:off x="576" y="1536"/>
              <a:ext cx="288" cy="0"/>
            </a:xfrm>
            <a:prstGeom prst="line">
              <a:avLst/>
            </a:prstGeom>
            <a:noFill/>
            <a:ln w="28575">
              <a:solidFill>
                <a:schemeClr val="tx1"/>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699" name="Line 31"/>
            <p:cNvSpPr>
              <a:spLocks noChangeShapeType="1"/>
            </p:cNvSpPr>
            <p:nvPr/>
          </p:nvSpPr>
          <p:spPr bwMode="auto">
            <a:xfrm>
              <a:off x="576" y="1632"/>
              <a:ext cx="288" cy="0"/>
            </a:xfrm>
            <a:prstGeom prst="line">
              <a:avLst/>
            </a:prstGeom>
            <a:noFill/>
            <a:ln w="28575">
              <a:solidFill>
                <a:schemeClr val="tx1"/>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700" name="Line 32"/>
            <p:cNvSpPr>
              <a:spLocks noChangeShapeType="1"/>
            </p:cNvSpPr>
            <p:nvPr/>
          </p:nvSpPr>
          <p:spPr bwMode="auto">
            <a:xfrm>
              <a:off x="576" y="1872"/>
              <a:ext cx="288" cy="0"/>
            </a:xfrm>
            <a:prstGeom prst="line">
              <a:avLst/>
            </a:prstGeom>
            <a:noFill/>
            <a:ln w="28575">
              <a:solidFill>
                <a:schemeClr val="tx1"/>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701" name="Text Box 33"/>
            <p:cNvSpPr txBox="1">
              <a:spLocks noChangeArrowheads="1"/>
            </p:cNvSpPr>
            <p:nvPr/>
          </p:nvSpPr>
          <p:spPr bwMode="auto">
            <a:xfrm>
              <a:off x="528" y="1488"/>
              <a:ext cx="336"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b="0">
                  <a:latin typeface="Comic Sans MS" pitchFamily="66" charset="0"/>
                  <a:ea typeface="宋体" charset="-122"/>
                </a:rPr>
                <a:t>…</a:t>
              </a:r>
            </a:p>
          </p:txBody>
        </p:sp>
      </p:grpSp>
      <p:sp>
        <p:nvSpPr>
          <p:cNvPr id="67598" name="Text Box 34"/>
          <p:cNvSpPr txBox="1">
            <a:spLocks noChangeArrowheads="1"/>
          </p:cNvSpPr>
          <p:nvPr/>
        </p:nvSpPr>
        <p:spPr bwMode="auto">
          <a:xfrm>
            <a:off x="1219200" y="3352800"/>
            <a:ext cx="1524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en-US" altLang="zh-CN" sz="1800" b="0">
                <a:latin typeface="Comic Sans MS" pitchFamily="66" charset="0"/>
                <a:ea typeface="宋体" charset="-122"/>
              </a:rPr>
              <a:t>a</a:t>
            </a:r>
          </a:p>
        </p:txBody>
      </p:sp>
      <p:sp>
        <p:nvSpPr>
          <p:cNvPr id="67599" name="Text Box 35"/>
          <p:cNvSpPr txBox="1">
            <a:spLocks noChangeArrowheads="1"/>
          </p:cNvSpPr>
          <p:nvPr/>
        </p:nvSpPr>
        <p:spPr bwMode="auto">
          <a:xfrm>
            <a:off x="990600" y="3581400"/>
            <a:ext cx="3810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en-US" altLang="zh-CN" sz="1800" b="0">
                <a:latin typeface="Comic Sans MS" pitchFamily="66" charset="0"/>
                <a:ea typeface="宋体" charset="-122"/>
              </a:rPr>
              <a:t>a+1</a:t>
            </a:r>
          </a:p>
        </p:txBody>
      </p:sp>
      <p:sp>
        <p:nvSpPr>
          <p:cNvPr id="67600" name="Text Box 36"/>
          <p:cNvSpPr txBox="1">
            <a:spLocks noChangeArrowheads="1"/>
          </p:cNvSpPr>
          <p:nvPr/>
        </p:nvSpPr>
        <p:spPr bwMode="auto">
          <a:xfrm>
            <a:off x="838200" y="3886200"/>
            <a:ext cx="457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en-US" altLang="zh-CN" sz="1800" b="0">
                <a:latin typeface="Comic Sans MS" pitchFamily="66" charset="0"/>
                <a:ea typeface="宋体" charset="-122"/>
              </a:rPr>
              <a:t>2a-1</a:t>
            </a:r>
          </a:p>
        </p:txBody>
      </p:sp>
      <p:sp>
        <p:nvSpPr>
          <p:cNvPr id="67601" name="Rectangle 38"/>
          <p:cNvSpPr>
            <a:spLocks noChangeArrowheads="1"/>
          </p:cNvSpPr>
          <p:nvPr/>
        </p:nvSpPr>
        <p:spPr bwMode="auto">
          <a:xfrm>
            <a:off x="1803400" y="4953000"/>
            <a:ext cx="571500" cy="685800"/>
          </a:xfrm>
          <a:prstGeom prst="rect">
            <a:avLst/>
          </a:prstGeom>
          <a:solidFill>
            <a:srgbClr val="FFFF99"/>
          </a:solidFill>
          <a:ln w="28575">
            <a:solidFill>
              <a:schemeClr val="tx1"/>
            </a:solidFill>
            <a:miter lim="800000"/>
            <a:headEnd/>
            <a:tailEnd/>
          </a:ln>
          <a:effectLst>
            <a:outerShdw dist="35921" dir="2700000" algn="ctr" rotWithShape="0">
              <a:schemeClr val="bg2"/>
            </a:outerShdw>
          </a:effec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Font typeface="Wingdings" pitchFamily="2" charset="2"/>
              <a:buNone/>
            </a:pPr>
            <a:r>
              <a:rPr lang="en-US" altLang="zh-CN" sz="2000">
                <a:latin typeface="Comic Sans MS" pitchFamily="66" charset="0"/>
              </a:rPr>
              <a:t>a×b</a:t>
            </a:r>
          </a:p>
          <a:p>
            <a:pPr algn="ctr" eaLnBrk="1" hangingPunct="1">
              <a:spcBef>
                <a:spcPct val="0"/>
              </a:spcBef>
              <a:buFont typeface="Wingdings" pitchFamily="2" charset="2"/>
              <a:buNone/>
            </a:pPr>
            <a:r>
              <a:rPr lang="zh-CN" altLang="en-US" sz="2000">
                <a:latin typeface="Comic Sans MS" pitchFamily="66" charset="0"/>
              </a:rPr>
              <a:t>开关</a:t>
            </a:r>
          </a:p>
        </p:txBody>
      </p:sp>
      <p:grpSp>
        <p:nvGrpSpPr>
          <p:cNvPr id="67602" name="Group 39"/>
          <p:cNvGrpSpPr>
            <a:grpSpLocks/>
          </p:cNvGrpSpPr>
          <p:nvPr/>
        </p:nvGrpSpPr>
        <p:grpSpPr bwMode="auto">
          <a:xfrm>
            <a:off x="1295400" y="4953000"/>
            <a:ext cx="444500" cy="609600"/>
            <a:chOff x="528" y="1488"/>
            <a:chExt cx="336" cy="384"/>
          </a:xfrm>
        </p:grpSpPr>
        <p:sp>
          <p:nvSpPr>
            <p:cNvPr id="67694" name="Line 40"/>
            <p:cNvSpPr>
              <a:spLocks noChangeShapeType="1"/>
            </p:cNvSpPr>
            <p:nvPr/>
          </p:nvSpPr>
          <p:spPr bwMode="auto">
            <a:xfrm>
              <a:off x="576" y="1536"/>
              <a:ext cx="288" cy="0"/>
            </a:xfrm>
            <a:prstGeom prst="line">
              <a:avLst/>
            </a:prstGeom>
            <a:noFill/>
            <a:ln w="28575">
              <a:solidFill>
                <a:schemeClr val="tx1"/>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695" name="Line 41"/>
            <p:cNvSpPr>
              <a:spLocks noChangeShapeType="1"/>
            </p:cNvSpPr>
            <p:nvPr/>
          </p:nvSpPr>
          <p:spPr bwMode="auto">
            <a:xfrm>
              <a:off x="576" y="1632"/>
              <a:ext cx="288" cy="0"/>
            </a:xfrm>
            <a:prstGeom prst="line">
              <a:avLst/>
            </a:prstGeom>
            <a:noFill/>
            <a:ln w="28575">
              <a:solidFill>
                <a:schemeClr val="tx1"/>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696" name="Line 42"/>
            <p:cNvSpPr>
              <a:spLocks noChangeShapeType="1"/>
            </p:cNvSpPr>
            <p:nvPr/>
          </p:nvSpPr>
          <p:spPr bwMode="auto">
            <a:xfrm>
              <a:off x="576" y="1872"/>
              <a:ext cx="288" cy="0"/>
            </a:xfrm>
            <a:prstGeom prst="line">
              <a:avLst/>
            </a:prstGeom>
            <a:noFill/>
            <a:ln w="28575">
              <a:solidFill>
                <a:schemeClr val="tx1"/>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697" name="Text Box 43"/>
            <p:cNvSpPr txBox="1">
              <a:spLocks noChangeArrowheads="1"/>
            </p:cNvSpPr>
            <p:nvPr/>
          </p:nvSpPr>
          <p:spPr bwMode="auto">
            <a:xfrm>
              <a:off x="528" y="1488"/>
              <a:ext cx="336"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b="0">
                  <a:latin typeface="Comic Sans MS" pitchFamily="66" charset="0"/>
                  <a:ea typeface="宋体" charset="-122"/>
                </a:rPr>
                <a:t>…</a:t>
              </a:r>
            </a:p>
          </p:txBody>
        </p:sp>
      </p:grpSp>
      <p:grpSp>
        <p:nvGrpSpPr>
          <p:cNvPr id="67603" name="Group 44"/>
          <p:cNvGrpSpPr>
            <a:grpSpLocks/>
          </p:cNvGrpSpPr>
          <p:nvPr/>
        </p:nvGrpSpPr>
        <p:grpSpPr bwMode="auto">
          <a:xfrm>
            <a:off x="2374900" y="4953000"/>
            <a:ext cx="444500" cy="609600"/>
            <a:chOff x="528" y="1488"/>
            <a:chExt cx="336" cy="384"/>
          </a:xfrm>
        </p:grpSpPr>
        <p:sp>
          <p:nvSpPr>
            <p:cNvPr id="67690" name="Line 45"/>
            <p:cNvSpPr>
              <a:spLocks noChangeShapeType="1"/>
            </p:cNvSpPr>
            <p:nvPr/>
          </p:nvSpPr>
          <p:spPr bwMode="auto">
            <a:xfrm>
              <a:off x="576" y="1536"/>
              <a:ext cx="288" cy="0"/>
            </a:xfrm>
            <a:prstGeom prst="line">
              <a:avLst/>
            </a:prstGeom>
            <a:noFill/>
            <a:ln w="28575">
              <a:solidFill>
                <a:schemeClr val="tx1"/>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691" name="Line 46"/>
            <p:cNvSpPr>
              <a:spLocks noChangeShapeType="1"/>
            </p:cNvSpPr>
            <p:nvPr/>
          </p:nvSpPr>
          <p:spPr bwMode="auto">
            <a:xfrm>
              <a:off x="576" y="1632"/>
              <a:ext cx="288" cy="0"/>
            </a:xfrm>
            <a:prstGeom prst="line">
              <a:avLst/>
            </a:prstGeom>
            <a:noFill/>
            <a:ln w="28575">
              <a:solidFill>
                <a:schemeClr val="tx1"/>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692" name="Line 47"/>
            <p:cNvSpPr>
              <a:spLocks noChangeShapeType="1"/>
            </p:cNvSpPr>
            <p:nvPr/>
          </p:nvSpPr>
          <p:spPr bwMode="auto">
            <a:xfrm>
              <a:off x="576" y="1872"/>
              <a:ext cx="288" cy="0"/>
            </a:xfrm>
            <a:prstGeom prst="line">
              <a:avLst/>
            </a:prstGeom>
            <a:noFill/>
            <a:ln w="28575">
              <a:solidFill>
                <a:schemeClr val="tx1"/>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693" name="Text Box 48"/>
            <p:cNvSpPr txBox="1">
              <a:spLocks noChangeArrowheads="1"/>
            </p:cNvSpPr>
            <p:nvPr/>
          </p:nvSpPr>
          <p:spPr bwMode="auto">
            <a:xfrm>
              <a:off x="528" y="1488"/>
              <a:ext cx="336"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b="0">
                  <a:latin typeface="Comic Sans MS" pitchFamily="66" charset="0"/>
                  <a:ea typeface="宋体" charset="-122"/>
                </a:rPr>
                <a:t>…</a:t>
              </a:r>
            </a:p>
          </p:txBody>
        </p:sp>
      </p:grpSp>
      <p:sp>
        <p:nvSpPr>
          <p:cNvPr id="67604" name="Text Box 51"/>
          <p:cNvSpPr txBox="1">
            <a:spLocks noChangeArrowheads="1"/>
          </p:cNvSpPr>
          <p:nvPr/>
        </p:nvSpPr>
        <p:spPr bwMode="auto">
          <a:xfrm>
            <a:off x="914400" y="5410200"/>
            <a:ext cx="457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en-US" altLang="zh-CN" sz="1800" b="0">
                <a:latin typeface="Comic Sans MS" pitchFamily="66" charset="0"/>
                <a:ea typeface="宋体" charset="-122"/>
              </a:rPr>
              <a:t>a</a:t>
            </a:r>
            <a:r>
              <a:rPr lang="en-US" altLang="zh-CN" sz="1800" b="0" baseline="30000">
                <a:latin typeface="Comic Sans MS" pitchFamily="66" charset="0"/>
                <a:ea typeface="宋体" charset="-122"/>
              </a:rPr>
              <a:t>n</a:t>
            </a:r>
            <a:r>
              <a:rPr lang="en-US" altLang="zh-CN" sz="1800" b="0">
                <a:latin typeface="Comic Sans MS" pitchFamily="66" charset="0"/>
                <a:ea typeface="宋体" charset="-122"/>
              </a:rPr>
              <a:t>-1</a:t>
            </a:r>
          </a:p>
        </p:txBody>
      </p:sp>
      <p:sp>
        <p:nvSpPr>
          <p:cNvPr id="67605" name="Text Box 52"/>
          <p:cNvSpPr txBox="1">
            <a:spLocks noChangeArrowheads="1"/>
          </p:cNvSpPr>
          <p:nvPr/>
        </p:nvSpPr>
        <p:spPr bwMode="auto">
          <a:xfrm>
            <a:off x="914400" y="4876800"/>
            <a:ext cx="457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en-US" altLang="zh-CN" sz="1800" b="0">
                <a:latin typeface="Comic Sans MS" pitchFamily="66" charset="0"/>
                <a:ea typeface="宋体" charset="-122"/>
              </a:rPr>
              <a:t>a</a:t>
            </a:r>
            <a:r>
              <a:rPr lang="en-US" altLang="zh-CN" sz="1800" b="0" baseline="30000">
                <a:latin typeface="Comic Sans MS" pitchFamily="66" charset="0"/>
                <a:ea typeface="宋体" charset="-122"/>
              </a:rPr>
              <a:t>n</a:t>
            </a:r>
            <a:r>
              <a:rPr lang="en-US" altLang="zh-CN" sz="1800" b="0">
                <a:latin typeface="Comic Sans MS" pitchFamily="66" charset="0"/>
                <a:ea typeface="宋体" charset="-122"/>
              </a:rPr>
              <a:t>-a</a:t>
            </a:r>
          </a:p>
        </p:txBody>
      </p:sp>
      <p:sp>
        <p:nvSpPr>
          <p:cNvPr id="67606" name="Text Box 53"/>
          <p:cNvSpPr txBox="1">
            <a:spLocks noChangeArrowheads="1"/>
          </p:cNvSpPr>
          <p:nvPr/>
        </p:nvSpPr>
        <p:spPr bwMode="auto">
          <a:xfrm>
            <a:off x="1828800" y="4114800"/>
            <a:ext cx="5334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b="0">
                <a:latin typeface="Comic Sans MS" pitchFamily="66" charset="0"/>
                <a:ea typeface="宋体" charset="-122"/>
              </a:rPr>
              <a:t>…</a:t>
            </a:r>
          </a:p>
        </p:txBody>
      </p:sp>
      <p:sp>
        <p:nvSpPr>
          <p:cNvPr id="943158" name="Rectangle 54"/>
          <p:cNvSpPr>
            <a:spLocks noChangeArrowheads="1"/>
          </p:cNvSpPr>
          <p:nvPr/>
        </p:nvSpPr>
        <p:spPr bwMode="auto">
          <a:xfrm>
            <a:off x="2819400" y="2209800"/>
            <a:ext cx="609600" cy="3581400"/>
          </a:xfrm>
          <a:prstGeom prst="rect">
            <a:avLst/>
          </a:prstGeom>
          <a:solidFill>
            <a:srgbClr val="CCFFCC"/>
          </a:solidFill>
          <a:ln w="28575">
            <a:solidFill>
              <a:schemeClr val="tx1"/>
            </a:solidFill>
            <a:miter lim="800000"/>
            <a:headEnd/>
            <a:tailEnd/>
          </a:ln>
          <a:effectLst>
            <a:outerShdw dist="35921" dir="2700000" algn="ctr" rotWithShape="0">
              <a:schemeClr val="bg2"/>
            </a:outerShdw>
          </a:effectLst>
        </p:spPr>
        <p:txBody>
          <a:bodyPr wrap="none" anchor="ctr"/>
          <a:lstStyle/>
          <a:p>
            <a:pPr algn="ctr">
              <a:defRPr/>
            </a:pPr>
            <a:r>
              <a:rPr lang="zh-CN" altLang="en-US" sz="1800" b="1">
                <a:ea typeface="楷体_GB2312" pitchFamily="49" charset="-122"/>
              </a:rPr>
              <a:t>级间</a:t>
            </a:r>
          </a:p>
          <a:p>
            <a:pPr algn="ctr">
              <a:defRPr/>
            </a:pPr>
            <a:r>
              <a:rPr lang="zh-CN" altLang="en-US" sz="1800" b="1">
                <a:ea typeface="楷体_GB2312" pitchFamily="49" charset="-122"/>
              </a:rPr>
              <a:t>连接</a:t>
            </a:r>
          </a:p>
          <a:p>
            <a:pPr algn="ctr">
              <a:defRPr/>
            </a:pPr>
            <a:r>
              <a:rPr lang="zh-CN" altLang="en-US" sz="1800" b="1">
                <a:ea typeface="楷体_GB2312" pitchFamily="49" charset="-122"/>
              </a:rPr>
              <a:t>模式</a:t>
            </a:r>
          </a:p>
          <a:p>
            <a:pPr algn="ctr">
              <a:defRPr/>
            </a:pPr>
            <a:r>
              <a:rPr lang="en-US" altLang="zh-CN" sz="1800" b="1">
                <a:solidFill>
                  <a:srgbClr val="FF0000"/>
                </a:solidFill>
                <a:effectLst>
                  <a:outerShdw blurRad="38100" dist="38100" dir="2700000" algn="tl">
                    <a:srgbClr val="000000"/>
                  </a:outerShdw>
                </a:effectLst>
                <a:ea typeface="宋体" pitchFamily="2" charset="-122"/>
              </a:rPr>
              <a:t>ISC</a:t>
            </a:r>
            <a:r>
              <a:rPr lang="en-US" altLang="zh-CN" sz="1800" b="1" baseline="-25000">
                <a:solidFill>
                  <a:srgbClr val="FF0000"/>
                </a:solidFill>
                <a:effectLst>
                  <a:outerShdw blurRad="38100" dist="38100" dir="2700000" algn="tl">
                    <a:srgbClr val="000000"/>
                  </a:outerShdw>
                </a:effectLst>
                <a:ea typeface="宋体" pitchFamily="2" charset="-122"/>
              </a:rPr>
              <a:t>1</a:t>
            </a:r>
          </a:p>
          <a:p>
            <a:pPr algn="ctr">
              <a:defRPr/>
            </a:pPr>
            <a:endParaRPr lang="zh-CN" altLang="en-US" sz="1800">
              <a:ea typeface="宋体" pitchFamily="2" charset="-122"/>
            </a:endParaRPr>
          </a:p>
        </p:txBody>
      </p:sp>
      <p:sp>
        <p:nvSpPr>
          <p:cNvPr id="67608" name="Rectangle 56"/>
          <p:cNvSpPr>
            <a:spLocks noChangeArrowheads="1"/>
          </p:cNvSpPr>
          <p:nvPr/>
        </p:nvSpPr>
        <p:spPr bwMode="auto">
          <a:xfrm>
            <a:off x="3911600" y="2362200"/>
            <a:ext cx="542925" cy="685800"/>
          </a:xfrm>
          <a:prstGeom prst="rect">
            <a:avLst/>
          </a:prstGeom>
          <a:solidFill>
            <a:srgbClr val="FFFF99"/>
          </a:solidFill>
          <a:ln w="28575">
            <a:solidFill>
              <a:schemeClr val="tx1"/>
            </a:solidFill>
            <a:miter lim="800000"/>
            <a:headEnd/>
            <a:tailEnd/>
          </a:ln>
          <a:effectLst>
            <a:outerShdw dist="35921" dir="2700000" algn="ctr" rotWithShape="0">
              <a:schemeClr val="bg2"/>
            </a:outerShdw>
          </a:effec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Font typeface="Wingdings" pitchFamily="2" charset="2"/>
              <a:buNone/>
            </a:pPr>
            <a:r>
              <a:rPr lang="en-US" altLang="zh-CN" sz="2000">
                <a:latin typeface="Comic Sans MS" pitchFamily="66" charset="0"/>
              </a:rPr>
              <a:t>a×b</a:t>
            </a:r>
          </a:p>
          <a:p>
            <a:pPr algn="ctr" eaLnBrk="1" hangingPunct="1">
              <a:spcBef>
                <a:spcPct val="0"/>
              </a:spcBef>
              <a:buFont typeface="Wingdings" pitchFamily="2" charset="2"/>
              <a:buNone/>
            </a:pPr>
            <a:r>
              <a:rPr lang="zh-CN" altLang="en-US" sz="2000">
                <a:latin typeface="Comic Sans MS" pitchFamily="66" charset="0"/>
              </a:rPr>
              <a:t>开关</a:t>
            </a:r>
          </a:p>
        </p:txBody>
      </p:sp>
      <p:grpSp>
        <p:nvGrpSpPr>
          <p:cNvPr id="67609" name="Group 57"/>
          <p:cNvGrpSpPr>
            <a:grpSpLocks/>
          </p:cNvGrpSpPr>
          <p:nvPr/>
        </p:nvGrpSpPr>
        <p:grpSpPr bwMode="auto">
          <a:xfrm>
            <a:off x="3429000" y="2362200"/>
            <a:ext cx="422275" cy="609600"/>
            <a:chOff x="528" y="1488"/>
            <a:chExt cx="336" cy="384"/>
          </a:xfrm>
        </p:grpSpPr>
        <p:sp>
          <p:nvSpPr>
            <p:cNvPr id="67686" name="Line 58"/>
            <p:cNvSpPr>
              <a:spLocks noChangeShapeType="1"/>
            </p:cNvSpPr>
            <p:nvPr/>
          </p:nvSpPr>
          <p:spPr bwMode="auto">
            <a:xfrm>
              <a:off x="576" y="1536"/>
              <a:ext cx="288" cy="0"/>
            </a:xfrm>
            <a:prstGeom prst="line">
              <a:avLst/>
            </a:prstGeom>
            <a:noFill/>
            <a:ln w="28575">
              <a:solidFill>
                <a:schemeClr val="tx1"/>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687" name="Line 59"/>
            <p:cNvSpPr>
              <a:spLocks noChangeShapeType="1"/>
            </p:cNvSpPr>
            <p:nvPr/>
          </p:nvSpPr>
          <p:spPr bwMode="auto">
            <a:xfrm>
              <a:off x="576" y="1632"/>
              <a:ext cx="288" cy="0"/>
            </a:xfrm>
            <a:prstGeom prst="line">
              <a:avLst/>
            </a:prstGeom>
            <a:noFill/>
            <a:ln w="28575">
              <a:solidFill>
                <a:schemeClr val="tx1"/>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688" name="Line 60"/>
            <p:cNvSpPr>
              <a:spLocks noChangeShapeType="1"/>
            </p:cNvSpPr>
            <p:nvPr/>
          </p:nvSpPr>
          <p:spPr bwMode="auto">
            <a:xfrm>
              <a:off x="576" y="1872"/>
              <a:ext cx="288" cy="0"/>
            </a:xfrm>
            <a:prstGeom prst="line">
              <a:avLst/>
            </a:prstGeom>
            <a:noFill/>
            <a:ln w="28575">
              <a:solidFill>
                <a:schemeClr val="tx1"/>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689" name="Text Box 61"/>
            <p:cNvSpPr txBox="1">
              <a:spLocks noChangeArrowheads="1"/>
            </p:cNvSpPr>
            <p:nvPr/>
          </p:nvSpPr>
          <p:spPr bwMode="auto">
            <a:xfrm>
              <a:off x="528" y="1488"/>
              <a:ext cx="336"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b="0">
                  <a:latin typeface="Comic Sans MS" pitchFamily="66" charset="0"/>
                  <a:ea typeface="宋体" charset="-122"/>
                </a:rPr>
                <a:t>…</a:t>
              </a:r>
            </a:p>
          </p:txBody>
        </p:sp>
      </p:grpSp>
      <p:grpSp>
        <p:nvGrpSpPr>
          <p:cNvPr id="67610" name="Group 62"/>
          <p:cNvGrpSpPr>
            <a:grpSpLocks/>
          </p:cNvGrpSpPr>
          <p:nvPr/>
        </p:nvGrpSpPr>
        <p:grpSpPr bwMode="auto">
          <a:xfrm>
            <a:off x="4454525" y="2362200"/>
            <a:ext cx="422275" cy="609600"/>
            <a:chOff x="528" y="1488"/>
            <a:chExt cx="336" cy="384"/>
          </a:xfrm>
        </p:grpSpPr>
        <p:sp>
          <p:nvSpPr>
            <p:cNvPr id="67682" name="Line 63"/>
            <p:cNvSpPr>
              <a:spLocks noChangeShapeType="1"/>
            </p:cNvSpPr>
            <p:nvPr/>
          </p:nvSpPr>
          <p:spPr bwMode="auto">
            <a:xfrm>
              <a:off x="576" y="1536"/>
              <a:ext cx="288" cy="0"/>
            </a:xfrm>
            <a:prstGeom prst="line">
              <a:avLst/>
            </a:prstGeom>
            <a:noFill/>
            <a:ln w="28575">
              <a:solidFill>
                <a:schemeClr val="tx1"/>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683" name="Line 64"/>
            <p:cNvSpPr>
              <a:spLocks noChangeShapeType="1"/>
            </p:cNvSpPr>
            <p:nvPr/>
          </p:nvSpPr>
          <p:spPr bwMode="auto">
            <a:xfrm>
              <a:off x="576" y="1632"/>
              <a:ext cx="288" cy="0"/>
            </a:xfrm>
            <a:prstGeom prst="line">
              <a:avLst/>
            </a:prstGeom>
            <a:noFill/>
            <a:ln w="28575">
              <a:solidFill>
                <a:schemeClr val="tx1"/>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684" name="Line 65"/>
            <p:cNvSpPr>
              <a:spLocks noChangeShapeType="1"/>
            </p:cNvSpPr>
            <p:nvPr/>
          </p:nvSpPr>
          <p:spPr bwMode="auto">
            <a:xfrm>
              <a:off x="576" y="1872"/>
              <a:ext cx="288" cy="0"/>
            </a:xfrm>
            <a:prstGeom prst="line">
              <a:avLst/>
            </a:prstGeom>
            <a:noFill/>
            <a:ln w="28575">
              <a:solidFill>
                <a:schemeClr val="tx1"/>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685" name="Text Box 66"/>
            <p:cNvSpPr txBox="1">
              <a:spLocks noChangeArrowheads="1"/>
            </p:cNvSpPr>
            <p:nvPr/>
          </p:nvSpPr>
          <p:spPr bwMode="auto">
            <a:xfrm>
              <a:off x="528" y="1488"/>
              <a:ext cx="336"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b="0">
                  <a:latin typeface="Comic Sans MS" pitchFamily="66" charset="0"/>
                  <a:ea typeface="宋体" charset="-122"/>
                </a:rPr>
                <a:t>…</a:t>
              </a:r>
            </a:p>
          </p:txBody>
        </p:sp>
      </p:grpSp>
      <p:sp>
        <p:nvSpPr>
          <p:cNvPr id="67611" name="Rectangle 71"/>
          <p:cNvSpPr>
            <a:spLocks noChangeArrowheads="1"/>
          </p:cNvSpPr>
          <p:nvPr/>
        </p:nvSpPr>
        <p:spPr bwMode="auto">
          <a:xfrm>
            <a:off x="3911600" y="3429000"/>
            <a:ext cx="542925" cy="685800"/>
          </a:xfrm>
          <a:prstGeom prst="rect">
            <a:avLst/>
          </a:prstGeom>
          <a:solidFill>
            <a:srgbClr val="FFFF99"/>
          </a:solidFill>
          <a:ln w="28575">
            <a:solidFill>
              <a:schemeClr val="tx1"/>
            </a:solidFill>
            <a:miter lim="800000"/>
            <a:headEnd/>
            <a:tailEnd/>
          </a:ln>
          <a:effectLst>
            <a:outerShdw dist="35921" dir="2700000" algn="ctr" rotWithShape="0">
              <a:schemeClr val="bg2"/>
            </a:outerShdw>
          </a:effec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Font typeface="Wingdings" pitchFamily="2" charset="2"/>
              <a:buNone/>
            </a:pPr>
            <a:r>
              <a:rPr lang="en-US" altLang="zh-CN" sz="2000">
                <a:latin typeface="Comic Sans MS" pitchFamily="66" charset="0"/>
              </a:rPr>
              <a:t>a×b</a:t>
            </a:r>
          </a:p>
          <a:p>
            <a:pPr algn="ctr" eaLnBrk="1" hangingPunct="1">
              <a:spcBef>
                <a:spcPct val="0"/>
              </a:spcBef>
              <a:buFont typeface="Wingdings" pitchFamily="2" charset="2"/>
              <a:buNone/>
            </a:pPr>
            <a:r>
              <a:rPr lang="zh-CN" altLang="en-US" sz="2000">
                <a:latin typeface="Comic Sans MS" pitchFamily="66" charset="0"/>
              </a:rPr>
              <a:t>开关</a:t>
            </a:r>
          </a:p>
        </p:txBody>
      </p:sp>
      <p:grpSp>
        <p:nvGrpSpPr>
          <p:cNvPr id="67612" name="Group 72"/>
          <p:cNvGrpSpPr>
            <a:grpSpLocks/>
          </p:cNvGrpSpPr>
          <p:nvPr/>
        </p:nvGrpSpPr>
        <p:grpSpPr bwMode="auto">
          <a:xfrm>
            <a:off x="3429000" y="3429000"/>
            <a:ext cx="422275" cy="609600"/>
            <a:chOff x="528" y="1488"/>
            <a:chExt cx="336" cy="384"/>
          </a:xfrm>
        </p:grpSpPr>
        <p:sp>
          <p:nvSpPr>
            <p:cNvPr id="67678" name="Line 73"/>
            <p:cNvSpPr>
              <a:spLocks noChangeShapeType="1"/>
            </p:cNvSpPr>
            <p:nvPr/>
          </p:nvSpPr>
          <p:spPr bwMode="auto">
            <a:xfrm>
              <a:off x="576" y="1536"/>
              <a:ext cx="288" cy="0"/>
            </a:xfrm>
            <a:prstGeom prst="line">
              <a:avLst/>
            </a:prstGeom>
            <a:noFill/>
            <a:ln w="28575">
              <a:solidFill>
                <a:schemeClr val="tx1"/>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679" name="Line 74"/>
            <p:cNvSpPr>
              <a:spLocks noChangeShapeType="1"/>
            </p:cNvSpPr>
            <p:nvPr/>
          </p:nvSpPr>
          <p:spPr bwMode="auto">
            <a:xfrm>
              <a:off x="576" y="1632"/>
              <a:ext cx="288" cy="0"/>
            </a:xfrm>
            <a:prstGeom prst="line">
              <a:avLst/>
            </a:prstGeom>
            <a:noFill/>
            <a:ln w="28575">
              <a:solidFill>
                <a:schemeClr val="tx1"/>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680" name="Line 75"/>
            <p:cNvSpPr>
              <a:spLocks noChangeShapeType="1"/>
            </p:cNvSpPr>
            <p:nvPr/>
          </p:nvSpPr>
          <p:spPr bwMode="auto">
            <a:xfrm>
              <a:off x="576" y="1872"/>
              <a:ext cx="288" cy="0"/>
            </a:xfrm>
            <a:prstGeom prst="line">
              <a:avLst/>
            </a:prstGeom>
            <a:noFill/>
            <a:ln w="28575">
              <a:solidFill>
                <a:schemeClr val="tx1"/>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681" name="Text Box 76"/>
            <p:cNvSpPr txBox="1">
              <a:spLocks noChangeArrowheads="1"/>
            </p:cNvSpPr>
            <p:nvPr/>
          </p:nvSpPr>
          <p:spPr bwMode="auto">
            <a:xfrm>
              <a:off x="528" y="1488"/>
              <a:ext cx="336"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b="0">
                  <a:latin typeface="Comic Sans MS" pitchFamily="66" charset="0"/>
                  <a:ea typeface="宋体" charset="-122"/>
                </a:rPr>
                <a:t>…</a:t>
              </a:r>
            </a:p>
          </p:txBody>
        </p:sp>
      </p:grpSp>
      <p:grpSp>
        <p:nvGrpSpPr>
          <p:cNvPr id="67613" name="Group 77"/>
          <p:cNvGrpSpPr>
            <a:grpSpLocks/>
          </p:cNvGrpSpPr>
          <p:nvPr/>
        </p:nvGrpSpPr>
        <p:grpSpPr bwMode="auto">
          <a:xfrm>
            <a:off x="4454525" y="3429000"/>
            <a:ext cx="422275" cy="609600"/>
            <a:chOff x="528" y="1488"/>
            <a:chExt cx="336" cy="384"/>
          </a:xfrm>
        </p:grpSpPr>
        <p:sp>
          <p:nvSpPr>
            <p:cNvPr id="67674" name="Line 78"/>
            <p:cNvSpPr>
              <a:spLocks noChangeShapeType="1"/>
            </p:cNvSpPr>
            <p:nvPr/>
          </p:nvSpPr>
          <p:spPr bwMode="auto">
            <a:xfrm>
              <a:off x="576" y="1536"/>
              <a:ext cx="288" cy="0"/>
            </a:xfrm>
            <a:prstGeom prst="line">
              <a:avLst/>
            </a:prstGeom>
            <a:noFill/>
            <a:ln w="28575">
              <a:solidFill>
                <a:schemeClr val="tx1"/>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675" name="Line 79"/>
            <p:cNvSpPr>
              <a:spLocks noChangeShapeType="1"/>
            </p:cNvSpPr>
            <p:nvPr/>
          </p:nvSpPr>
          <p:spPr bwMode="auto">
            <a:xfrm>
              <a:off x="576" y="1632"/>
              <a:ext cx="288" cy="0"/>
            </a:xfrm>
            <a:prstGeom prst="line">
              <a:avLst/>
            </a:prstGeom>
            <a:noFill/>
            <a:ln w="28575">
              <a:solidFill>
                <a:schemeClr val="tx1"/>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676" name="Line 80"/>
            <p:cNvSpPr>
              <a:spLocks noChangeShapeType="1"/>
            </p:cNvSpPr>
            <p:nvPr/>
          </p:nvSpPr>
          <p:spPr bwMode="auto">
            <a:xfrm>
              <a:off x="576" y="1872"/>
              <a:ext cx="288" cy="0"/>
            </a:xfrm>
            <a:prstGeom prst="line">
              <a:avLst/>
            </a:prstGeom>
            <a:noFill/>
            <a:ln w="28575">
              <a:solidFill>
                <a:schemeClr val="tx1"/>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677" name="Text Box 81"/>
            <p:cNvSpPr txBox="1">
              <a:spLocks noChangeArrowheads="1"/>
            </p:cNvSpPr>
            <p:nvPr/>
          </p:nvSpPr>
          <p:spPr bwMode="auto">
            <a:xfrm>
              <a:off x="528" y="1488"/>
              <a:ext cx="336"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b="0">
                  <a:latin typeface="Comic Sans MS" pitchFamily="66" charset="0"/>
                  <a:ea typeface="宋体" charset="-122"/>
                </a:rPr>
                <a:t>…</a:t>
              </a:r>
            </a:p>
          </p:txBody>
        </p:sp>
      </p:grpSp>
      <p:sp>
        <p:nvSpPr>
          <p:cNvPr id="67614" name="Rectangle 86"/>
          <p:cNvSpPr>
            <a:spLocks noChangeArrowheads="1"/>
          </p:cNvSpPr>
          <p:nvPr/>
        </p:nvSpPr>
        <p:spPr bwMode="auto">
          <a:xfrm>
            <a:off x="3911600" y="4953000"/>
            <a:ext cx="542925" cy="685800"/>
          </a:xfrm>
          <a:prstGeom prst="rect">
            <a:avLst/>
          </a:prstGeom>
          <a:solidFill>
            <a:srgbClr val="FFFF99"/>
          </a:solidFill>
          <a:ln w="28575">
            <a:solidFill>
              <a:schemeClr val="tx1"/>
            </a:solidFill>
            <a:miter lim="800000"/>
            <a:headEnd/>
            <a:tailEnd/>
          </a:ln>
          <a:effectLst>
            <a:outerShdw dist="35921" dir="2700000" algn="ctr" rotWithShape="0">
              <a:schemeClr val="bg2"/>
            </a:outerShdw>
          </a:effec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Font typeface="Wingdings" pitchFamily="2" charset="2"/>
              <a:buNone/>
            </a:pPr>
            <a:r>
              <a:rPr lang="en-US" altLang="zh-CN" sz="2000">
                <a:latin typeface="Comic Sans MS" pitchFamily="66" charset="0"/>
              </a:rPr>
              <a:t>a×b</a:t>
            </a:r>
          </a:p>
          <a:p>
            <a:pPr algn="ctr" eaLnBrk="1" hangingPunct="1">
              <a:spcBef>
                <a:spcPct val="0"/>
              </a:spcBef>
              <a:buFont typeface="Wingdings" pitchFamily="2" charset="2"/>
              <a:buNone/>
            </a:pPr>
            <a:r>
              <a:rPr lang="zh-CN" altLang="en-US" sz="2000">
                <a:latin typeface="Comic Sans MS" pitchFamily="66" charset="0"/>
              </a:rPr>
              <a:t>开关</a:t>
            </a:r>
          </a:p>
        </p:txBody>
      </p:sp>
      <p:grpSp>
        <p:nvGrpSpPr>
          <p:cNvPr id="67615" name="Group 87"/>
          <p:cNvGrpSpPr>
            <a:grpSpLocks/>
          </p:cNvGrpSpPr>
          <p:nvPr/>
        </p:nvGrpSpPr>
        <p:grpSpPr bwMode="auto">
          <a:xfrm>
            <a:off x="3429000" y="4953000"/>
            <a:ext cx="422275" cy="609600"/>
            <a:chOff x="528" y="1488"/>
            <a:chExt cx="336" cy="384"/>
          </a:xfrm>
        </p:grpSpPr>
        <p:sp>
          <p:nvSpPr>
            <p:cNvPr id="67670" name="Line 88"/>
            <p:cNvSpPr>
              <a:spLocks noChangeShapeType="1"/>
            </p:cNvSpPr>
            <p:nvPr/>
          </p:nvSpPr>
          <p:spPr bwMode="auto">
            <a:xfrm>
              <a:off x="576" y="1536"/>
              <a:ext cx="288" cy="0"/>
            </a:xfrm>
            <a:prstGeom prst="line">
              <a:avLst/>
            </a:prstGeom>
            <a:noFill/>
            <a:ln w="28575">
              <a:solidFill>
                <a:schemeClr val="tx1"/>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671" name="Line 89"/>
            <p:cNvSpPr>
              <a:spLocks noChangeShapeType="1"/>
            </p:cNvSpPr>
            <p:nvPr/>
          </p:nvSpPr>
          <p:spPr bwMode="auto">
            <a:xfrm>
              <a:off x="576" y="1632"/>
              <a:ext cx="288" cy="0"/>
            </a:xfrm>
            <a:prstGeom prst="line">
              <a:avLst/>
            </a:prstGeom>
            <a:noFill/>
            <a:ln w="28575">
              <a:solidFill>
                <a:schemeClr val="tx1"/>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672" name="Line 90"/>
            <p:cNvSpPr>
              <a:spLocks noChangeShapeType="1"/>
            </p:cNvSpPr>
            <p:nvPr/>
          </p:nvSpPr>
          <p:spPr bwMode="auto">
            <a:xfrm>
              <a:off x="576" y="1872"/>
              <a:ext cx="288" cy="0"/>
            </a:xfrm>
            <a:prstGeom prst="line">
              <a:avLst/>
            </a:prstGeom>
            <a:noFill/>
            <a:ln w="28575">
              <a:solidFill>
                <a:schemeClr val="tx1"/>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673" name="Text Box 91"/>
            <p:cNvSpPr txBox="1">
              <a:spLocks noChangeArrowheads="1"/>
            </p:cNvSpPr>
            <p:nvPr/>
          </p:nvSpPr>
          <p:spPr bwMode="auto">
            <a:xfrm>
              <a:off x="528" y="1488"/>
              <a:ext cx="336"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b="0">
                  <a:latin typeface="Comic Sans MS" pitchFamily="66" charset="0"/>
                  <a:ea typeface="宋体" charset="-122"/>
                </a:rPr>
                <a:t>…</a:t>
              </a:r>
            </a:p>
          </p:txBody>
        </p:sp>
      </p:grpSp>
      <p:grpSp>
        <p:nvGrpSpPr>
          <p:cNvPr id="67616" name="Group 92"/>
          <p:cNvGrpSpPr>
            <a:grpSpLocks/>
          </p:cNvGrpSpPr>
          <p:nvPr/>
        </p:nvGrpSpPr>
        <p:grpSpPr bwMode="auto">
          <a:xfrm>
            <a:off x="4454525" y="4953000"/>
            <a:ext cx="422275" cy="609600"/>
            <a:chOff x="528" y="1488"/>
            <a:chExt cx="336" cy="384"/>
          </a:xfrm>
        </p:grpSpPr>
        <p:sp>
          <p:nvSpPr>
            <p:cNvPr id="67666" name="Line 93"/>
            <p:cNvSpPr>
              <a:spLocks noChangeShapeType="1"/>
            </p:cNvSpPr>
            <p:nvPr/>
          </p:nvSpPr>
          <p:spPr bwMode="auto">
            <a:xfrm>
              <a:off x="576" y="1536"/>
              <a:ext cx="288" cy="0"/>
            </a:xfrm>
            <a:prstGeom prst="line">
              <a:avLst/>
            </a:prstGeom>
            <a:noFill/>
            <a:ln w="28575">
              <a:solidFill>
                <a:schemeClr val="tx1"/>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667" name="Line 94"/>
            <p:cNvSpPr>
              <a:spLocks noChangeShapeType="1"/>
            </p:cNvSpPr>
            <p:nvPr/>
          </p:nvSpPr>
          <p:spPr bwMode="auto">
            <a:xfrm>
              <a:off x="576" y="1632"/>
              <a:ext cx="288" cy="0"/>
            </a:xfrm>
            <a:prstGeom prst="line">
              <a:avLst/>
            </a:prstGeom>
            <a:noFill/>
            <a:ln w="28575">
              <a:solidFill>
                <a:schemeClr val="tx1"/>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668" name="Line 95"/>
            <p:cNvSpPr>
              <a:spLocks noChangeShapeType="1"/>
            </p:cNvSpPr>
            <p:nvPr/>
          </p:nvSpPr>
          <p:spPr bwMode="auto">
            <a:xfrm>
              <a:off x="576" y="1872"/>
              <a:ext cx="288" cy="0"/>
            </a:xfrm>
            <a:prstGeom prst="line">
              <a:avLst/>
            </a:prstGeom>
            <a:noFill/>
            <a:ln w="28575">
              <a:solidFill>
                <a:schemeClr val="tx1"/>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669" name="Text Box 96"/>
            <p:cNvSpPr txBox="1">
              <a:spLocks noChangeArrowheads="1"/>
            </p:cNvSpPr>
            <p:nvPr/>
          </p:nvSpPr>
          <p:spPr bwMode="auto">
            <a:xfrm>
              <a:off x="528" y="1488"/>
              <a:ext cx="336"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b="0">
                  <a:latin typeface="Comic Sans MS" pitchFamily="66" charset="0"/>
                  <a:ea typeface="宋体" charset="-122"/>
                </a:rPr>
                <a:t>…</a:t>
              </a:r>
            </a:p>
          </p:txBody>
        </p:sp>
      </p:grpSp>
      <p:sp>
        <p:nvSpPr>
          <p:cNvPr id="67617" name="Text Box 99"/>
          <p:cNvSpPr txBox="1">
            <a:spLocks noChangeArrowheads="1"/>
          </p:cNvSpPr>
          <p:nvPr/>
        </p:nvSpPr>
        <p:spPr bwMode="auto">
          <a:xfrm>
            <a:off x="3886200" y="4114800"/>
            <a:ext cx="5334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b="0">
                <a:latin typeface="Comic Sans MS" pitchFamily="66" charset="0"/>
                <a:ea typeface="宋体" charset="-122"/>
              </a:rPr>
              <a:t>…</a:t>
            </a:r>
          </a:p>
        </p:txBody>
      </p:sp>
      <p:sp>
        <p:nvSpPr>
          <p:cNvPr id="943204" name="Rectangle 100"/>
          <p:cNvSpPr>
            <a:spLocks noChangeArrowheads="1"/>
          </p:cNvSpPr>
          <p:nvPr/>
        </p:nvSpPr>
        <p:spPr bwMode="auto">
          <a:xfrm>
            <a:off x="4876800" y="2209800"/>
            <a:ext cx="609600" cy="3581400"/>
          </a:xfrm>
          <a:prstGeom prst="rect">
            <a:avLst/>
          </a:prstGeom>
          <a:solidFill>
            <a:srgbClr val="CCFFCC"/>
          </a:solidFill>
          <a:ln w="28575">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altLang="zh-CN" sz="1800" b="1">
                <a:solidFill>
                  <a:srgbClr val="FF0000"/>
                </a:solidFill>
                <a:effectLst>
                  <a:outerShdw blurRad="38100" dist="38100" dir="2700000" algn="tl">
                    <a:srgbClr val="000000"/>
                  </a:outerShdw>
                </a:effectLst>
                <a:ea typeface="宋体" pitchFamily="2" charset="-122"/>
              </a:rPr>
              <a:t>ISC</a:t>
            </a:r>
            <a:r>
              <a:rPr lang="en-US" altLang="zh-CN" sz="1800" b="1" baseline="-25000">
                <a:solidFill>
                  <a:srgbClr val="FF0000"/>
                </a:solidFill>
                <a:effectLst>
                  <a:outerShdw blurRad="38100" dist="38100" dir="2700000" algn="tl">
                    <a:srgbClr val="000000"/>
                  </a:outerShdw>
                </a:effectLst>
                <a:ea typeface="宋体" pitchFamily="2" charset="-122"/>
              </a:rPr>
              <a:t>2</a:t>
            </a:r>
          </a:p>
        </p:txBody>
      </p:sp>
      <p:sp>
        <p:nvSpPr>
          <p:cNvPr id="943205" name="Rectangle 101"/>
          <p:cNvSpPr>
            <a:spLocks noChangeArrowheads="1"/>
          </p:cNvSpPr>
          <p:nvPr/>
        </p:nvSpPr>
        <p:spPr bwMode="auto">
          <a:xfrm>
            <a:off x="5943600" y="2209800"/>
            <a:ext cx="609600" cy="3581400"/>
          </a:xfrm>
          <a:prstGeom prst="rect">
            <a:avLst/>
          </a:prstGeom>
          <a:solidFill>
            <a:srgbClr val="CCFFCC"/>
          </a:solidFill>
          <a:ln w="28575">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altLang="zh-CN" sz="1400" b="1" dirty="0">
                <a:solidFill>
                  <a:srgbClr val="FF0000"/>
                </a:solidFill>
                <a:effectLst>
                  <a:outerShdw blurRad="38100" dist="38100" dir="2700000" algn="tl">
                    <a:srgbClr val="000000"/>
                  </a:outerShdw>
                </a:effectLst>
                <a:ea typeface="宋体" pitchFamily="2" charset="-122"/>
              </a:rPr>
              <a:t>ISC</a:t>
            </a:r>
            <a:r>
              <a:rPr lang="en-US" altLang="zh-CN" sz="1400" b="1" baseline="-25000" dirty="0">
                <a:solidFill>
                  <a:srgbClr val="FF0000"/>
                </a:solidFill>
                <a:effectLst>
                  <a:outerShdw blurRad="38100" dist="38100" dir="2700000" algn="tl">
                    <a:srgbClr val="000000"/>
                  </a:outerShdw>
                </a:effectLst>
                <a:ea typeface="宋体" pitchFamily="2" charset="-122"/>
              </a:rPr>
              <a:t>n-1</a:t>
            </a:r>
          </a:p>
        </p:txBody>
      </p:sp>
      <p:sp>
        <p:nvSpPr>
          <p:cNvPr id="67620" name="Text Box 102"/>
          <p:cNvSpPr txBox="1">
            <a:spLocks noChangeArrowheads="1"/>
          </p:cNvSpPr>
          <p:nvPr/>
        </p:nvSpPr>
        <p:spPr bwMode="auto">
          <a:xfrm>
            <a:off x="5486400" y="3581400"/>
            <a:ext cx="5334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b="0">
                <a:latin typeface="Comic Sans MS" pitchFamily="66" charset="0"/>
                <a:ea typeface="宋体" charset="-122"/>
              </a:rPr>
              <a:t>…</a:t>
            </a:r>
          </a:p>
        </p:txBody>
      </p:sp>
      <p:sp>
        <p:nvSpPr>
          <p:cNvPr id="67621" name="Rectangle 104"/>
          <p:cNvSpPr>
            <a:spLocks noChangeArrowheads="1"/>
          </p:cNvSpPr>
          <p:nvPr/>
        </p:nvSpPr>
        <p:spPr bwMode="auto">
          <a:xfrm>
            <a:off x="7061200" y="2362200"/>
            <a:ext cx="571500" cy="685800"/>
          </a:xfrm>
          <a:prstGeom prst="rect">
            <a:avLst/>
          </a:prstGeom>
          <a:solidFill>
            <a:srgbClr val="FFFF99"/>
          </a:solidFill>
          <a:ln w="28575">
            <a:solidFill>
              <a:schemeClr val="tx1"/>
            </a:solidFill>
            <a:miter lim="800000"/>
            <a:headEnd/>
            <a:tailEnd/>
          </a:ln>
          <a:effectLst>
            <a:outerShdw dist="35921" dir="2700000" algn="ctr" rotWithShape="0">
              <a:schemeClr val="bg2"/>
            </a:outerShdw>
          </a:effec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Font typeface="Wingdings" pitchFamily="2" charset="2"/>
              <a:buNone/>
            </a:pPr>
            <a:r>
              <a:rPr lang="en-US" altLang="zh-CN" sz="2000">
                <a:latin typeface="Comic Sans MS" pitchFamily="66" charset="0"/>
              </a:rPr>
              <a:t>a×b</a:t>
            </a:r>
          </a:p>
          <a:p>
            <a:pPr algn="ctr" eaLnBrk="1" hangingPunct="1">
              <a:spcBef>
                <a:spcPct val="0"/>
              </a:spcBef>
              <a:buFont typeface="Wingdings" pitchFamily="2" charset="2"/>
              <a:buNone/>
            </a:pPr>
            <a:r>
              <a:rPr lang="zh-CN" altLang="en-US" sz="2000">
                <a:latin typeface="Comic Sans MS" pitchFamily="66" charset="0"/>
              </a:rPr>
              <a:t>开关</a:t>
            </a:r>
          </a:p>
        </p:txBody>
      </p:sp>
      <p:grpSp>
        <p:nvGrpSpPr>
          <p:cNvPr id="67622" name="Group 105"/>
          <p:cNvGrpSpPr>
            <a:grpSpLocks/>
          </p:cNvGrpSpPr>
          <p:nvPr/>
        </p:nvGrpSpPr>
        <p:grpSpPr bwMode="auto">
          <a:xfrm>
            <a:off x="6553200" y="2362200"/>
            <a:ext cx="444500" cy="609600"/>
            <a:chOff x="528" y="1488"/>
            <a:chExt cx="336" cy="384"/>
          </a:xfrm>
        </p:grpSpPr>
        <p:sp>
          <p:nvSpPr>
            <p:cNvPr id="67662" name="Line 106"/>
            <p:cNvSpPr>
              <a:spLocks noChangeShapeType="1"/>
            </p:cNvSpPr>
            <p:nvPr/>
          </p:nvSpPr>
          <p:spPr bwMode="auto">
            <a:xfrm>
              <a:off x="576" y="1536"/>
              <a:ext cx="288" cy="0"/>
            </a:xfrm>
            <a:prstGeom prst="line">
              <a:avLst/>
            </a:prstGeom>
            <a:noFill/>
            <a:ln w="28575">
              <a:solidFill>
                <a:schemeClr val="tx1"/>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663" name="Line 107"/>
            <p:cNvSpPr>
              <a:spLocks noChangeShapeType="1"/>
            </p:cNvSpPr>
            <p:nvPr/>
          </p:nvSpPr>
          <p:spPr bwMode="auto">
            <a:xfrm>
              <a:off x="576" y="1632"/>
              <a:ext cx="288" cy="0"/>
            </a:xfrm>
            <a:prstGeom prst="line">
              <a:avLst/>
            </a:prstGeom>
            <a:noFill/>
            <a:ln w="28575">
              <a:solidFill>
                <a:schemeClr val="tx1"/>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664" name="Line 108"/>
            <p:cNvSpPr>
              <a:spLocks noChangeShapeType="1"/>
            </p:cNvSpPr>
            <p:nvPr/>
          </p:nvSpPr>
          <p:spPr bwMode="auto">
            <a:xfrm>
              <a:off x="576" y="1872"/>
              <a:ext cx="288" cy="0"/>
            </a:xfrm>
            <a:prstGeom prst="line">
              <a:avLst/>
            </a:prstGeom>
            <a:noFill/>
            <a:ln w="28575">
              <a:solidFill>
                <a:schemeClr val="tx1"/>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665" name="Text Box 109"/>
            <p:cNvSpPr txBox="1">
              <a:spLocks noChangeArrowheads="1"/>
            </p:cNvSpPr>
            <p:nvPr/>
          </p:nvSpPr>
          <p:spPr bwMode="auto">
            <a:xfrm>
              <a:off x="528" y="1488"/>
              <a:ext cx="336"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b="0">
                  <a:latin typeface="Comic Sans MS" pitchFamily="66" charset="0"/>
                  <a:ea typeface="宋体" charset="-122"/>
                </a:rPr>
                <a:t>…</a:t>
              </a:r>
            </a:p>
          </p:txBody>
        </p:sp>
      </p:grpSp>
      <p:grpSp>
        <p:nvGrpSpPr>
          <p:cNvPr id="67623" name="Group 110"/>
          <p:cNvGrpSpPr>
            <a:grpSpLocks/>
          </p:cNvGrpSpPr>
          <p:nvPr/>
        </p:nvGrpSpPr>
        <p:grpSpPr bwMode="auto">
          <a:xfrm>
            <a:off x="7632700" y="2362200"/>
            <a:ext cx="444500" cy="609600"/>
            <a:chOff x="528" y="1488"/>
            <a:chExt cx="336" cy="384"/>
          </a:xfrm>
        </p:grpSpPr>
        <p:sp>
          <p:nvSpPr>
            <p:cNvPr id="67658" name="Line 111"/>
            <p:cNvSpPr>
              <a:spLocks noChangeShapeType="1"/>
            </p:cNvSpPr>
            <p:nvPr/>
          </p:nvSpPr>
          <p:spPr bwMode="auto">
            <a:xfrm>
              <a:off x="576" y="1536"/>
              <a:ext cx="288" cy="0"/>
            </a:xfrm>
            <a:prstGeom prst="line">
              <a:avLst/>
            </a:prstGeom>
            <a:noFill/>
            <a:ln w="28575">
              <a:solidFill>
                <a:schemeClr val="tx1"/>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659" name="Line 112"/>
            <p:cNvSpPr>
              <a:spLocks noChangeShapeType="1"/>
            </p:cNvSpPr>
            <p:nvPr/>
          </p:nvSpPr>
          <p:spPr bwMode="auto">
            <a:xfrm>
              <a:off x="576" y="1632"/>
              <a:ext cx="288" cy="0"/>
            </a:xfrm>
            <a:prstGeom prst="line">
              <a:avLst/>
            </a:prstGeom>
            <a:noFill/>
            <a:ln w="28575">
              <a:solidFill>
                <a:schemeClr val="tx1"/>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660" name="Line 113"/>
            <p:cNvSpPr>
              <a:spLocks noChangeShapeType="1"/>
            </p:cNvSpPr>
            <p:nvPr/>
          </p:nvSpPr>
          <p:spPr bwMode="auto">
            <a:xfrm>
              <a:off x="576" y="1872"/>
              <a:ext cx="288" cy="0"/>
            </a:xfrm>
            <a:prstGeom prst="line">
              <a:avLst/>
            </a:prstGeom>
            <a:noFill/>
            <a:ln w="28575">
              <a:solidFill>
                <a:schemeClr val="tx1"/>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661" name="Text Box 114"/>
            <p:cNvSpPr txBox="1">
              <a:spLocks noChangeArrowheads="1"/>
            </p:cNvSpPr>
            <p:nvPr/>
          </p:nvSpPr>
          <p:spPr bwMode="auto">
            <a:xfrm>
              <a:off x="528" y="1488"/>
              <a:ext cx="336"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b="0">
                  <a:latin typeface="Comic Sans MS" pitchFamily="66" charset="0"/>
                  <a:ea typeface="宋体" charset="-122"/>
                </a:rPr>
                <a:t>…</a:t>
              </a:r>
            </a:p>
          </p:txBody>
        </p:sp>
      </p:grpSp>
      <p:sp>
        <p:nvSpPr>
          <p:cNvPr id="67624" name="Rectangle 116"/>
          <p:cNvSpPr>
            <a:spLocks noChangeArrowheads="1"/>
          </p:cNvSpPr>
          <p:nvPr/>
        </p:nvSpPr>
        <p:spPr bwMode="auto">
          <a:xfrm>
            <a:off x="7061200" y="3429000"/>
            <a:ext cx="571500" cy="685800"/>
          </a:xfrm>
          <a:prstGeom prst="rect">
            <a:avLst/>
          </a:prstGeom>
          <a:solidFill>
            <a:srgbClr val="FFFF99"/>
          </a:solidFill>
          <a:ln w="28575">
            <a:solidFill>
              <a:schemeClr val="tx1"/>
            </a:solidFill>
            <a:miter lim="800000"/>
            <a:headEnd/>
            <a:tailEnd/>
          </a:ln>
          <a:effectLst>
            <a:outerShdw dist="35921" dir="2700000" algn="ctr" rotWithShape="0">
              <a:schemeClr val="bg2"/>
            </a:outerShdw>
          </a:effec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Font typeface="Wingdings" pitchFamily="2" charset="2"/>
              <a:buNone/>
            </a:pPr>
            <a:r>
              <a:rPr lang="en-US" altLang="zh-CN" sz="2000">
                <a:latin typeface="Comic Sans MS" pitchFamily="66" charset="0"/>
              </a:rPr>
              <a:t>a×b</a:t>
            </a:r>
          </a:p>
          <a:p>
            <a:pPr algn="ctr" eaLnBrk="1" hangingPunct="1">
              <a:spcBef>
                <a:spcPct val="0"/>
              </a:spcBef>
              <a:buFont typeface="Wingdings" pitchFamily="2" charset="2"/>
              <a:buNone/>
            </a:pPr>
            <a:r>
              <a:rPr lang="zh-CN" altLang="en-US" sz="2000">
                <a:latin typeface="Comic Sans MS" pitchFamily="66" charset="0"/>
              </a:rPr>
              <a:t>开关</a:t>
            </a:r>
          </a:p>
        </p:txBody>
      </p:sp>
      <p:grpSp>
        <p:nvGrpSpPr>
          <p:cNvPr id="67625" name="Group 117"/>
          <p:cNvGrpSpPr>
            <a:grpSpLocks/>
          </p:cNvGrpSpPr>
          <p:nvPr/>
        </p:nvGrpSpPr>
        <p:grpSpPr bwMode="auto">
          <a:xfrm>
            <a:off x="6553200" y="3429000"/>
            <a:ext cx="444500" cy="609600"/>
            <a:chOff x="528" y="1488"/>
            <a:chExt cx="336" cy="384"/>
          </a:xfrm>
        </p:grpSpPr>
        <p:sp>
          <p:nvSpPr>
            <p:cNvPr id="67654" name="Line 118"/>
            <p:cNvSpPr>
              <a:spLocks noChangeShapeType="1"/>
            </p:cNvSpPr>
            <p:nvPr/>
          </p:nvSpPr>
          <p:spPr bwMode="auto">
            <a:xfrm>
              <a:off x="576" y="1536"/>
              <a:ext cx="288" cy="0"/>
            </a:xfrm>
            <a:prstGeom prst="line">
              <a:avLst/>
            </a:prstGeom>
            <a:noFill/>
            <a:ln w="28575">
              <a:solidFill>
                <a:schemeClr val="tx1"/>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655" name="Line 119"/>
            <p:cNvSpPr>
              <a:spLocks noChangeShapeType="1"/>
            </p:cNvSpPr>
            <p:nvPr/>
          </p:nvSpPr>
          <p:spPr bwMode="auto">
            <a:xfrm>
              <a:off x="576" y="1632"/>
              <a:ext cx="288" cy="0"/>
            </a:xfrm>
            <a:prstGeom prst="line">
              <a:avLst/>
            </a:prstGeom>
            <a:noFill/>
            <a:ln w="28575">
              <a:solidFill>
                <a:schemeClr val="tx1"/>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656" name="Line 120"/>
            <p:cNvSpPr>
              <a:spLocks noChangeShapeType="1"/>
            </p:cNvSpPr>
            <p:nvPr/>
          </p:nvSpPr>
          <p:spPr bwMode="auto">
            <a:xfrm>
              <a:off x="576" y="1872"/>
              <a:ext cx="288" cy="0"/>
            </a:xfrm>
            <a:prstGeom prst="line">
              <a:avLst/>
            </a:prstGeom>
            <a:noFill/>
            <a:ln w="28575">
              <a:solidFill>
                <a:schemeClr val="tx1"/>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657" name="Text Box 121"/>
            <p:cNvSpPr txBox="1">
              <a:spLocks noChangeArrowheads="1"/>
            </p:cNvSpPr>
            <p:nvPr/>
          </p:nvSpPr>
          <p:spPr bwMode="auto">
            <a:xfrm>
              <a:off x="528" y="1488"/>
              <a:ext cx="336"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b="0">
                  <a:latin typeface="Comic Sans MS" pitchFamily="66" charset="0"/>
                  <a:ea typeface="宋体" charset="-122"/>
                </a:rPr>
                <a:t>…</a:t>
              </a:r>
            </a:p>
          </p:txBody>
        </p:sp>
      </p:grpSp>
      <p:grpSp>
        <p:nvGrpSpPr>
          <p:cNvPr id="67626" name="Group 122"/>
          <p:cNvGrpSpPr>
            <a:grpSpLocks/>
          </p:cNvGrpSpPr>
          <p:nvPr/>
        </p:nvGrpSpPr>
        <p:grpSpPr bwMode="auto">
          <a:xfrm>
            <a:off x="7632700" y="3429000"/>
            <a:ext cx="444500" cy="609600"/>
            <a:chOff x="528" y="1488"/>
            <a:chExt cx="336" cy="384"/>
          </a:xfrm>
        </p:grpSpPr>
        <p:sp>
          <p:nvSpPr>
            <p:cNvPr id="67650" name="Line 123"/>
            <p:cNvSpPr>
              <a:spLocks noChangeShapeType="1"/>
            </p:cNvSpPr>
            <p:nvPr/>
          </p:nvSpPr>
          <p:spPr bwMode="auto">
            <a:xfrm>
              <a:off x="576" y="1536"/>
              <a:ext cx="288" cy="0"/>
            </a:xfrm>
            <a:prstGeom prst="line">
              <a:avLst/>
            </a:prstGeom>
            <a:noFill/>
            <a:ln w="28575">
              <a:solidFill>
                <a:schemeClr val="tx1"/>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651" name="Line 124"/>
            <p:cNvSpPr>
              <a:spLocks noChangeShapeType="1"/>
            </p:cNvSpPr>
            <p:nvPr/>
          </p:nvSpPr>
          <p:spPr bwMode="auto">
            <a:xfrm>
              <a:off x="576" y="1632"/>
              <a:ext cx="288" cy="0"/>
            </a:xfrm>
            <a:prstGeom prst="line">
              <a:avLst/>
            </a:prstGeom>
            <a:noFill/>
            <a:ln w="28575">
              <a:solidFill>
                <a:schemeClr val="tx1"/>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652" name="Line 125"/>
            <p:cNvSpPr>
              <a:spLocks noChangeShapeType="1"/>
            </p:cNvSpPr>
            <p:nvPr/>
          </p:nvSpPr>
          <p:spPr bwMode="auto">
            <a:xfrm>
              <a:off x="576" y="1872"/>
              <a:ext cx="288" cy="0"/>
            </a:xfrm>
            <a:prstGeom prst="line">
              <a:avLst/>
            </a:prstGeom>
            <a:noFill/>
            <a:ln w="28575">
              <a:solidFill>
                <a:schemeClr val="tx1"/>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653" name="Text Box 126"/>
            <p:cNvSpPr txBox="1">
              <a:spLocks noChangeArrowheads="1"/>
            </p:cNvSpPr>
            <p:nvPr/>
          </p:nvSpPr>
          <p:spPr bwMode="auto">
            <a:xfrm>
              <a:off x="528" y="1488"/>
              <a:ext cx="336"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b="0">
                  <a:latin typeface="Comic Sans MS" pitchFamily="66" charset="0"/>
                  <a:ea typeface="宋体" charset="-122"/>
                </a:rPr>
                <a:t>…</a:t>
              </a:r>
            </a:p>
          </p:txBody>
        </p:sp>
      </p:grpSp>
      <p:sp>
        <p:nvSpPr>
          <p:cNvPr id="67627" name="Rectangle 128"/>
          <p:cNvSpPr>
            <a:spLocks noChangeArrowheads="1"/>
          </p:cNvSpPr>
          <p:nvPr/>
        </p:nvSpPr>
        <p:spPr bwMode="auto">
          <a:xfrm>
            <a:off x="7061200" y="4953000"/>
            <a:ext cx="571500" cy="685800"/>
          </a:xfrm>
          <a:prstGeom prst="rect">
            <a:avLst/>
          </a:prstGeom>
          <a:solidFill>
            <a:srgbClr val="FFFF99"/>
          </a:solidFill>
          <a:ln w="28575">
            <a:solidFill>
              <a:schemeClr val="tx1"/>
            </a:solidFill>
            <a:miter lim="800000"/>
            <a:headEnd/>
            <a:tailEnd/>
          </a:ln>
          <a:effectLst>
            <a:outerShdw dist="35921" dir="2700000" algn="ctr" rotWithShape="0">
              <a:schemeClr val="bg2"/>
            </a:outerShdw>
          </a:effec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Font typeface="Wingdings" pitchFamily="2" charset="2"/>
              <a:buNone/>
            </a:pPr>
            <a:r>
              <a:rPr lang="en-US" altLang="zh-CN" sz="2000">
                <a:latin typeface="Comic Sans MS" pitchFamily="66" charset="0"/>
              </a:rPr>
              <a:t>a×b</a:t>
            </a:r>
          </a:p>
          <a:p>
            <a:pPr algn="ctr" eaLnBrk="1" hangingPunct="1">
              <a:spcBef>
                <a:spcPct val="0"/>
              </a:spcBef>
              <a:buFont typeface="Wingdings" pitchFamily="2" charset="2"/>
              <a:buNone/>
            </a:pPr>
            <a:r>
              <a:rPr lang="zh-CN" altLang="en-US" sz="2000">
                <a:latin typeface="Comic Sans MS" pitchFamily="66" charset="0"/>
              </a:rPr>
              <a:t>开关</a:t>
            </a:r>
          </a:p>
        </p:txBody>
      </p:sp>
      <p:grpSp>
        <p:nvGrpSpPr>
          <p:cNvPr id="67628" name="Group 129"/>
          <p:cNvGrpSpPr>
            <a:grpSpLocks/>
          </p:cNvGrpSpPr>
          <p:nvPr/>
        </p:nvGrpSpPr>
        <p:grpSpPr bwMode="auto">
          <a:xfrm>
            <a:off x="6553200" y="4953000"/>
            <a:ext cx="444500" cy="609600"/>
            <a:chOff x="528" y="1488"/>
            <a:chExt cx="336" cy="384"/>
          </a:xfrm>
        </p:grpSpPr>
        <p:sp>
          <p:nvSpPr>
            <p:cNvPr id="67646" name="Line 130"/>
            <p:cNvSpPr>
              <a:spLocks noChangeShapeType="1"/>
            </p:cNvSpPr>
            <p:nvPr/>
          </p:nvSpPr>
          <p:spPr bwMode="auto">
            <a:xfrm>
              <a:off x="576" y="1536"/>
              <a:ext cx="288" cy="0"/>
            </a:xfrm>
            <a:prstGeom prst="line">
              <a:avLst/>
            </a:prstGeom>
            <a:noFill/>
            <a:ln w="28575">
              <a:solidFill>
                <a:schemeClr val="tx1"/>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647" name="Line 131"/>
            <p:cNvSpPr>
              <a:spLocks noChangeShapeType="1"/>
            </p:cNvSpPr>
            <p:nvPr/>
          </p:nvSpPr>
          <p:spPr bwMode="auto">
            <a:xfrm>
              <a:off x="576" y="1632"/>
              <a:ext cx="288" cy="0"/>
            </a:xfrm>
            <a:prstGeom prst="line">
              <a:avLst/>
            </a:prstGeom>
            <a:noFill/>
            <a:ln w="28575">
              <a:solidFill>
                <a:schemeClr val="tx1"/>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648" name="Line 132"/>
            <p:cNvSpPr>
              <a:spLocks noChangeShapeType="1"/>
            </p:cNvSpPr>
            <p:nvPr/>
          </p:nvSpPr>
          <p:spPr bwMode="auto">
            <a:xfrm>
              <a:off x="576" y="1872"/>
              <a:ext cx="288" cy="0"/>
            </a:xfrm>
            <a:prstGeom prst="line">
              <a:avLst/>
            </a:prstGeom>
            <a:noFill/>
            <a:ln w="28575">
              <a:solidFill>
                <a:schemeClr val="tx1"/>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649" name="Text Box 133"/>
            <p:cNvSpPr txBox="1">
              <a:spLocks noChangeArrowheads="1"/>
            </p:cNvSpPr>
            <p:nvPr/>
          </p:nvSpPr>
          <p:spPr bwMode="auto">
            <a:xfrm>
              <a:off x="528" y="1488"/>
              <a:ext cx="336"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b="0">
                  <a:latin typeface="Comic Sans MS" pitchFamily="66" charset="0"/>
                  <a:ea typeface="宋体" charset="-122"/>
                </a:rPr>
                <a:t>…</a:t>
              </a:r>
            </a:p>
          </p:txBody>
        </p:sp>
      </p:grpSp>
      <p:grpSp>
        <p:nvGrpSpPr>
          <p:cNvPr id="67629" name="Group 134"/>
          <p:cNvGrpSpPr>
            <a:grpSpLocks/>
          </p:cNvGrpSpPr>
          <p:nvPr/>
        </p:nvGrpSpPr>
        <p:grpSpPr bwMode="auto">
          <a:xfrm>
            <a:off x="7632700" y="4953000"/>
            <a:ext cx="444500" cy="609600"/>
            <a:chOff x="528" y="1488"/>
            <a:chExt cx="336" cy="384"/>
          </a:xfrm>
        </p:grpSpPr>
        <p:sp>
          <p:nvSpPr>
            <p:cNvPr id="67642" name="Line 135"/>
            <p:cNvSpPr>
              <a:spLocks noChangeShapeType="1"/>
            </p:cNvSpPr>
            <p:nvPr/>
          </p:nvSpPr>
          <p:spPr bwMode="auto">
            <a:xfrm>
              <a:off x="576" y="1536"/>
              <a:ext cx="288" cy="0"/>
            </a:xfrm>
            <a:prstGeom prst="line">
              <a:avLst/>
            </a:prstGeom>
            <a:noFill/>
            <a:ln w="28575">
              <a:solidFill>
                <a:schemeClr val="tx1"/>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643" name="Line 136"/>
            <p:cNvSpPr>
              <a:spLocks noChangeShapeType="1"/>
            </p:cNvSpPr>
            <p:nvPr/>
          </p:nvSpPr>
          <p:spPr bwMode="auto">
            <a:xfrm>
              <a:off x="576" y="1632"/>
              <a:ext cx="288" cy="0"/>
            </a:xfrm>
            <a:prstGeom prst="line">
              <a:avLst/>
            </a:prstGeom>
            <a:noFill/>
            <a:ln w="28575">
              <a:solidFill>
                <a:schemeClr val="tx1"/>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644" name="Line 137"/>
            <p:cNvSpPr>
              <a:spLocks noChangeShapeType="1"/>
            </p:cNvSpPr>
            <p:nvPr/>
          </p:nvSpPr>
          <p:spPr bwMode="auto">
            <a:xfrm>
              <a:off x="576" y="1872"/>
              <a:ext cx="288" cy="0"/>
            </a:xfrm>
            <a:prstGeom prst="line">
              <a:avLst/>
            </a:prstGeom>
            <a:noFill/>
            <a:ln w="28575">
              <a:solidFill>
                <a:schemeClr val="tx1"/>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645" name="Text Box 138"/>
            <p:cNvSpPr txBox="1">
              <a:spLocks noChangeArrowheads="1"/>
            </p:cNvSpPr>
            <p:nvPr/>
          </p:nvSpPr>
          <p:spPr bwMode="auto">
            <a:xfrm>
              <a:off x="528" y="1488"/>
              <a:ext cx="336"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b="0">
                  <a:latin typeface="Comic Sans MS" pitchFamily="66" charset="0"/>
                  <a:ea typeface="宋体" charset="-122"/>
                </a:rPr>
                <a:t>…</a:t>
              </a:r>
            </a:p>
          </p:txBody>
        </p:sp>
      </p:grpSp>
      <p:sp>
        <p:nvSpPr>
          <p:cNvPr id="67630" name="Text Box 139"/>
          <p:cNvSpPr txBox="1">
            <a:spLocks noChangeArrowheads="1"/>
          </p:cNvSpPr>
          <p:nvPr/>
        </p:nvSpPr>
        <p:spPr bwMode="auto">
          <a:xfrm>
            <a:off x="7315200" y="4114800"/>
            <a:ext cx="4445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b="0">
                <a:latin typeface="Comic Sans MS" pitchFamily="66" charset="0"/>
                <a:ea typeface="宋体" charset="-122"/>
              </a:rPr>
              <a:t>…</a:t>
            </a:r>
          </a:p>
        </p:txBody>
      </p:sp>
      <p:sp>
        <p:nvSpPr>
          <p:cNvPr id="67631" name="Text Box 140"/>
          <p:cNvSpPr txBox="1">
            <a:spLocks noChangeArrowheads="1"/>
          </p:cNvSpPr>
          <p:nvPr/>
        </p:nvSpPr>
        <p:spPr bwMode="auto">
          <a:xfrm>
            <a:off x="8153400" y="2286000"/>
            <a:ext cx="1524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800" b="0">
                <a:latin typeface="Comic Sans MS" pitchFamily="66" charset="0"/>
                <a:ea typeface="宋体" charset="-122"/>
              </a:rPr>
              <a:t>0</a:t>
            </a:r>
          </a:p>
        </p:txBody>
      </p:sp>
      <p:sp>
        <p:nvSpPr>
          <p:cNvPr id="67632" name="Text Box 141"/>
          <p:cNvSpPr txBox="1">
            <a:spLocks noChangeArrowheads="1"/>
          </p:cNvSpPr>
          <p:nvPr/>
        </p:nvSpPr>
        <p:spPr bwMode="auto">
          <a:xfrm>
            <a:off x="8153400" y="2514600"/>
            <a:ext cx="1524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800" b="0">
                <a:latin typeface="Comic Sans MS" pitchFamily="66" charset="0"/>
                <a:ea typeface="宋体" charset="-122"/>
              </a:rPr>
              <a:t>1</a:t>
            </a:r>
          </a:p>
        </p:txBody>
      </p:sp>
      <p:sp>
        <p:nvSpPr>
          <p:cNvPr id="67633" name="Text Box 142"/>
          <p:cNvSpPr txBox="1">
            <a:spLocks noChangeArrowheads="1"/>
          </p:cNvSpPr>
          <p:nvPr/>
        </p:nvSpPr>
        <p:spPr bwMode="auto">
          <a:xfrm>
            <a:off x="8153400" y="2819400"/>
            <a:ext cx="3810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en-US" altLang="zh-CN" sz="1800" b="0">
                <a:latin typeface="Comic Sans MS" pitchFamily="66" charset="0"/>
                <a:ea typeface="宋体" charset="-122"/>
              </a:rPr>
              <a:t>b-1</a:t>
            </a:r>
          </a:p>
        </p:txBody>
      </p:sp>
      <p:sp>
        <p:nvSpPr>
          <p:cNvPr id="67634" name="Text Box 143"/>
          <p:cNvSpPr txBox="1">
            <a:spLocks noChangeArrowheads="1"/>
          </p:cNvSpPr>
          <p:nvPr/>
        </p:nvSpPr>
        <p:spPr bwMode="auto">
          <a:xfrm>
            <a:off x="8153400" y="3352800"/>
            <a:ext cx="1524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en-US" altLang="zh-CN" sz="1800" b="0">
                <a:latin typeface="Comic Sans MS" pitchFamily="66" charset="0"/>
                <a:ea typeface="宋体" charset="-122"/>
              </a:rPr>
              <a:t>b</a:t>
            </a:r>
          </a:p>
        </p:txBody>
      </p:sp>
      <p:sp>
        <p:nvSpPr>
          <p:cNvPr id="67635" name="Text Box 144"/>
          <p:cNvSpPr txBox="1">
            <a:spLocks noChangeArrowheads="1"/>
          </p:cNvSpPr>
          <p:nvPr/>
        </p:nvSpPr>
        <p:spPr bwMode="auto">
          <a:xfrm>
            <a:off x="8153400" y="3581400"/>
            <a:ext cx="3810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en-US" altLang="zh-CN" sz="1800" b="0">
                <a:latin typeface="Comic Sans MS" pitchFamily="66" charset="0"/>
                <a:ea typeface="宋体" charset="-122"/>
              </a:rPr>
              <a:t>b+1</a:t>
            </a:r>
          </a:p>
        </p:txBody>
      </p:sp>
      <p:sp>
        <p:nvSpPr>
          <p:cNvPr id="67636" name="Text Box 145"/>
          <p:cNvSpPr txBox="1">
            <a:spLocks noChangeArrowheads="1"/>
          </p:cNvSpPr>
          <p:nvPr/>
        </p:nvSpPr>
        <p:spPr bwMode="auto">
          <a:xfrm>
            <a:off x="8153400" y="3886200"/>
            <a:ext cx="5334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en-US" altLang="zh-CN" sz="1800" b="0">
                <a:latin typeface="Comic Sans MS" pitchFamily="66" charset="0"/>
                <a:ea typeface="宋体" charset="-122"/>
              </a:rPr>
              <a:t>2b-1</a:t>
            </a:r>
          </a:p>
        </p:txBody>
      </p:sp>
      <p:sp>
        <p:nvSpPr>
          <p:cNvPr id="67637" name="Text Box 146"/>
          <p:cNvSpPr txBox="1">
            <a:spLocks noChangeArrowheads="1"/>
          </p:cNvSpPr>
          <p:nvPr/>
        </p:nvSpPr>
        <p:spPr bwMode="auto">
          <a:xfrm>
            <a:off x="8077200" y="5410200"/>
            <a:ext cx="457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en-US" altLang="zh-CN" sz="1800" b="0">
                <a:latin typeface="Comic Sans MS" pitchFamily="66" charset="0"/>
                <a:ea typeface="宋体" charset="-122"/>
              </a:rPr>
              <a:t>b</a:t>
            </a:r>
            <a:r>
              <a:rPr lang="en-US" altLang="zh-CN" sz="1800" b="0" baseline="30000">
                <a:latin typeface="Comic Sans MS" pitchFamily="66" charset="0"/>
                <a:ea typeface="宋体" charset="-122"/>
              </a:rPr>
              <a:t>n</a:t>
            </a:r>
            <a:r>
              <a:rPr lang="en-US" altLang="zh-CN" sz="1800" b="0">
                <a:latin typeface="Comic Sans MS" pitchFamily="66" charset="0"/>
                <a:ea typeface="宋体" charset="-122"/>
              </a:rPr>
              <a:t>-1</a:t>
            </a:r>
          </a:p>
        </p:txBody>
      </p:sp>
      <p:sp>
        <p:nvSpPr>
          <p:cNvPr id="67638" name="Text Box 147"/>
          <p:cNvSpPr txBox="1">
            <a:spLocks noChangeArrowheads="1"/>
          </p:cNvSpPr>
          <p:nvPr/>
        </p:nvSpPr>
        <p:spPr bwMode="auto">
          <a:xfrm>
            <a:off x="8077200" y="4876800"/>
            <a:ext cx="457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en-US" altLang="zh-CN" sz="1800" b="0">
                <a:latin typeface="Comic Sans MS" pitchFamily="66" charset="0"/>
                <a:ea typeface="宋体" charset="-122"/>
              </a:rPr>
              <a:t>b</a:t>
            </a:r>
            <a:r>
              <a:rPr lang="en-US" altLang="zh-CN" sz="1800" b="0" baseline="30000">
                <a:latin typeface="Comic Sans MS" pitchFamily="66" charset="0"/>
                <a:ea typeface="宋体" charset="-122"/>
              </a:rPr>
              <a:t>n</a:t>
            </a:r>
            <a:r>
              <a:rPr lang="en-US" altLang="zh-CN" sz="1800" b="0">
                <a:latin typeface="Comic Sans MS" pitchFamily="66" charset="0"/>
                <a:ea typeface="宋体" charset="-122"/>
              </a:rPr>
              <a:t>-b</a:t>
            </a:r>
          </a:p>
        </p:txBody>
      </p:sp>
      <p:sp>
        <p:nvSpPr>
          <p:cNvPr id="67639" name="Text Box 148"/>
          <p:cNvSpPr txBox="1">
            <a:spLocks noChangeArrowheads="1"/>
          </p:cNvSpPr>
          <p:nvPr/>
        </p:nvSpPr>
        <p:spPr bwMode="auto">
          <a:xfrm>
            <a:off x="1828800" y="5943600"/>
            <a:ext cx="838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2400">
                <a:latin typeface="Comic Sans MS" pitchFamily="66" charset="0"/>
              </a:rPr>
              <a:t>级1</a:t>
            </a:r>
          </a:p>
        </p:txBody>
      </p:sp>
      <p:sp>
        <p:nvSpPr>
          <p:cNvPr id="67640" name="Text Box 149"/>
          <p:cNvSpPr txBox="1">
            <a:spLocks noChangeArrowheads="1"/>
          </p:cNvSpPr>
          <p:nvPr/>
        </p:nvSpPr>
        <p:spPr bwMode="auto">
          <a:xfrm>
            <a:off x="3886200" y="5943600"/>
            <a:ext cx="838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2400">
                <a:latin typeface="Comic Sans MS" pitchFamily="66" charset="0"/>
              </a:rPr>
              <a:t>级2</a:t>
            </a:r>
          </a:p>
        </p:txBody>
      </p:sp>
      <p:sp>
        <p:nvSpPr>
          <p:cNvPr id="67641" name="Text Box 150"/>
          <p:cNvSpPr txBox="1">
            <a:spLocks noChangeArrowheads="1"/>
          </p:cNvSpPr>
          <p:nvPr/>
        </p:nvSpPr>
        <p:spPr bwMode="auto">
          <a:xfrm>
            <a:off x="7086600" y="5943600"/>
            <a:ext cx="838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2400">
                <a:latin typeface="Comic Sans MS" pitchFamily="66" charset="0"/>
              </a:rPr>
              <a:t>级</a:t>
            </a:r>
            <a:r>
              <a:rPr lang="en-US" altLang="zh-CN" sz="2400">
                <a:latin typeface="Comic Sans MS" pitchFamily="66" charset="0"/>
              </a:rPr>
              <a:t>n</a:t>
            </a:r>
          </a:p>
        </p:txBody>
      </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6178" name="Rectangle 2"/>
          <p:cNvSpPr>
            <a:spLocks noGrp="1" noChangeArrowheads="1"/>
          </p:cNvSpPr>
          <p:nvPr>
            <p:ph type="title"/>
          </p:nvPr>
        </p:nvSpPr>
        <p:spPr/>
        <p:txBody>
          <a:bodyPr/>
          <a:lstStyle/>
          <a:p>
            <a:pPr eaLnBrk="1" hangingPunct="1">
              <a:defRPr/>
            </a:pPr>
            <a:r>
              <a:rPr lang="zh-CN" altLang="en-US" smtClean="0"/>
              <a:t>开关模块</a:t>
            </a:r>
          </a:p>
        </p:txBody>
      </p:sp>
      <p:sp>
        <p:nvSpPr>
          <p:cNvPr id="68611"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互连网络种类</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动态互连网络</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多级网络</a:t>
            </a:r>
            <a:endParaRPr lang="zh-CN" altLang="en-US" sz="1200" b="0">
              <a:latin typeface="Times New Roman" pitchFamily="18" charset="0"/>
              <a:ea typeface="幼圆" pitchFamily="49" charset="-122"/>
            </a:endParaRPr>
          </a:p>
        </p:txBody>
      </p:sp>
      <p:sp>
        <p:nvSpPr>
          <p:cNvPr id="68612" name="Text Box 5"/>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en-US" altLang="zh-CN" sz="1200" b="0" dirty="0" smtClean="0">
                <a:latin typeface="幼圆" pitchFamily="49" charset="-122"/>
                <a:ea typeface="幼圆" pitchFamily="49" charset="-122"/>
              </a:rPr>
              <a:t>3</a:t>
            </a:r>
            <a:r>
              <a:rPr lang="zh-CN" altLang="en-US" sz="1200" b="0" dirty="0" smtClean="0">
                <a:latin typeface="幼圆" pitchFamily="49" charset="-122"/>
                <a:ea typeface="幼圆" pitchFamily="49" charset="-122"/>
              </a:rPr>
              <a:t> </a:t>
            </a:r>
            <a:r>
              <a:rPr lang="zh-CN" altLang="en-US" sz="1200" b="0" dirty="0">
                <a:latin typeface="幼圆" pitchFamily="49" charset="-122"/>
                <a:ea typeface="幼圆" pitchFamily="49" charset="-122"/>
              </a:rPr>
              <a:t>之 1</a:t>
            </a:r>
          </a:p>
        </p:txBody>
      </p:sp>
      <p:sp>
        <p:nvSpPr>
          <p:cNvPr id="946182" name="Rectangle 6"/>
          <p:cNvSpPr>
            <a:spLocks noGrp="1" noChangeArrowheads="1"/>
          </p:cNvSpPr>
          <p:nvPr>
            <p:ph type="body" idx="1"/>
          </p:nvPr>
        </p:nvSpPr>
        <p:spPr>
          <a:xfrm>
            <a:off x="809625" y="1974850"/>
            <a:ext cx="7958138" cy="2462262"/>
          </a:xfrm>
        </p:spPr>
        <p:txBody>
          <a:bodyPr/>
          <a:lstStyle/>
          <a:p>
            <a:pPr marL="0" indent="0" eaLnBrk="1" hangingPunct="1">
              <a:lnSpc>
                <a:spcPct val="105000"/>
              </a:lnSpc>
              <a:buFont typeface="Wingdings" pitchFamily="2" charset="2"/>
              <a:buNone/>
              <a:defRPr/>
            </a:pPr>
            <a:r>
              <a:rPr lang="zh-CN" altLang="en-US" sz="2400" dirty="0" smtClean="0"/>
              <a:t>       一个</a:t>
            </a:r>
            <a:r>
              <a:rPr lang="en-US" altLang="zh-CN" sz="2400" dirty="0" err="1" smtClean="0"/>
              <a:t>a×b</a:t>
            </a:r>
            <a:r>
              <a:rPr lang="zh-CN" altLang="en-US" sz="2400" dirty="0" smtClean="0"/>
              <a:t>开关模块有</a:t>
            </a:r>
            <a:r>
              <a:rPr lang="en-US" altLang="zh-CN" sz="2400" dirty="0" smtClean="0"/>
              <a:t>a</a:t>
            </a:r>
            <a:r>
              <a:rPr lang="zh-CN" altLang="en-US" sz="2400" dirty="0" smtClean="0"/>
              <a:t>个输入和</a:t>
            </a:r>
            <a:r>
              <a:rPr lang="en-US" altLang="zh-CN" sz="2400" dirty="0" smtClean="0"/>
              <a:t>b</a:t>
            </a:r>
            <a:r>
              <a:rPr lang="zh-CN" altLang="en-US" sz="2400" dirty="0" smtClean="0"/>
              <a:t>个输出，最常用的是</a:t>
            </a:r>
            <a:r>
              <a:rPr lang="zh-CN" altLang="en-US" sz="2400" dirty="0" smtClean="0">
                <a:solidFill>
                  <a:srgbClr val="FF0000"/>
                </a:solidFill>
                <a:effectLst>
                  <a:outerShdw blurRad="38100" dist="38100" dir="2700000" algn="tl">
                    <a:srgbClr val="C0C0C0"/>
                  </a:outerShdw>
                </a:effectLst>
              </a:rPr>
              <a:t>二元开关</a:t>
            </a:r>
            <a:r>
              <a:rPr lang="zh-CN" altLang="en-US" sz="2400" dirty="0" smtClean="0"/>
              <a:t>（</a:t>
            </a:r>
            <a:r>
              <a:rPr lang="en-US" altLang="zh-CN" sz="2400" dirty="0" smtClean="0"/>
              <a:t>2×2</a:t>
            </a:r>
            <a:r>
              <a:rPr lang="zh-CN" altLang="en-US" sz="2400" dirty="0" smtClean="0"/>
              <a:t>）</a:t>
            </a:r>
            <a:r>
              <a:rPr lang="en-US" altLang="zh-CN" sz="2400" dirty="0" smtClean="0"/>
              <a:t>。</a:t>
            </a:r>
            <a:r>
              <a:rPr lang="zh-CN" altLang="en-US" sz="2400" dirty="0" smtClean="0"/>
              <a:t>每个输入可与一个或多个输出相连，但是在输出端必须避免发生冲突。即：一对一和一对多映射是容许的，但不容许有多对一映射。</a:t>
            </a:r>
          </a:p>
          <a:p>
            <a:pPr marL="0" indent="0" eaLnBrk="1" hangingPunct="1">
              <a:lnSpc>
                <a:spcPct val="105000"/>
              </a:lnSpc>
              <a:buFont typeface="Wingdings" pitchFamily="2" charset="2"/>
              <a:buNone/>
              <a:defRPr/>
            </a:pPr>
            <a:r>
              <a:rPr lang="zh-CN" altLang="en-US" sz="2400" dirty="0" smtClean="0"/>
              <a:t>       只容许一对一映射时称为</a:t>
            </a:r>
            <a:r>
              <a:rPr lang="zh-CN" altLang="en-US" sz="2400" dirty="0" smtClean="0">
                <a:solidFill>
                  <a:srgbClr val="FF0000"/>
                </a:solidFill>
                <a:effectLst>
                  <a:outerShdw blurRad="38100" dist="38100" dir="2700000" algn="tl">
                    <a:srgbClr val="C0C0C0"/>
                  </a:outerShdw>
                </a:effectLst>
              </a:rPr>
              <a:t>置换连接</a:t>
            </a:r>
            <a:r>
              <a:rPr lang="zh-CN" altLang="en-US" sz="2400" dirty="0" smtClean="0"/>
              <a:t>，称这种开关为</a:t>
            </a:r>
            <a:r>
              <a:rPr lang="en-US" altLang="zh-CN" sz="2400" dirty="0" err="1" smtClean="0">
                <a:solidFill>
                  <a:srgbClr val="FF0000"/>
                </a:solidFill>
                <a:effectLst>
                  <a:outerShdw blurRad="38100" dist="38100" dir="2700000" algn="tl">
                    <a:srgbClr val="C0C0C0"/>
                  </a:outerShdw>
                </a:effectLst>
              </a:rPr>
              <a:t>n×n</a:t>
            </a:r>
            <a:r>
              <a:rPr lang="zh-CN" altLang="en-US" sz="2400" dirty="0" smtClean="0">
                <a:solidFill>
                  <a:srgbClr val="FF0000"/>
                </a:solidFill>
                <a:effectLst>
                  <a:outerShdw blurRad="38100" dist="38100" dir="2700000" algn="tl">
                    <a:srgbClr val="C0C0C0"/>
                  </a:outerShdw>
                </a:effectLst>
              </a:rPr>
              <a:t>交叉开关</a:t>
            </a:r>
            <a:r>
              <a:rPr lang="zh-CN" altLang="en-US" sz="2400" dirty="0" smtClean="0"/>
              <a:t>。</a:t>
            </a:r>
          </a:p>
        </p:txBody>
      </p:sp>
      <p:grpSp>
        <p:nvGrpSpPr>
          <p:cNvPr id="6" name="组合 5"/>
          <p:cNvGrpSpPr/>
          <p:nvPr/>
        </p:nvGrpSpPr>
        <p:grpSpPr>
          <a:xfrm>
            <a:off x="987425" y="4555956"/>
            <a:ext cx="7832725" cy="1897380"/>
            <a:chOff x="987425" y="2895600"/>
            <a:chExt cx="7832725" cy="2635250"/>
          </a:xfrm>
        </p:grpSpPr>
        <p:sp>
          <p:nvSpPr>
            <p:cNvPr id="7" name="Rectangle 8"/>
            <p:cNvSpPr>
              <a:spLocks noChangeArrowheads="1"/>
            </p:cNvSpPr>
            <p:nvPr/>
          </p:nvSpPr>
          <p:spPr bwMode="auto">
            <a:xfrm>
              <a:off x="987425" y="2895600"/>
              <a:ext cx="1917700" cy="527050"/>
            </a:xfrm>
            <a:prstGeom prst="rect">
              <a:avLst/>
            </a:prstGeom>
            <a:solidFill>
              <a:schemeClr val="bg2"/>
            </a:solidFill>
            <a:ln w="2857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2000">
                  <a:solidFill>
                    <a:schemeClr val="tx2"/>
                  </a:solidFill>
                  <a:latin typeface="Comic Sans MS" pitchFamily="66" charset="0"/>
                </a:rPr>
                <a:t>模块大小</a:t>
              </a:r>
              <a:endParaRPr lang="zh-CN" altLang="zh-CN" sz="2000">
                <a:solidFill>
                  <a:schemeClr val="tx2"/>
                </a:solidFill>
                <a:latin typeface="Comic Sans MS" pitchFamily="66" charset="0"/>
              </a:endParaRPr>
            </a:p>
          </p:txBody>
        </p:sp>
        <p:sp>
          <p:nvSpPr>
            <p:cNvPr id="8" name="Rectangle 9"/>
            <p:cNvSpPr>
              <a:spLocks noChangeArrowheads="1"/>
            </p:cNvSpPr>
            <p:nvPr/>
          </p:nvSpPr>
          <p:spPr bwMode="auto">
            <a:xfrm>
              <a:off x="2905125" y="2895600"/>
              <a:ext cx="3038475" cy="527050"/>
            </a:xfrm>
            <a:prstGeom prst="rect">
              <a:avLst/>
            </a:prstGeom>
            <a:solidFill>
              <a:schemeClr val="bg2"/>
            </a:solidFill>
            <a:ln w="2857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2000" dirty="0">
                  <a:solidFill>
                    <a:schemeClr val="tx2"/>
                  </a:solidFill>
                  <a:latin typeface="Comic Sans MS" pitchFamily="66" charset="0"/>
                </a:rPr>
                <a:t>合法状态</a:t>
              </a:r>
              <a:endParaRPr lang="zh-CN" altLang="zh-CN" sz="2000" dirty="0">
                <a:solidFill>
                  <a:schemeClr val="tx2"/>
                </a:solidFill>
                <a:latin typeface="Comic Sans MS" pitchFamily="66" charset="0"/>
              </a:endParaRPr>
            </a:p>
          </p:txBody>
        </p:sp>
        <p:sp>
          <p:nvSpPr>
            <p:cNvPr id="9" name="Rectangle 10"/>
            <p:cNvSpPr>
              <a:spLocks noChangeArrowheads="1"/>
            </p:cNvSpPr>
            <p:nvPr/>
          </p:nvSpPr>
          <p:spPr bwMode="auto">
            <a:xfrm>
              <a:off x="5943600" y="2895600"/>
              <a:ext cx="2876550" cy="527050"/>
            </a:xfrm>
            <a:prstGeom prst="rect">
              <a:avLst/>
            </a:prstGeom>
            <a:solidFill>
              <a:schemeClr val="bg2"/>
            </a:solidFill>
            <a:ln w="2857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2000" dirty="0">
                  <a:solidFill>
                    <a:schemeClr val="tx2"/>
                  </a:solidFill>
                  <a:latin typeface="Comic Sans MS" pitchFamily="66" charset="0"/>
                </a:rPr>
                <a:t>置换连接</a:t>
              </a:r>
              <a:endParaRPr lang="zh-CN" altLang="zh-CN" sz="2000" dirty="0">
                <a:solidFill>
                  <a:schemeClr val="tx2"/>
                </a:solidFill>
                <a:latin typeface="Comic Sans MS" pitchFamily="66" charset="0"/>
              </a:endParaRPr>
            </a:p>
          </p:txBody>
        </p:sp>
        <p:sp>
          <p:nvSpPr>
            <p:cNvPr id="10" name="Rectangle 11"/>
            <p:cNvSpPr>
              <a:spLocks noChangeArrowheads="1"/>
            </p:cNvSpPr>
            <p:nvPr/>
          </p:nvSpPr>
          <p:spPr bwMode="auto">
            <a:xfrm>
              <a:off x="987425" y="3422650"/>
              <a:ext cx="1917700" cy="527050"/>
            </a:xfrm>
            <a:prstGeom prst="rect">
              <a:avLst/>
            </a:prstGeom>
            <a:solidFill>
              <a:srgbClr val="FFFF99"/>
            </a:solidFill>
            <a:ln w="2857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2000">
                  <a:solidFill>
                    <a:schemeClr val="tx2"/>
                  </a:solidFill>
                  <a:latin typeface="Comic Sans MS" pitchFamily="66" charset="0"/>
                </a:rPr>
                <a:t>2×2</a:t>
              </a:r>
              <a:endParaRPr lang="zh-CN" altLang="zh-CN" sz="2000">
                <a:solidFill>
                  <a:schemeClr val="tx2"/>
                </a:solidFill>
                <a:latin typeface="Comic Sans MS" pitchFamily="66" charset="0"/>
              </a:endParaRPr>
            </a:p>
          </p:txBody>
        </p:sp>
        <p:sp>
          <p:nvSpPr>
            <p:cNvPr id="11" name="Rectangle 12"/>
            <p:cNvSpPr>
              <a:spLocks noChangeArrowheads="1"/>
            </p:cNvSpPr>
            <p:nvPr/>
          </p:nvSpPr>
          <p:spPr bwMode="auto">
            <a:xfrm>
              <a:off x="2905125" y="3422650"/>
              <a:ext cx="3038475" cy="527050"/>
            </a:xfrm>
            <a:prstGeom prst="rect">
              <a:avLst/>
            </a:prstGeom>
            <a:solidFill>
              <a:schemeClr val="bg1"/>
            </a:solidFill>
            <a:ln w="2857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2000">
                  <a:solidFill>
                    <a:schemeClr val="tx2"/>
                  </a:solidFill>
                  <a:latin typeface="Comic Sans MS" pitchFamily="66" charset="0"/>
                </a:rPr>
                <a:t>4</a:t>
              </a:r>
              <a:endParaRPr lang="zh-CN" altLang="zh-CN" sz="2000">
                <a:solidFill>
                  <a:schemeClr val="tx2"/>
                </a:solidFill>
                <a:latin typeface="Comic Sans MS" pitchFamily="66" charset="0"/>
              </a:endParaRPr>
            </a:p>
          </p:txBody>
        </p:sp>
        <p:sp>
          <p:nvSpPr>
            <p:cNvPr id="12" name="Rectangle 13"/>
            <p:cNvSpPr>
              <a:spLocks noChangeArrowheads="1"/>
            </p:cNvSpPr>
            <p:nvPr/>
          </p:nvSpPr>
          <p:spPr bwMode="auto">
            <a:xfrm>
              <a:off x="5943600" y="3422650"/>
              <a:ext cx="2876550" cy="527050"/>
            </a:xfrm>
            <a:prstGeom prst="rect">
              <a:avLst/>
            </a:prstGeom>
            <a:solidFill>
              <a:schemeClr val="bg1"/>
            </a:solidFill>
            <a:ln w="2857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2000">
                  <a:solidFill>
                    <a:schemeClr val="tx2"/>
                  </a:solidFill>
                  <a:latin typeface="Comic Sans MS" pitchFamily="66" charset="0"/>
                </a:rPr>
                <a:t>2</a:t>
              </a:r>
              <a:endParaRPr lang="zh-CN" altLang="zh-CN" sz="2000">
                <a:solidFill>
                  <a:schemeClr val="tx2"/>
                </a:solidFill>
                <a:latin typeface="Comic Sans MS" pitchFamily="66" charset="0"/>
              </a:endParaRPr>
            </a:p>
          </p:txBody>
        </p:sp>
        <p:sp>
          <p:nvSpPr>
            <p:cNvPr id="13" name="Rectangle 14"/>
            <p:cNvSpPr>
              <a:spLocks noChangeArrowheads="1"/>
            </p:cNvSpPr>
            <p:nvPr/>
          </p:nvSpPr>
          <p:spPr bwMode="auto">
            <a:xfrm>
              <a:off x="987425" y="3949700"/>
              <a:ext cx="1917700" cy="527050"/>
            </a:xfrm>
            <a:prstGeom prst="rect">
              <a:avLst/>
            </a:prstGeom>
            <a:solidFill>
              <a:srgbClr val="FFFF99"/>
            </a:solidFill>
            <a:ln w="2857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2000">
                  <a:solidFill>
                    <a:schemeClr val="tx2"/>
                  </a:solidFill>
                  <a:latin typeface="Comic Sans MS" pitchFamily="66" charset="0"/>
                </a:rPr>
                <a:t>4×4</a:t>
              </a:r>
              <a:endParaRPr lang="zh-CN" altLang="zh-CN" sz="2000">
                <a:solidFill>
                  <a:schemeClr val="tx2"/>
                </a:solidFill>
                <a:latin typeface="Comic Sans MS" pitchFamily="66" charset="0"/>
              </a:endParaRPr>
            </a:p>
          </p:txBody>
        </p:sp>
        <p:sp>
          <p:nvSpPr>
            <p:cNvPr id="14" name="Rectangle 15"/>
            <p:cNvSpPr>
              <a:spLocks noChangeArrowheads="1"/>
            </p:cNvSpPr>
            <p:nvPr/>
          </p:nvSpPr>
          <p:spPr bwMode="auto">
            <a:xfrm>
              <a:off x="2905125" y="3949700"/>
              <a:ext cx="3038475" cy="527050"/>
            </a:xfrm>
            <a:prstGeom prst="rect">
              <a:avLst/>
            </a:prstGeom>
            <a:solidFill>
              <a:schemeClr val="bg1"/>
            </a:solidFill>
            <a:ln w="2857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2000">
                  <a:solidFill>
                    <a:schemeClr val="tx2"/>
                  </a:solidFill>
                  <a:latin typeface="Comic Sans MS" pitchFamily="66" charset="0"/>
                </a:rPr>
                <a:t>256</a:t>
              </a:r>
              <a:endParaRPr lang="zh-CN" altLang="zh-CN" sz="2000">
                <a:solidFill>
                  <a:schemeClr val="tx2"/>
                </a:solidFill>
                <a:latin typeface="Comic Sans MS" pitchFamily="66" charset="0"/>
              </a:endParaRPr>
            </a:p>
          </p:txBody>
        </p:sp>
        <p:sp>
          <p:nvSpPr>
            <p:cNvPr id="15" name="Rectangle 16"/>
            <p:cNvSpPr>
              <a:spLocks noChangeArrowheads="1"/>
            </p:cNvSpPr>
            <p:nvPr/>
          </p:nvSpPr>
          <p:spPr bwMode="auto">
            <a:xfrm>
              <a:off x="5943600" y="3949700"/>
              <a:ext cx="2876550" cy="527050"/>
            </a:xfrm>
            <a:prstGeom prst="rect">
              <a:avLst/>
            </a:prstGeom>
            <a:solidFill>
              <a:schemeClr val="bg1"/>
            </a:solidFill>
            <a:ln w="2857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2000">
                  <a:solidFill>
                    <a:schemeClr val="tx2"/>
                  </a:solidFill>
                  <a:latin typeface="Comic Sans MS" pitchFamily="66" charset="0"/>
                </a:rPr>
                <a:t>24</a:t>
              </a:r>
              <a:endParaRPr lang="zh-CN" altLang="zh-CN" sz="2000">
                <a:solidFill>
                  <a:schemeClr val="tx2"/>
                </a:solidFill>
                <a:latin typeface="Comic Sans MS" pitchFamily="66" charset="0"/>
              </a:endParaRPr>
            </a:p>
          </p:txBody>
        </p:sp>
        <p:sp>
          <p:nvSpPr>
            <p:cNvPr id="16" name="Rectangle 17"/>
            <p:cNvSpPr>
              <a:spLocks noChangeArrowheads="1"/>
            </p:cNvSpPr>
            <p:nvPr/>
          </p:nvSpPr>
          <p:spPr bwMode="auto">
            <a:xfrm>
              <a:off x="987425" y="4476750"/>
              <a:ext cx="1917700" cy="527050"/>
            </a:xfrm>
            <a:prstGeom prst="rect">
              <a:avLst/>
            </a:prstGeom>
            <a:solidFill>
              <a:srgbClr val="FFFF99"/>
            </a:solidFill>
            <a:ln w="2857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2000">
                  <a:solidFill>
                    <a:schemeClr val="tx2"/>
                  </a:solidFill>
                  <a:latin typeface="Comic Sans MS" pitchFamily="66" charset="0"/>
                </a:rPr>
                <a:t>8×8</a:t>
              </a:r>
              <a:endParaRPr lang="zh-CN" altLang="zh-CN" sz="2000">
                <a:solidFill>
                  <a:schemeClr val="tx2"/>
                </a:solidFill>
                <a:latin typeface="Comic Sans MS" pitchFamily="66" charset="0"/>
              </a:endParaRPr>
            </a:p>
          </p:txBody>
        </p:sp>
        <p:sp>
          <p:nvSpPr>
            <p:cNvPr id="17" name="Rectangle 18"/>
            <p:cNvSpPr>
              <a:spLocks noChangeArrowheads="1"/>
            </p:cNvSpPr>
            <p:nvPr/>
          </p:nvSpPr>
          <p:spPr bwMode="auto">
            <a:xfrm>
              <a:off x="2905125" y="4476750"/>
              <a:ext cx="3038475" cy="527050"/>
            </a:xfrm>
            <a:prstGeom prst="rect">
              <a:avLst/>
            </a:prstGeom>
            <a:solidFill>
              <a:schemeClr val="bg1"/>
            </a:solidFill>
            <a:ln w="2857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2000">
                  <a:solidFill>
                    <a:schemeClr val="tx2"/>
                  </a:solidFill>
                  <a:latin typeface="Comic Sans MS" pitchFamily="66" charset="0"/>
                </a:rPr>
                <a:t>16777216</a:t>
              </a:r>
              <a:endParaRPr lang="zh-CN" altLang="zh-CN" sz="2000">
                <a:solidFill>
                  <a:schemeClr val="tx2"/>
                </a:solidFill>
                <a:latin typeface="Comic Sans MS" pitchFamily="66" charset="0"/>
              </a:endParaRPr>
            </a:p>
          </p:txBody>
        </p:sp>
        <p:sp>
          <p:nvSpPr>
            <p:cNvPr id="18" name="Rectangle 19"/>
            <p:cNvSpPr>
              <a:spLocks noChangeArrowheads="1"/>
            </p:cNvSpPr>
            <p:nvPr/>
          </p:nvSpPr>
          <p:spPr bwMode="auto">
            <a:xfrm>
              <a:off x="5943600" y="4476750"/>
              <a:ext cx="2876550" cy="527050"/>
            </a:xfrm>
            <a:prstGeom prst="rect">
              <a:avLst/>
            </a:prstGeom>
            <a:solidFill>
              <a:schemeClr val="bg1"/>
            </a:solidFill>
            <a:ln w="2857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2000">
                  <a:solidFill>
                    <a:schemeClr val="tx2"/>
                  </a:solidFill>
                  <a:latin typeface="Comic Sans MS" pitchFamily="66" charset="0"/>
                </a:rPr>
                <a:t>40320</a:t>
              </a:r>
              <a:endParaRPr lang="zh-CN" altLang="zh-CN" sz="2000">
                <a:solidFill>
                  <a:schemeClr val="tx2"/>
                </a:solidFill>
                <a:latin typeface="Comic Sans MS" pitchFamily="66" charset="0"/>
              </a:endParaRPr>
            </a:p>
          </p:txBody>
        </p:sp>
        <p:sp>
          <p:nvSpPr>
            <p:cNvPr id="19" name="Rectangle 20"/>
            <p:cNvSpPr>
              <a:spLocks noChangeArrowheads="1"/>
            </p:cNvSpPr>
            <p:nvPr/>
          </p:nvSpPr>
          <p:spPr bwMode="auto">
            <a:xfrm>
              <a:off x="987425" y="5003800"/>
              <a:ext cx="1917700" cy="527050"/>
            </a:xfrm>
            <a:prstGeom prst="rect">
              <a:avLst/>
            </a:prstGeom>
            <a:solidFill>
              <a:srgbClr val="FFFF99"/>
            </a:solidFill>
            <a:ln w="2857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en-US" altLang="zh-CN" sz="2000">
                  <a:solidFill>
                    <a:schemeClr val="tx2"/>
                  </a:solidFill>
                  <a:latin typeface="Comic Sans MS" pitchFamily="66" charset="0"/>
                </a:rPr>
                <a:t>n×n</a:t>
              </a:r>
              <a:endParaRPr lang="zh-CN" altLang="zh-CN" sz="2000">
                <a:solidFill>
                  <a:schemeClr val="tx2"/>
                </a:solidFill>
                <a:latin typeface="Comic Sans MS" pitchFamily="66" charset="0"/>
              </a:endParaRPr>
            </a:p>
          </p:txBody>
        </p:sp>
        <p:sp>
          <p:nvSpPr>
            <p:cNvPr id="20" name="Rectangle 21"/>
            <p:cNvSpPr>
              <a:spLocks noChangeArrowheads="1"/>
            </p:cNvSpPr>
            <p:nvPr/>
          </p:nvSpPr>
          <p:spPr bwMode="auto">
            <a:xfrm>
              <a:off x="2905125" y="5003800"/>
              <a:ext cx="3038475" cy="527050"/>
            </a:xfrm>
            <a:prstGeom prst="rect">
              <a:avLst/>
            </a:prstGeom>
            <a:solidFill>
              <a:schemeClr val="bg1"/>
            </a:solidFill>
            <a:ln w="2857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en-US" altLang="zh-CN" sz="2000">
                  <a:solidFill>
                    <a:schemeClr val="tx2"/>
                  </a:solidFill>
                  <a:latin typeface="Comic Sans MS" pitchFamily="66" charset="0"/>
                </a:rPr>
                <a:t>n</a:t>
              </a:r>
              <a:r>
                <a:rPr lang="en-US" altLang="zh-CN" sz="2000" baseline="30000">
                  <a:solidFill>
                    <a:schemeClr val="tx2"/>
                  </a:solidFill>
                  <a:latin typeface="Comic Sans MS" pitchFamily="66" charset="0"/>
                </a:rPr>
                <a:t>n</a:t>
              </a:r>
              <a:endParaRPr lang="zh-CN" altLang="zh-CN" sz="2000">
                <a:solidFill>
                  <a:schemeClr val="tx2"/>
                </a:solidFill>
                <a:latin typeface="Comic Sans MS" pitchFamily="66" charset="0"/>
              </a:endParaRPr>
            </a:p>
          </p:txBody>
        </p:sp>
        <p:sp>
          <p:nvSpPr>
            <p:cNvPr id="21" name="Rectangle 22"/>
            <p:cNvSpPr>
              <a:spLocks noChangeArrowheads="1"/>
            </p:cNvSpPr>
            <p:nvPr/>
          </p:nvSpPr>
          <p:spPr bwMode="auto">
            <a:xfrm>
              <a:off x="5943600" y="5003800"/>
              <a:ext cx="2876550" cy="527050"/>
            </a:xfrm>
            <a:prstGeom prst="rect">
              <a:avLst/>
            </a:prstGeom>
            <a:solidFill>
              <a:schemeClr val="bg1"/>
            </a:solidFill>
            <a:ln w="2857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en-US" altLang="zh-CN" sz="2000">
                  <a:solidFill>
                    <a:schemeClr val="tx2"/>
                  </a:solidFill>
                  <a:latin typeface="Comic Sans MS" pitchFamily="66" charset="0"/>
                </a:rPr>
                <a:t>n!</a:t>
              </a:r>
              <a:endParaRPr lang="zh-CN" altLang="zh-CN" sz="2000">
                <a:solidFill>
                  <a:schemeClr val="tx2"/>
                </a:solidFill>
                <a:latin typeface="Comic Sans MS" pitchFamily="66" charset="0"/>
              </a:endParaRPr>
            </a:p>
          </p:txBody>
        </p:sp>
      </p:gr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8226" name="Rectangle 2"/>
          <p:cNvSpPr>
            <a:spLocks noGrp="1" noChangeArrowheads="1"/>
          </p:cNvSpPr>
          <p:nvPr>
            <p:ph type="title"/>
          </p:nvPr>
        </p:nvSpPr>
        <p:spPr/>
        <p:txBody>
          <a:bodyPr/>
          <a:lstStyle/>
          <a:p>
            <a:pPr eaLnBrk="1" hangingPunct="1">
              <a:defRPr/>
            </a:pPr>
            <a:r>
              <a:rPr lang="zh-CN" altLang="en-US" smtClean="0"/>
              <a:t>二元开关</a:t>
            </a:r>
          </a:p>
        </p:txBody>
      </p:sp>
      <p:sp>
        <p:nvSpPr>
          <p:cNvPr id="7065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互连网络种类</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动态互连网络</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多级网络</a:t>
            </a:r>
            <a:endParaRPr lang="zh-CN" altLang="en-US" sz="1200" b="0">
              <a:latin typeface="Times New Roman" pitchFamily="18" charset="0"/>
              <a:ea typeface="幼圆" pitchFamily="49" charset="-122"/>
            </a:endParaRPr>
          </a:p>
        </p:txBody>
      </p:sp>
      <p:sp>
        <p:nvSpPr>
          <p:cNvPr id="70660" name="Text Box 4"/>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en-US" altLang="zh-CN" sz="1200" b="0" dirty="0" smtClean="0">
                <a:latin typeface="幼圆" pitchFamily="49" charset="-122"/>
                <a:ea typeface="幼圆" pitchFamily="49" charset="-122"/>
              </a:rPr>
              <a:t>3</a:t>
            </a:r>
            <a:r>
              <a:rPr lang="zh-CN" altLang="en-US" sz="1200" b="0" dirty="0" smtClean="0">
                <a:latin typeface="幼圆" pitchFamily="49" charset="-122"/>
                <a:ea typeface="幼圆" pitchFamily="49" charset="-122"/>
              </a:rPr>
              <a:t> </a:t>
            </a:r>
            <a:r>
              <a:rPr lang="zh-CN" altLang="en-US" sz="1200" b="0" dirty="0">
                <a:latin typeface="幼圆" pitchFamily="49" charset="-122"/>
                <a:ea typeface="幼圆" pitchFamily="49" charset="-122"/>
              </a:rPr>
              <a:t>之 </a:t>
            </a:r>
            <a:r>
              <a:rPr lang="en-US" altLang="zh-CN" sz="1200" b="0" dirty="0" smtClean="0">
                <a:latin typeface="幼圆" pitchFamily="49" charset="-122"/>
                <a:ea typeface="幼圆" pitchFamily="49" charset="-122"/>
              </a:rPr>
              <a:t>2</a:t>
            </a:r>
            <a:endParaRPr lang="zh-CN" altLang="en-US" sz="1200" b="0" dirty="0">
              <a:latin typeface="幼圆" pitchFamily="49" charset="-122"/>
              <a:ea typeface="幼圆" pitchFamily="49" charset="-122"/>
            </a:endParaRPr>
          </a:p>
        </p:txBody>
      </p:sp>
      <p:sp>
        <p:nvSpPr>
          <p:cNvPr id="948230" name="Rectangle 6"/>
          <p:cNvSpPr>
            <a:spLocks noGrp="1" noChangeArrowheads="1"/>
          </p:cNvSpPr>
          <p:nvPr>
            <p:ph type="body" idx="1"/>
          </p:nvPr>
        </p:nvSpPr>
        <p:spPr>
          <a:xfrm>
            <a:off x="809625" y="1974850"/>
            <a:ext cx="7958138" cy="1742182"/>
          </a:xfrm>
        </p:spPr>
        <p:txBody>
          <a:bodyPr/>
          <a:lstStyle/>
          <a:p>
            <a:pPr marL="0" indent="0" eaLnBrk="1" hangingPunct="1">
              <a:lnSpc>
                <a:spcPct val="150000"/>
              </a:lnSpc>
              <a:buFont typeface="Wingdings" pitchFamily="2" charset="2"/>
              <a:buNone/>
              <a:defRPr/>
            </a:pPr>
            <a:r>
              <a:rPr lang="zh-CN" altLang="en-US" sz="2400" dirty="0" smtClean="0"/>
              <a:t>       具有直通和交换两种功能的二元开关称为</a:t>
            </a:r>
            <a:r>
              <a:rPr lang="zh-CN" altLang="en-US" sz="2400" dirty="0" smtClean="0">
                <a:solidFill>
                  <a:srgbClr val="FF0000"/>
                </a:solidFill>
                <a:effectLst>
                  <a:outerShdw blurRad="38100" dist="38100" dir="2700000" algn="tl">
                    <a:srgbClr val="C0C0C0"/>
                  </a:outerShdw>
                </a:effectLst>
              </a:rPr>
              <a:t>二功能开关</a:t>
            </a:r>
            <a:r>
              <a:rPr lang="zh-CN" altLang="en-US" sz="2400" dirty="0" smtClean="0"/>
              <a:t>，或</a:t>
            </a:r>
            <a:r>
              <a:rPr lang="zh-CN" altLang="en-US" sz="2400" dirty="0" smtClean="0">
                <a:solidFill>
                  <a:srgbClr val="FF0000"/>
                </a:solidFill>
                <a:effectLst>
                  <a:outerShdw blurRad="38100" dist="38100" dir="2700000" algn="tl">
                    <a:srgbClr val="C0C0C0"/>
                  </a:outerShdw>
                </a:effectLst>
              </a:rPr>
              <a:t>交换开关</a:t>
            </a:r>
            <a:r>
              <a:rPr lang="zh-CN" altLang="en-US" sz="2400" dirty="0" smtClean="0"/>
              <a:t>，用一位控制信号控制。具有所有四种功能的二元开关称为</a:t>
            </a:r>
            <a:r>
              <a:rPr lang="zh-CN" altLang="en-US" sz="2400" dirty="0" smtClean="0">
                <a:solidFill>
                  <a:srgbClr val="FF0000"/>
                </a:solidFill>
                <a:effectLst>
                  <a:outerShdw blurRad="38100" dist="38100" dir="2700000" algn="tl">
                    <a:srgbClr val="C0C0C0"/>
                  </a:outerShdw>
                </a:effectLst>
              </a:rPr>
              <a:t>四功能开关</a:t>
            </a:r>
            <a:r>
              <a:rPr lang="zh-CN" altLang="en-US" sz="2400" dirty="0" smtClean="0"/>
              <a:t>，用两位控制信号控制。</a:t>
            </a:r>
          </a:p>
        </p:txBody>
      </p:sp>
      <p:grpSp>
        <p:nvGrpSpPr>
          <p:cNvPr id="70662" name="Group 7"/>
          <p:cNvGrpSpPr>
            <a:grpSpLocks/>
          </p:cNvGrpSpPr>
          <p:nvPr/>
        </p:nvGrpSpPr>
        <p:grpSpPr bwMode="auto">
          <a:xfrm>
            <a:off x="1371600" y="4495800"/>
            <a:ext cx="6975475" cy="1781175"/>
            <a:chOff x="624" y="2256"/>
            <a:chExt cx="4608" cy="1344"/>
          </a:xfrm>
        </p:grpSpPr>
        <p:grpSp>
          <p:nvGrpSpPr>
            <p:cNvPr id="70663" name="Group 8"/>
            <p:cNvGrpSpPr>
              <a:grpSpLocks/>
            </p:cNvGrpSpPr>
            <p:nvPr/>
          </p:nvGrpSpPr>
          <p:grpSpPr bwMode="auto">
            <a:xfrm>
              <a:off x="624" y="2256"/>
              <a:ext cx="922" cy="1344"/>
              <a:chOff x="624" y="2256"/>
              <a:chExt cx="922" cy="1344"/>
            </a:xfrm>
          </p:grpSpPr>
          <p:sp>
            <p:nvSpPr>
              <p:cNvPr id="70691" name="Rectangle 9"/>
              <p:cNvSpPr>
                <a:spLocks noChangeArrowheads="1"/>
              </p:cNvSpPr>
              <p:nvPr/>
            </p:nvSpPr>
            <p:spPr bwMode="auto">
              <a:xfrm>
                <a:off x="854" y="2256"/>
                <a:ext cx="461" cy="912"/>
              </a:xfrm>
              <a:prstGeom prst="rect">
                <a:avLst/>
              </a:prstGeom>
              <a:noFill/>
              <a:ln w="28575">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2400" b="0">
                  <a:latin typeface="Comic Sans MS" pitchFamily="66" charset="0"/>
                  <a:ea typeface="宋体" charset="-122"/>
                </a:endParaRPr>
              </a:p>
            </p:txBody>
          </p:sp>
          <p:sp>
            <p:nvSpPr>
              <p:cNvPr id="70692" name="Line 10"/>
              <p:cNvSpPr>
                <a:spLocks noChangeShapeType="1"/>
              </p:cNvSpPr>
              <p:nvPr/>
            </p:nvSpPr>
            <p:spPr bwMode="auto">
              <a:xfrm>
                <a:off x="624" y="2484"/>
                <a:ext cx="230" cy="0"/>
              </a:xfrm>
              <a:prstGeom prst="line">
                <a:avLst/>
              </a:prstGeom>
              <a:noFill/>
              <a:ln w="28575">
                <a:solidFill>
                  <a:schemeClr val="tx2"/>
                </a:solidFill>
                <a:round/>
                <a:headEnd/>
                <a:tailEnd type="stealth" w="med" len="med"/>
              </a:ln>
              <a:extLst>
                <a:ext uri="{909E8E84-426E-40DD-AFC4-6F175D3DCCD1}">
                  <a14:hiddenFill xmlns:a14="http://schemas.microsoft.com/office/drawing/2010/main">
                    <a:noFill/>
                  </a14:hiddenFill>
                </a:ext>
              </a:extLst>
            </p:spPr>
            <p:txBody>
              <a:bodyPr/>
              <a:lstStyle/>
              <a:p>
                <a:endParaRPr lang="zh-CN" altLang="en-US" sz="2400"/>
              </a:p>
            </p:txBody>
          </p:sp>
          <p:sp>
            <p:nvSpPr>
              <p:cNvPr id="70693" name="Line 11"/>
              <p:cNvSpPr>
                <a:spLocks noChangeShapeType="1"/>
              </p:cNvSpPr>
              <p:nvPr/>
            </p:nvSpPr>
            <p:spPr bwMode="auto">
              <a:xfrm>
                <a:off x="624" y="2940"/>
                <a:ext cx="230" cy="0"/>
              </a:xfrm>
              <a:prstGeom prst="line">
                <a:avLst/>
              </a:prstGeom>
              <a:noFill/>
              <a:ln w="28575">
                <a:solidFill>
                  <a:schemeClr val="tx2"/>
                </a:solidFill>
                <a:round/>
                <a:headEnd/>
                <a:tailEnd type="stealth" w="med" len="med"/>
              </a:ln>
              <a:extLst>
                <a:ext uri="{909E8E84-426E-40DD-AFC4-6F175D3DCCD1}">
                  <a14:hiddenFill xmlns:a14="http://schemas.microsoft.com/office/drawing/2010/main">
                    <a:noFill/>
                  </a14:hiddenFill>
                </a:ext>
              </a:extLst>
            </p:spPr>
            <p:txBody>
              <a:bodyPr/>
              <a:lstStyle/>
              <a:p>
                <a:endParaRPr lang="zh-CN" altLang="en-US" sz="2400"/>
              </a:p>
            </p:txBody>
          </p:sp>
          <p:sp>
            <p:nvSpPr>
              <p:cNvPr id="70694" name="Line 12"/>
              <p:cNvSpPr>
                <a:spLocks noChangeShapeType="1"/>
              </p:cNvSpPr>
              <p:nvPr/>
            </p:nvSpPr>
            <p:spPr bwMode="auto">
              <a:xfrm>
                <a:off x="1315" y="2484"/>
                <a:ext cx="231" cy="0"/>
              </a:xfrm>
              <a:prstGeom prst="line">
                <a:avLst/>
              </a:prstGeom>
              <a:noFill/>
              <a:ln w="28575">
                <a:solidFill>
                  <a:schemeClr val="tx2"/>
                </a:solidFill>
                <a:round/>
                <a:headEnd/>
                <a:tailEnd type="stealth" w="med" len="med"/>
              </a:ln>
              <a:extLst>
                <a:ext uri="{909E8E84-426E-40DD-AFC4-6F175D3DCCD1}">
                  <a14:hiddenFill xmlns:a14="http://schemas.microsoft.com/office/drawing/2010/main">
                    <a:noFill/>
                  </a14:hiddenFill>
                </a:ext>
              </a:extLst>
            </p:spPr>
            <p:txBody>
              <a:bodyPr/>
              <a:lstStyle/>
              <a:p>
                <a:endParaRPr lang="zh-CN" altLang="en-US" sz="2400"/>
              </a:p>
            </p:txBody>
          </p:sp>
          <p:sp>
            <p:nvSpPr>
              <p:cNvPr id="70695" name="Line 13"/>
              <p:cNvSpPr>
                <a:spLocks noChangeShapeType="1"/>
              </p:cNvSpPr>
              <p:nvPr/>
            </p:nvSpPr>
            <p:spPr bwMode="auto">
              <a:xfrm>
                <a:off x="1315" y="2940"/>
                <a:ext cx="231" cy="0"/>
              </a:xfrm>
              <a:prstGeom prst="line">
                <a:avLst/>
              </a:prstGeom>
              <a:noFill/>
              <a:ln w="28575">
                <a:solidFill>
                  <a:schemeClr val="tx2"/>
                </a:solidFill>
                <a:round/>
                <a:headEnd/>
                <a:tailEnd type="stealth" w="med" len="med"/>
              </a:ln>
              <a:extLst>
                <a:ext uri="{909E8E84-426E-40DD-AFC4-6F175D3DCCD1}">
                  <a14:hiddenFill xmlns:a14="http://schemas.microsoft.com/office/drawing/2010/main">
                    <a:noFill/>
                  </a14:hiddenFill>
                </a:ext>
              </a:extLst>
            </p:spPr>
            <p:txBody>
              <a:bodyPr/>
              <a:lstStyle/>
              <a:p>
                <a:endParaRPr lang="zh-CN" altLang="en-US" sz="2400"/>
              </a:p>
            </p:txBody>
          </p:sp>
          <p:sp>
            <p:nvSpPr>
              <p:cNvPr id="70696" name="Line 14"/>
              <p:cNvSpPr>
                <a:spLocks noChangeShapeType="1"/>
              </p:cNvSpPr>
              <p:nvPr/>
            </p:nvSpPr>
            <p:spPr bwMode="auto">
              <a:xfrm>
                <a:off x="854" y="2484"/>
                <a:ext cx="461" cy="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sz="2400"/>
              </a:p>
            </p:txBody>
          </p:sp>
          <p:sp>
            <p:nvSpPr>
              <p:cNvPr id="70697" name="Line 15"/>
              <p:cNvSpPr>
                <a:spLocks noChangeShapeType="1"/>
              </p:cNvSpPr>
              <p:nvPr/>
            </p:nvSpPr>
            <p:spPr bwMode="auto">
              <a:xfrm>
                <a:off x="854" y="2940"/>
                <a:ext cx="461" cy="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sz="2400"/>
              </a:p>
            </p:txBody>
          </p:sp>
          <p:sp>
            <p:nvSpPr>
              <p:cNvPr id="70698" name="Rectangle 16"/>
              <p:cNvSpPr>
                <a:spLocks noChangeArrowheads="1"/>
              </p:cNvSpPr>
              <p:nvPr/>
            </p:nvSpPr>
            <p:spPr bwMode="auto">
              <a:xfrm>
                <a:off x="816" y="3264"/>
                <a:ext cx="576" cy="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2400" dirty="0">
                    <a:solidFill>
                      <a:schemeClr val="tx2"/>
                    </a:solidFill>
                    <a:latin typeface="Book Antiqua" pitchFamily="18" charset="0"/>
                  </a:rPr>
                  <a:t>直通</a:t>
                </a:r>
                <a:endParaRPr lang="zh-CN" altLang="zh-CN" sz="2400" dirty="0">
                  <a:solidFill>
                    <a:schemeClr val="tx2"/>
                  </a:solidFill>
                  <a:latin typeface="Book Antiqua" pitchFamily="18" charset="0"/>
                </a:endParaRPr>
              </a:p>
            </p:txBody>
          </p:sp>
        </p:grpSp>
        <p:grpSp>
          <p:nvGrpSpPr>
            <p:cNvPr id="70664" name="Group 17"/>
            <p:cNvGrpSpPr>
              <a:grpSpLocks/>
            </p:cNvGrpSpPr>
            <p:nvPr/>
          </p:nvGrpSpPr>
          <p:grpSpPr bwMode="auto">
            <a:xfrm>
              <a:off x="1891" y="2256"/>
              <a:ext cx="922" cy="1344"/>
              <a:chOff x="1891" y="2256"/>
              <a:chExt cx="922" cy="1344"/>
            </a:xfrm>
          </p:grpSpPr>
          <p:sp>
            <p:nvSpPr>
              <p:cNvPr id="70683" name="Rectangle 18"/>
              <p:cNvSpPr>
                <a:spLocks noChangeArrowheads="1"/>
              </p:cNvSpPr>
              <p:nvPr/>
            </p:nvSpPr>
            <p:spPr bwMode="auto">
              <a:xfrm>
                <a:off x="2122" y="2256"/>
                <a:ext cx="460" cy="912"/>
              </a:xfrm>
              <a:prstGeom prst="rect">
                <a:avLst/>
              </a:prstGeom>
              <a:noFill/>
              <a:ln w="28575">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2400" b="0">
                  <a:latin typeface="Comic Sans MS" pitchFamily="66" charset="0"/>
                  <a:ea typeface="宋体" charset="-122"/>
                </a:endParaRPr>
              </a:p>
            </p:txBody>
          </p:sp>
          <p:sp>
            <p:nvSpPr>
              <p:cNvPr id="70684" name="Line 19"/>
              <p:cNvSpPr>
                <a:spLocks noChangeShapeType="1"/>
              </p:cNvSpPr>
              <p:nvPr/>
            </p:nvSpPr>
            <p:spPr bwMode="auto">
              <a:xfrm>
                <a:off x="1891" y="2484"/>
                <a:ext cx="231" cy="0"/>
              </a:xfrm>
              <a:prstGeom prst="line">
                <a:avLst/>
              </a:prstGeom>
              <a:noFill/>
              <a:ln w="28575">
                <a:solidFill>
                  <a:schemeClr val="tx2"/>
                </a:solidFill>
                <a:round/>
                <a:headEnd/>
                <a:tailEnd type="stealth" w="med" len="med"/>
              </a:ln>
              <a:extLst>
                <a:ext uri="{909E8E84-426E-40DD-AFC4-6F175D3DCCD1}">
                  <a14:hiddenFill xmlns:a14="http://schemas.microsoft.com/office/drawing/2010/main">
                    <a:noFill/>
                  </a14:hiddenFill>
                </a:ext>
              </a:extLst>
            </p:spPr>
            <p:txBody>
              <a:bodyPr/>
              <a:lstStyle/>
              <a:p>
                <a:endParaRPr lang="zh-CN" altLang="en-US" sz="2400"/>
              </a:p>
            </p:txBody>
          </p:sp>
          <p:sp>
            <p:nvSpPr>
              <p:cNvPr id="70685" name="Line 20"/>
              <p:cNvSpPr>
                <a:spLocks noChangeShapeType="1"/>
              </p:cNvSpPr>
              <p:nvPr/>
            </p:nvSpPr>
            <p:spPr bwMode="auto">
              <a:xfrm>
                <a:off x="1891" y="2940"/>
                <a:ext cx="231" cy="0"/>
              </a:xfrm>
              <a:prstGeom prst="line">
                <a:avLst/>
              </a:prstGeom>
              <a:noFill/>
              <a:ln w="28575">
                <a:solidFill>
                  <a:schemeClr val="tx2"/>
                </a:solidFill>
                <a:round/>
                <a:headEnd/>
                <a:tailEnd type="stealth" w="med" len="med"/>
              </a:ln>
              <a:extLst>
                <a:ext uri="{909E8E84-426E-40DD-AFC4-6F175D3DCCD1}">
                  <a14:hiddenFill xmlns:a14="http://schemas.microsoft.com/office/drawing/2010/main">
                    <a:noFill/>
                  </a14:hiddenFill>
                </a:ext>
              </a:extLst>
            </p:spPr>
            <p:txBody>
              <a:bodyPr/>
              <a:lstStyle/>
              <a:p>
                <a:endParaRPr lang="zh-CN" altLang="en-US" sz="2400"/>
              </a:p>
            </p:txBody>
          </p:sp>
          <p:sp>
            <p:nvSpPr>
              <p:cNvPr id="70686" name="Line 21"/>
              <p:cNvSpPr>
                <a:spLocks noChangeShapeType="1"/>
              </p:cNvSpPr>
              <p:nvPr/>
            </p:nvSpPr>
            <p:spPr bwMode="auto">
              <a:xfrm>
                <a:off x="2582" y="2484"/>
                <a:ext cx="231" cy="0"/>
              </a:xfrm>
              <a:prstGeom prst="line">
                <a:avLst/>
              </a:prstGeom>
              <a:noFill/>
              <a:ln w="28575">
                <a:solidFill>
                  <a:schemeClr val="tx2"/>
                </a:solidFill>
                <a:round/>
                <a:headEnd/>
                <a:tailEnd type="stealth" w="med" len="med"/>
              </a:ln>
              <a:extLst>
                <a:ext uri="{909E8E84-426E-40DD-AFC4-6F175D3DCCD1}">
                  <a14:hiddenFill xmlns:a14="http://schemas.microsoft.com/office/drawing/2010/main">
                    <a:noFill/>
                  </a14:hiddenFill>
                </a:ext>
              </a:extLst>
            </p:spPr>
            <p:txBody>
              <a:bodyPr/>
              <a:lstStyle/>
              <a:p>
                <a:endParaRPr lang="zh-CN" altLang="en-US" sz="2400"/>
              </a:p>
            </p:txBody>
          </p:sp>
          <p:sp>
            <p:nvSpPr>
              <p:cNvPr id="70687" name="Line 22"/>
              <p:cNvSpPr>
                <a:spLocks noChangeShapeType="1"/>
              </p:cNvSpPr>
              <p:nvPr/>
            </p:nvSpPr>
            <p:spPr bwMode="auto">
              <a:xfrm>
                <a:off x="2582" y="2940"/>
                <a:ext cx="231" cy="0"/>
              </a:xfrm>
              <a:prstGeom prst="line">
                <a:avLst/>
              </a:prstGeom>
              <a:noFill/>
              <a:ln w="28575">
                <a:solidFill>
                  <a:schemeClr val="tx2"/>
                </a:solidFill>
                <a:round/>
                <a:headEnd/>
                <a:tailEnd type="stealth" w="med" len="med"/>
              </a:ln>
              <a:extLst>
                <a:ext uri="{909E8E84-426E-40DD-AFC4-6F175D3DCCD1}">
                  <a14:hiddenFill xmlns:a14="http://schemas.microsoft.com/office/drawing/2010/main">
                    <a:noFill/>
                  </a14:hiddenFill>
                </a:ext>
              </a:extLst>
            </p:spPr>
            <p:txBody>
              <a:bodyPr/>
              <a:lstStyle/>
              <a:p>
                <a:endParaRPr lang="zh-CN" altLang="en-US" sz="2400"/>
              </a:p>
            </p:txBody>
          </p:sp>
          <p:sp>
            <p:nvSpPr>
              <p:cNvPr id="70688" name="Line 23"/>
              <p:cNvSpPr>
                <a:spLocks noChangeShapeType="1"/>
              </p:cNvSpPr>
              <p:nvPr/>
            </p:nvSpPr>
            <p:spPr bwMode="auto">
              <a:xfrm>
                <a:off x="2122" y="2484"/>
                <a:ext cx="460" cy="456"/>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sz="2400"/>
              </a:p>
            </p:txBody>
          </p:sp>
          <p:sp>
            <p:nvSpPr>
              <p:cNvPr id="70689" name="Line 24"/>
              <p:cNvSpPr>
                <a:spLocks noChangeShapeType="1"/>
              </p:cNvSpPr>
              <p:nvPr/>
            </p:nvSpPr>
            <p:spPr bwMode="auto">
              <a:xfrm flipV="1">
                <a:off x="2122" y="2484"/>
                <a:ext cx="460" cy="456"/>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sz="2400"/>
              </a:p>
            </p:txBody>
          </p:sp>
          <p:sp>
            <p:nvSpPr>
              <p:cNvPr id="70690" name="Rectangle 25"/>
              <p:cNvSpPr>
                <a:spLocks noChangeArrowheads="1"/>
              </p:cNvSpPr>
              <p:nvPr/>
            </p:nvSpPr>
            <p:spPr bwMode="auto">
              <a:xfrm>
                <a:off x="2064" y="3264"/>
                <a:ext cx="576" cy="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latin typeface="Book Antiqua" pitchFamily="18" charset="0"/>
                  </a:rPr>
                  <a:t>交换</a:t>
                </a:r>
                <a:endParaRPr lang="zh-CN" altLang="zh-CN" sz="2400">
                  <a:solidFill>
                    <a:schemeClr val="tx2"/>
                  </a:solidFill>
                  <a:latin typeface="Book Antiqua" pitchFamily="18" charset="0"/>
                </a:endParaRPr>
              </a:p>
            </p:txBody>
          </p:sp>
        </p:grpSp>
        <p:grpSp>
          <p:nvGrpSpPr>
            <p:cNvPr id="70665" name="Group 26"/>
            <p:cNvGrpSpPr>
              <a:grpSpLocks/>
            </p:cNvGrpSpPr>
            <p:nvPr/>
          </p:nvGrpSpPr>
          <p:grpSpPr bwMode="auto">
            <a:xfrm>
              <a:off x="3079" y="2256"/>
              <a:ext cx="922" cy="1344"/>
              <a:chOff x="3079" y="2256"/>
              <a:chExt cx="922" cy="1344"/>
            </a:xfrm>
          </p:grpSpPr>
          <p:sp>
            <p:nvSpPr>
              <p:cNvPr id="70675" name="Rectangle 27"/>
              <p:cNvSpPr>
                <a:spLocks noChangeArrowheads="1"/>
              </p:cNvSpPr>
              <p:nvPr/>
            </p:nvSpPr>
            <p:spPr bwMode="auto">
              <a:xfrm>
                <a:off x="3309" y="2256"/>
                <a:ext cx="461" cy="912"/>
              </a:xfrm>
              <a:prstGeom prst="rect">
                <a:avLst/>
              </a:prstGeom>
              <a:noFill/>
              <a:ln w="28575">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2400" b="0">
                  <a:latin typeface="Comic Sans MS" pitchFamily="66" charset="0"/>
                  <a:ea typeface="宋体" charset="-122"/>
                </a:endParaRPr>
              </a:p>
            </p:txBody>
          </p:sp>
          <p:sp>
            <p:nvSpPr>
              <p:cNvPr id="70676" name="Line 28"/>
              <p:cNvSpPr>
                <a:spLocks noChangeShapeType="1"/>
              </p:cNvSpPr>
              <p:nvPr/>
            </p:nvSpPr>
            <p:spPr bwMode="auto">
              <a:xfrm>
                <a:off x="3079" y="2484"/>
                <a:ext cx="230" cy="0"/>
              </a:xfrm>
              <a:prstGeom prst="line">
                <a:avLst/>
              </a:prstGeom>
              <a:noFill/>
              <a:ln w="28575">
                <a:solidFill>
                  <a:schemeClr val="tx2"/>
                </a:solidFill>
                <a:round/>
                <a:headEnd/>
                <a:tailEnd type="stealth" w="med" len="med"/>
              </a:ln>
              <a:extLst>
                <a:ext uri="{909E8E84-426E-40DD-AFC4-6F175D3DCCD1}">
                  <a14:hiddenFill xmlns:a14="http://schemas.microsoft.com/office/drawing/2010/main">
                    <a:noFill/>
                  </a14:hiddenFill>
                </a:ext>
              </a:extLst>
            </p:spPr>
            <p:txBody>
              <a:bodyPr/>
              <a:lstStyle/>
              <a:p>
                <a:endParaRPr lang="zh-CN" altLang="en-US" sz="2400"/>
              </a:p>
            </p:txBody>
          </p:sp>
          <p:sp>
            <p:nvSpPr>
              <p:cNvPr id="70677" name="Line 29"/>
              <p:cNvSpPr>
                <a:spLocks noChangeShapeType="1"/>
              </p:cNvSpPr>
              <p:nvPr/>
            </p:nvSpPr>
            <p:spPr bwMode="auto">
              <a:xfrm>
                <a:off x="3079" y="2940"/>
                <a:ext cx="230" cy="0"/>
              </a:xfrm>
              <a:prstGeom prst="line">
                <a:avLst/>
              </a:prstGeom>
              <a:noFill/>
              <a:ln w="28575">
                <a:solidFill>
                  <a:schemeClr val="tx2"/>
                </a:solidFill>
                <a:round/>
                <a:headEnd/>
                <a:tailEnd type="stealth" w="med" len="med"/>
              </a:ln>
              <a:extLst>
                <a:ext uri="{909E8E84-426E-40DD-AFC4-6F175D3DCCD1}">
                  <a14:hiddenFill xmlns:a14="http://schemas.microsoft.com/office/drawing/2010/main">
                    <a:noFill/>
                  </a14:hiddenFill>
                </a:ext>
              </a:extLst>
            </p:spPr>
            <p:txBody>
              <a:bodyPr/>
              <a:lstStyle/>
              <a:p>
                <a:endParaRPr lang="zh-CN" altLang="en-US" sz="2400"/>
              </a:p>
            </p:txBody>
          </p:sp>
          <p:sp>
            <p:nvSpPr>
              <p:cNvPr id="70678" name="Line 30"/>
              <p:cNvSpPr>
                <a:spLocks noChangeShapeType="1"/>
              </p:cNvSpPr>
              <p:nvPr/>
            </p:nvSpPr>
            <p:spPr bwMode="auto">
              <a:xfrm>
                <a:off x="3770" y="2484"/>
                <a:ext cx="231" cy="0"/>
              </a:xfrm>
              <a:prstGeom prst="line">
                <a:avLst/>
              </a:prstGeom>
              <a:noFill/>
              <a:ln w="28575">
                <a:solidFill>
                  <a:schemeClr val="tx2"/>
                </a:solidFill>
                <a:round/>
                <a:headEnd/>
                <a:tailEnd type="stealth" w="med" len="med"/>
              </a:ln>
              <a:extLst>
                <a:ext uri="{909E8E84-426E-40DD-AFC4-6F175D3DCCD1}">
                  <a14:hiddenFill xmlns:a14="http://schemas.microsoft.com/office/drawing/2010/main">
                    <a:noFill/>
                  </a14:hiddenFill>
                </a:ext>
              </a:extLst>
            </p:spPr>
            <p:txBody>
              <a:bodyPr/>
              <a:lstStyle/>
              <a:p>
                <a:endParaRPr lang="zh-CN" altLang="en-US" sz="2400"/>
              </a:p>
            </p:txBody>
          </p:sp>
          <p:sp>
            <p:nvSpPr>
              <p:cNvPr id="70679" name="Line 31"/>
              <p:cNvSpPr>
                <a:spLocks noChangeShapeType="1"/>
              </p:cNvSpPr>
              <p:nvPr/>
            </p:nvSpPr>
            <p:spPr bwMode="auto">
              <a:xfrm>
                <a:off x="3770" y="2940"/>
                <a:ext cx="231" cy="0"/>
              </a:xfrm>
              <a:prstGeom prst="line">
                <a:avLst/>
              </a:prstGeom>
              <a:noFill/>
              <a:ln w="28575">
                <a:solidFill>
                  <a:schemeClr val="tx2"/>
                </a:solidFill>
                <a:round/>
                <a:headEnd/>
                <a:tailEnd type="stealth" w="med" len="med"/>
              </a:ln>
              <a:extLst>
                <a:ext uri="{909E8E84-426E-40DD-AFC4-6F175D3DCCD1}">
                  <a14:hiddenFill xmlns:a14="http://schemas.microsoft.com/office/drawing/2010/main">
                    <a:noFill/>
                  </a14:hiddenFill>
                </a:ext>
              </a:extLst>
            </p:spPr>
            <p:txBody>
              <a:bodyPr/>
              <a:lstStyle/>
              <a:p>
                <a:endParaRPr lang="zh-CN" altLang="en-US" sz="2400"/>
              </a:p>
            </p:txBody>
          </p:sp>
          <p:sp>
            <p:nvSpPr>
              <p:cNvPr id="70680" name="Line 32"/>
              <p:cNvSpPr>
                <a:spLocks noChangeShapeType="1"/>
              </p:cNvSpPr>
              <p:nvPr/>
            </p:nvSpPr>
            <p:spPr bwMode="auto">
              <a:xfrm>
                <a:off x="3309" y="2484"/>
                <a:ext cx="461" cy="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sz="2400"/>
              </a:p>
            </p:txBody>
          </p:sp>
          <p:sp>
            <p:nvSpPr>
              <p:cNvPr id="70681" name="Line 33"/>
              <p:cNvSpPr>
                <a:spLocks noChangeShapeType="1"/>
              </p:cNvSpPr>
              <p:nvPr/>
            </p:nvSpPr>
            <p:spPr bwMode="auto">
              <a:xfrm>
                <a:off x="3274" y="2484"/>
                <a:ext cx="496" cy="456"/>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sz="2400"/>
              </a:p>
            </p:txBody>
          </p:sp>
          <p:sp>
            <p:nvSpPr>
              <p:cNvPr id="70682" name="Rectangle 34"/>
              <p:cNvSpPr>
                <a:spLocks noChangeArrowheads="1"/>
              </p:cNvSpPr>
              <p:nvPr/>
            </p:nvSpPr>
            <p:spPr bwMode="auto">
              <a:xfrm>
                <a:off x="3264" y="3264"/>
                <a:ext cx="576" cy="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latin typeface="Book Antiqua" pitchFamily="18" charset="0"/>
                  </a:rPr>
                  <a:t>上播</a:t>
                </a:r>
                <a:endParaRPr lang="zh-CN" altLang="zh-CN" sz="2400">
                  <a:solidFill>
                    <a:schemeClr val="tx2"/>
                  </a:solidFill>
                  <a:latin typeface="Book Antiqua" pitchFamily="18" charset="0"/>
                </a:endParaRPr>
              </a:p>
            </p:txBody>
          </p:sp>
        </p:grpSp>
        <p:grpSp>
          <p:nvGrpSpPr>
            <p:cNvPr id="70666" name="Group 35"/>
            <p:cNvGrpSpPr>
              <a:grpSpLocks/>
            </p:cNvGrpSpPr>
            <p:nvPr/>
          </p:nvGrpSpPr>
          <p:grpSpPr bwMode="auto">
            <a:xfrm>
              <a:off x="4310" y="2256"/>
              <a:ext cx="922" cy="1344"/>
              <a:chOff x="4310" y="2256"/>
              <a:chExt cx="922" cy="1344"/>
            </a:xfrm>
          </p:grpSpPr>
          <p:sp>
            <p:nvSpPr>
              <p:cNvPr id="70667" name="Rectangle 36"/>
              <p:cNvSpPr>
                <a:spLocks noChangeArrowheads="1"/>
              </p:cNvSpPr>
              <p:nvPr/>
            </p:nvSpPr>
            <p:spPr bwMode="auto">
              <a:xfrm>
                <a:off x="4541" y="2256"/>
                <a:ext cx="461" cy="912"/>
              </a:xfrm>
              <a:prstGeom prst="rect">
                <a:avLst/>
              </a:prstGeom>
              <a:noFill/>
              <a:ln w="28575">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2400" b="0">
                  <a:latin typeface="Comic Sans MS" pitchFamily="66" charset="0"/>
                  <a:ea typeface="宋体" charset="-122"/>
                </a:endParaRPr>
              </a:p>
            </p:txBody>
          </p:sp>
          <p:sp>
            <p:nvSpPr>
              <p:cNvPr id="70668" name="Line 37"/>
              <p:cNvSpPr>
                <a:spLocks noChangeShapeType="1"/>
              </p:cNvSpPr>
              <p:nvPr/>
            </p:nvSpPr>
            <p:spPr bwMode="auto">
              <a:xfrm>
                <a:off x="4310" y="2484"/>
                <a:ext cx="231" cy="0"/>
              </a:xfrm>
              <a:prstGeom prst="line">
                <a:avLst/>
              </a:prstGeom>
              <a:noFill/>
              <a:ln w="28575">
                <a:solidFill>
                  <a:schemeClr val="tx2"/>
                </a:solidFill>
                <a:round/>
                <a:headEnd/>
                <a:tailEnd type="stealth" w="med" len="med"/>
              </a:ln>
              <a:extLst>
                <a:ext uri="{909E8E84-426E-40DD-AFC4-6F175D3DCCD1}">
                  <a14:hiddenFill xmlns:a14="http://schemas.microsoft.com/office/drawing/2010/main">
                    <a:noFill/>
                  </a14:hiddenFill>
                </a:ext>
              </a:extLst>
            </p:spPr>
            <p:txBody>
              <a:bodyPr/>
              <a:lstStyle/>
              <a:p>
                <a:endParaRPr lang="zh-CN" altLang="en-US" sz="2400"/>
              </a:p>
            </p:txBody>
          </p:sp>
          <p:sp>
            <p:nvSpPr>
              <p:cNvPr id="70669" name="Line 38"/>
              <p:cNvSpPr>
                <a:spLocks noChangeShapeType="1"/>
              </p:cNvSpPr>
              <p:nvPr/>
            </p:nvSpPr>
            <p:spPr bwMode="auto">
              <a:xfrm>
                <a:off x="4310" y="2940"/>
                <a:ext cx="231" cy="0"/>
              </a:xfrm>
              <a:prstGeom prst="line">
                <a:avLst/>
              </a:prstGeom>
              <a:noFill/>
              <a:ln w="28575">
                <a:solidFill>
                  <a:schemeClr val="tx2"/>
                </a:solidFill>
                <a:round/>
                <a:headEnd/>
                <a:tailEnd type="stealth" w="med" len="med"/>
              </a:ln>
              <a:extLst>
                <a:ext uri="{909E8E84-426E-40DD-AFC4-6F175D3DCCD1}">
                  <a14:hiddenFill xmlns:a14="http://schemas.microsoft.com/office/drawing/2010/main">
                    <a:noFill/>
                  </a14:hiddenFill>
                </a:ext>
              </a:extLst>
            </p:spPr>
            <p:txBody>
              <a:bodyPr/>
              <a:lstStyle/>
              <a:p>
                <a:endParaRPr lang="zh-CN" altLang="en-US" sz="2400"/>
              </a:p>
            </p:txBody>
          </p:sp>
          <p:sp>
            <p:nvSpPr>
              <p:cNvPr id="70670" name="Line 39"/>
              <p:cNvSpPr>
                <a:spLocks noChangeShapeType="1"/>
              </p:cNvSpPr>
              <p:nvPr/>
            </p:nvSpPr>
            <p:spPr bwMode="auto">
              <a:xfrm>
                <a:off x="5002" y="2484"/>
                <a:ext cx="230" cy="0"/>
              </a:xfrm>
              <a:prstGeom prst="line">
                <a:avLst/>
              </a:prstGeom>
              <a:noFill/>
              <a:ln w="28575">
                <a:solidFill>
                  <a:schemeClr val="tx2"/>
                </a:solidFill>
                <a:round/>
                <a:headEnd/>
                <a:tailEnd type="stealth" w="med" len="med"/>
              </a:ln>
              <a:extLst>
                <a:ext uri="{909E8E84-426E-40DD-AFC4-6F175D3DCCD1}">
                  <a14:hiddenFill xmlns:a14="http://schemas.microsoft.com/office/drawing/2010/main">
                    <a:noFill/>
                  </a14:hiddenFill>
                </a:ext>
              </a:extLst>
            </p:spPr>
            <p:txBody>
              <a:bodyPr/>
              <a:lstStyle/>
              <a:p>
                <a:endParaRPr lang="zh-CN" altLang="en-US" sz="2400"/>
              </a:p>
            </p:txBody>
          </p:sp>
          <p:sp>
            <p:nvSpPr>
              <p:cNvPr id="70671" name="Line 40"/>
              <p:cNvSpPr>
                <a:spLocks noChangeShapeType="1"/>
              </p:cNvSpPr>
              <p:nvPr/>
            </p:nvSpPr>
            <p:spPr bwMode="auto">
              <a:xfrm>
                <a:off x="5002" y="2940"/>
                <a:ext cx="230" cy="0"/>
              </a:xfrm>
              <a:prstGeom prst="line">
                <a:avLst/>
              </a:prstGeom>
              <a:noFill/>
              <a:ln w="28575">
                <a:solidFill>
                  <a:schemeClr val="tx2"/>
                </a:solidFill>
                <a:round/>
                <a:headEnd/>
                <a:tailEnd type="stealth" w="med" len="med"/>
              </a:ln>
              <a:extLst>
                <a:ext uri="{909E8E84-426E-40DD-AFC4-6F175D3DCCD1}">
                  <a14:hiddenFill xmlns:a14="http://schemas.microsoft.com/office/drawing/2010/main">
                    <a:noFill/>
                  </a14:hiddenFill>
                </a:ext>
              </a:extLst>
            </p:spPr>
            <p:txBody>
              <a:bodyPr/>
              <a:lstStyle/>
              <a:p>
                <a:endParaRPr lang="zh-CN" altLang="en-US" sz="2400"/>
              </a:p>
            </p:txBody>
          </p:sp>
          <p:sp>
            <p:nvSpPr>
              <p:cNvPr id="70672" name="Line 41"/>
              <p:cNvSpPr>
                <a:spLocks noChangeShapeType="1"/>
              </p:cNvSpPr>
              <p:nvPr/>
            </p:nvSpPr>
            <p:spPr bwMode="auto">
              <a:xfrm flipV="1">
                <a:off x="4541" y="2484"/>
                <a:ext cx="461" cy="456"/>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sz="2400"/>
              </a:p>
            </p:txBody>
          </p:sp>
          <p:sp>
            <p:nvSpPr>
              <p:cNvPr id="70673" name="Line 42"/>
              <p:cNvSpPr>
                <a:spLocks noChangeShapeType="1"/>
              </p:cNvSpPr>
              <p:nvPr/>
            </p:nvSpPr>
            <p:spPr bwMode="auto">
              <a:xfrm>
                <a:off x="4541" y="2940"/>
                <a:ext cx="461" cy="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sz="2400"/>
              </a:p>
            </p:txBody>
          </p:sp>
          <p:sp>
            <p:nvSpPr>
              <p:cNvPr id="70674" name="Rectangle 43"/>
              <p:cNvSpPr>
                <a:spLocks noChangeArrowheads="1"/>
              </p:cNvSpPr>
              <p:nvPr/>
            </p:nvSpPr>
            <p:spPr bwMode="auto">
              <a:xfrm>
                <a:off x="4464" y="3264"/>
                <a:ext cx="576" cy="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latin typeface="Book Antiqua" pitchFamily="18" charset="0"/>
                  </a:rPr>
                  <a:t>下播</a:t>
                </a:r>
                <a:endParaRPr lang="zh-CN" altLang="zh-CN" sz="2400">
                  <a:solidFill>
                    <a:schemeClr val="tx2"/>
                  </a:solidFill>
                  <a:latin typeface="Book Antiqua" pitchFamily="18" charset="0"/>
                </a:endParaRPr>
              </a:p>
            </p:txBody>
          </p:sp>
        </p:grpSp>
      </p:gr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9293" name="Rectangle 45"/>
          <p:cNvSpPr>
            <a:spLocks noGrp="1" noChangeArrowheads="1"/>
          </p:cNvSpPr>
          <p:nvPr>
            <p:ph type="title"/>
          </p:nvPr>
        </p:nvSpPr>
        <p:spPr/>
        <p:txBody>
          <a:bodyPr/>
          <a:lstStyle/>
          <a:p>
            <a:pPr eaLnBrk="1" hangingPunct="1">
              <a:defRPr/>
            </a:pPr>
            <a:r>
              <a:rPr lang="zh-CN" altLang="en-US" smtClean="0"/>
              <a:t>二功能开关的实现</a:t>
            </a:r>
          </a:p>
        </p:txBody>
      </p:sp>
      <p:graphicFrame>
        <p:nvGraphicFramePr>
          <p:cNvPr id="71683" name="Object 46"/>
          <p:cNvGraphicFramePr>
            <a:graphicFrameLocks noGrp="1" noChangeAspect="1"/>
          </p:cNvGraphicFramePr>
          <p:nvPr>
            <p:ph type="body" idx="1"/>
          </p:nvPr>
        </p:nvGraphicFramePr>
        <p:xfrm>
          <a:off x="2819400" y="2133600"/>
          <a:ext cx="3875088" cy="4267200"/>
        </p:xfrm>
        <a:graphic>
          <a:graphicData uri="http://schemas.openxmlformats.org/presentationml/2006/ole">
            <mc:AlternateContent xmlns:mc="http://schemas.openxmlformats.org/markup-compatibility/2006">
              <mc:Choice xmlns:v="urn:schemas-microsoft-com:vml" Requires="v">
                <p:oleObj spid="_x0000_s71755" name="ImageStar III Image" r:id="rId4" imgW="2392381" imgH="2636749" progId="ImageStar.Image.3">
                  <p:embed/>
                </p:oleObj>
              </mc:Choice>
              <mc:Fallback>
                <p:oleObj name="ImageStar III Image" r:id="rId4" imgW="2392381" imgH="2636749" progId="ImageStar.Image.3">
                  <p:embed/>
                  <p:pic>
                    <p:nvPicPr>
                      <p:cNvPr id="0" name="Object 46"/>
                      <p:cNvPicPr>
                        <a:picLocks noChangeAspect="1" noChangeArrowheads="1"/>
                      </p:cNvPicPr>
                      <p:nvPr/>
                    </p:nvPicPr>
                    <p:blipFill>
                      <a:blip r:embed="rId5">
                        <a:clrChange>
                          <a:clrFrom>
                            <a:srgbClr val="FFFFFF"/>
                          </a:clrFrom>
                          <a:clrTo>
                            <a:srgbClr val="FFFFFF">
                              <a:alpha val="0"/>
                            </a:srgbClr>
                          </a:clrTo>
                        </a:clrChange>
                        <a:lum bright="-24000"/>
                        <a:extLst>
                          <a:ext uri="{28A0092B-C50C-407E-A947-70E740481C1C}">
                            <a14:useLocalDpi xmlns:a14="http://schemas.microsoft.com/office/drawing/2010/main" val="0"/>
                          </a:ext>
                        </a:extLst>
                      </a:blip>
                      <a:srcRect/>
                      <a:stretch>
                        <a:fillRect/>
                      </a:stretch>
                    </p:blipFill>
                    <p:spPr bwMode="auto">
                      <a:xfrm>
                        <a:off x="2819400" y="2133600"/>
                        <a:ext cx="3875088" cy="426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71684"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6"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7" action="ppaction://hlinksldjump"/>
              </a:rPr>
              <a:t>互连网络种类</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8" action="ppaction://hlinksldjump"/>
              </a:rPr>
              <a:t>动态互连网络</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9" action="ppaction://hlinksldjump"/>
              </a:rPr>
              <a:t>多级网络</a:t>
            </a:r>
            <a:endParaRPr lang="zh-CN" altLang="en-US" sz="1200" b="0">
              <a:latin typeface="Times New Roman" pitchFamily="18" charset="0"/>
              <a:ea typeface="幼圆" pitchFamily="49" charset="-122"/>
            </a:endParaRPr>
          </a:p>
        </p:txBody>
      </p:sp>
      <p:sp>
        <p:nvSpPr>
          <p:cNvPr id="71685" name="Text Box 4"/>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en-US" altLang="zh-CN" sz="1200" b="0" dirty="0" smtClean="0">
                <a:latin typeface="幼圆" pitchFamily="49" charset="-122"/>
                <a:ea typeface="幼圆" pitchFamily="49" charset="-122"/>
              </a:rPr>
              <a:t>3</a:t>
            </a:r>
            <a:r>
              <a:rPr lang="zh-CN" altLang="en-US" sz="1200" b="0" dirty="0" smtClean="0">
                <a:latin typeface="幼圆" pitchFamily="49" charset="-122"/>
                <a:ea typeface="幼圆" pitchFamily="49" charset="-122"/>
              </a:rPr>
              <a:t> </a:t>
            </a:r>
            <a:r>
              <a:rPr lang="zh-CN" altLang="en-US" sz="1200" b="0" dirty="0">
                <a:latin typeface="幼圆" pitchFamily="49" charset="-122"/>
                <a:ea typeface="幼圆" pitchFamily="49" charset="-122"/>
              </a:rPr>
              <a:t>之 </a:t>
            </a:r>
            <a:r>
              <a:rPr lang="en-US" altLang="zh-CN" sz="1200" b="0" dirty="0" smtClean="0">
                <a:latin typeface="幼圆" pitchFamily="49" charset="-122"/>
                <a:ea typeface="幼圆" pitchFamily="49" charset="-122"/>
              </a:rPr>
              <a:t>3</a:t>
            </a:r>
            <a:endParaRPr lang="zh-CN" altLang="en-US" sz="1200" b="0" dirty="0">
              <a:latin typeface="幼圆" pitchFamily="49" charset="-122"/>
              <a:ea typeface="幼圆" pitchFamily="49" charset="-122"/>
            </a:endParaRPr>
          </a:p>
        </p:txBody>
      </p:sp>
    </p:spTree>
  </p:cSld>
  <p:clrMapOvr>
    <a:masterClrMapping/>
  </p:clrMapOvr>
  <p:transition spd="slow">
    <p:random/>
    <p:sndAc>
      <p:stSnd>
        <p:snd r:embed="rId3" name="projctor.wav"/>
      </p:stSnd>
    </p:sndAc>
  </p:transition>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0274" name="Rectangle 2"/>
          <p:cNvSpPr>
            <a:spLocks noGrp="1" noChangeArrowheads="1"/>
          </p:cNvSpPr>
          <p:nvPr>
            <p:ph type="title"/>
          </p:nvPr>
        </p:nvSpPr>
        <p:spPr/>
        <p:txBody>
          <a:bodyPr/>
          <a:lstStyle/>
          <a:p>
            <a:pPr eaLnBrk="1" hangingPunct="1">
              <a:defRPr/>
            </a:pPr>
            <a:r>
              <a:rPr lang="zh-CN" altLang="en-US" smtClean="0"/>
              <a:t>控制方式</a:t>
            </a:r>
          </a:p>
        </p:txBody>
      </p:sp>
      <p:sp>
        <p:nvSpPr>
          <p:cNvPr id="7270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互连网络种类</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动态互连网络</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多级网络</a:t>
            </a:r>
            <a:endParaRPr lang="zh-CN" altLang="en-US" sz="1200" b="0">
              <a:latin typeface="Times New Roman" pitchFamily="18" charset="0"/>
              <a:ea typeface="幼圆" pitchFamily="49" charset="-122"/>
            </a:endParaRPr>
          </a:p>
        </p:txBody>
      </p:sp>
      <p:sp>
        <p:nvSpPr>
          <p:cNvPr id="950278" name="Rectangle 6"/>
          <p:cNvSpPr>
            <a:spLocks noGrp="1" noChangeArrowheads="1"/>
          </p:cNvSpPr>
          <p:nvPr>
            <p:ph type="body" idx="1"/>
          </p:nvPr>
        </p:nvSpPr>
        <p:spPr>
          <a:xfrm>
            <a:off x="809625" y="1974850"/>
            <a:ext cx="7958138" cy="4570413"/>
          </a:xfrm>
        </p:spPr>
        <p:txBody>
          <a:bodyPr/>
          <a:lstStyle/>
          <a:p>
            <a:pPr marL="0" indent="0" eaLnBrk="1" hangingPunct="1">
              <a:buFont typeface="Wingdings" pitchFamily="2" charset="2"/>
              <a:buNone/>
              <a:defRPr/>
            </a:pPr>
            <a:r>
              <a:rPr lang="zh-CN" altLang="en-US" sz="2400" dirty="0" smtClean="0"/>
              <a:t>    在多级互连网络中有多级开关模块，每一级又有多个开关模块。通常有三种控制方式：</a:t>
            </a:r>
          </a:p>
          <a:p>
            <a:pPr marL="0" indent="0" eaLnBrk="1" hangingPunct="1">
              <a:buClr>
                <a:srgbClr val="FF0000"/>
              </a:buClr>
              <a:defRPr/>
            </a:pPr>
            <a:r>
              <a:rPr lang="zh-CN" altLang="en-US" sz="2400" dirty="0" smtClean="0">
                <a:solidFill>
                  <a:srgbClr val="FF0000"/>
                </a:solidFill>
                <a:effectLst>
                  <a:outerShdw blurRad="38100" dist="38100" dir="2700000" algn="tl">
                    <a:srgbClr val="C0C0C0"/>
                  </a:outerShdw>
                </a:effectLst>
              </a:rPr>
              <a:t>  级控制</a:t>
            </a:r>
          </a:p>
          <a:p>
            <a:pPr marL="0" indent="0" eaLnBrk="1" hangingPunct="1">
              <a:buNone/>
              <a:defRPr/>
            </a:pPr>
            <a:r>
              <a:rPr lang="zh-CN" altLang="en-US" sz="2400" dirty="0" smtClean="0"/>
              <a:t>    同一级开关模块使用同一个控制信号</a:t>
            </a:r>
            <a:r>
              <a:rPr lang="zh-CN" altLang="en-US" sz="2400" dirty="0"/>
              <a:t>控制，只能同时处于同一种状态。</a:t>
            </a:r>
            <a:endParaRPr lang="zh-CN" altLang="en-US" sz="2400" dirty="0" smtClean="0"/>
          </a:p>
          <a:p>
            <a:pPr marL="0" indent="0" eaLnBrk="1" hangingPunct="1">
              <a:buClr>
                <a:srgbClr val="FF0000"/>
              </a:buClr>
              <a:defRPr/>
            </a:pPr>
            <a:r>
              <a:rPr lang="zh-CN" altLang="en-US" sz="2400" dirty="0" smtClean="0">
                <a:solidFill>
                  <a:srgbClr val="FF0000"/>
                </a:solidFill>
                <a:effectLst>
                  <a:outerShdw blurRad="38100" dist="38100" dir="2700000" algn="tl">
                    <a:srgbClr val="C0C0C0"/>
                  </a:outerShdw>
                </a:effectLst>
              </a:rPr>
              <a:t>  单元级控制</a:t>
            </a:r>
          </a:p>
          <a:p>
            <a:pPr marL="0" indent="0" eaLnBrk="1" hangingPunct="1">
              <a:buNone/>
              <a:defRPr/>
            </a:pPr>
            <a:r>
              <a:rPr lang="zh-CN" altLang="en-US" sz="2400" dirty="0" smtClean="0"/>
              <a:t>    每个开关</a:t>
            </a:r>
            <a:r>
              <a:rPr lang="zh-CN" altLang="en-US" sz="2400" dirty="0"/>
              <a:t>模块都有一个独立的控制信号，可各自处于不同的状态。</a:t>
            </a:r>
            <a:endParaRPr lang="zh-CN" altLang="en-US" sz="2400" dirty="0" smtClean="0"/>
          </a:p>
          <a:p>
            <a:pPr marL="0" indent="0" eaLnBrk="1" hangingPunct="1">
              <a:buClr>
                <a:srgbClr val="FF0000"/>
              </a:buClr>
              <a:defRPr/>
            </a:pPr>
            <a:r>
              <a:rPr lang="zh-CN" altLang="en-US" sz="2400" dirty="0" smtClean="0">
                <a:solidFill>
                  <a:srgbClr val="FF0000"/>
                </a:solidFill>
                <a:effectLst>
                  <a:outerShdw blurRad="38100" dist="38100" dir="2700000" algn="tl">
                    <a:srgbClr val="C0C0C0"/>
                  </a:outerShdw>
                </a:effectLst>
              </a:rPr>
              <a:t>  部分级控制</a:t>
            </a:r>
          </a:p>
          <a:p>
            <a:pPr marL="0" indent="0" eaLnBrk="1" hangingPunct="1">
              <a:buFont typeface="Wingdings" pitchFamily="2" charset="2"/>
              <a:buNone/>
              <a:defRPr/>
            </a:pPr>
            <a:r>
              <a:rPr lang="zh-CN" altLang="en-US" sz="2400" dirty="0" smtClean="0"/>
              <a:t>    例如，第 </a:t>
            </a:r>
            <a:r>
              <a:rPr lang="en-US" altLang="zh-CN" sz="2400" dirty="0" err="1" smtClean="0"/>
              <a:t>i</a:t>
            </a:r>
            <a:r>
              <a:rPr lang="en-US" altLang="zh-CN" sz="2400" dirty="0" smtClean="0"/>
              <a:t> </a:t>
            </a:r>
            <a:r>
              <a:rPr lang="zh-CN" altLang="en-US" sz="2400" dirty="0" smtClean="0"/>
              <a:t>级使用 </a:t>
            </a:r>
            <a:r>
              <a:rPr lang="en-US" altLang="zh-CN" sz="2400" dirty="0" smtClean="0"/>
              <a:t>i+1</a:t>
            </a:r>
            <a:r>
              <a:rPr lang="zh-CN" altLang="en-US" sz="2400" dirty="0" smtClean="0"/>
              <a:t>个控制信号控制 (0 ≤ </a:t>
            </a:r>
            <a:r>
              <a:rPr lang="en-US" altLang="zh-CN" sz="2400" dirty="0" err="1" smtClean="0"/>
              <a:t>i</a:t>
            </a:r>
            <a:r>
              <a:rPr lang="en-US" altLang="zh-CN" sz="2400" dirty="0" smtClean="0"/>
              <a:t> ≤ n-1</a:t>
            </a:r>
            <a:r>
              <a:rPr lang="zh-CN" altLang="en-US" sz="2400" dirty="0" smtClean="0"/>
              <a:t>，</a:t>
            </a:r>
            <a:r>
              <a:rPr lang="en-US" altLang="zh-CN" sz="2400" dirty="0" smtClean="0"/>
              <a:t>n</a:t>
            </a:r>
            <a:r>
              <a:rPr lang="zh-CN" altLang="en-US" sz="2400" dirty="0" smtClean="0"/>
              <a:t>为级数</a:t>
            </a:r>
            <a:r>
              <a:rPr lang="en-US" altLang="zh-CN" sz="2400" dirty="0" smtClean="0"/>
              <a:t>)。</a:t>
            </a:r>
          </a:p>
        </p:txBody>
      </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1298" name="Rectangle 2"/>
          <p:cNvSpPr>
            <a:spLocks noGrp="1" noChangeArrowheads="1"/>
          </p:cNvSpPr>
          <p:nvPr>
            <p:ph type="title"/>
          </p:nvPr>
        </p:nvSpPr>
        <p:spPr/>
        <p:txBody>
          <a:bodyPr/>
          <a:lstStyle/>
          <a:p>
            <a:pPr eaLnBrk="1" hangingPunct="1">
              <a:defRPr/>
            </a:pPr>
            <a:r>
              <a:rPr lang="zh-CN" altLang="en-US" sz="5400" smtClean="0"/>
              <a:t>级间连接模式</a:t>
            </a:r>
          </a:p>
        </p:txBody>
      </p:sp>
      <p:sp>
        <p:nvSpPr>
          <p:cNvPr id="7373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互连网络种类</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动态互连网络</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多级网络</a:t>
            </a:r>
            <a:endParaRPr lang="zh-CN" altLang="en-US" sz="1200" b="0">
              <a:latin typeface="Times New Roman" pitchFamily="18" charset="0"/>
              <a:ea typeface="幼圆" pitchFamily="49" charset="-122"/>
            </a:endParaRPr>
          </a:p>
        </p:txBody>
      </p:sp>
      <p:sp>
        <p:nvSpPr>
          <p:cNvPr id="951301" name="Rectangle 5"/>
          <p:cNvSpPr>
            <a:spLocks noGrp="1" noChangeArrowheads="1"/>
          </p:cNvSpPr>
          <p:nvPr>
            <p:ph type="body" idx="1"/>
          </p:nvPr>
        </p:nvSpPr>
        <p:spPr/>
        <p:txBody>
          <a:bodyPr/>
          <a:lstStyle/>
          <a:p>
            <a:pPr marL="0" indent="0" eaLnBrk="1" hangingPunct="1">
              <a:lnSpc>
                <a:spcPct val="130000"/>
              </a:lnSpc>
              <a:buNone/>
              <a:defRPr/>
            </a:pPr>
            <a:r>
              <a:rPr lang="zh-CN" altLang="en-US" sz="2800" dirty="0" smtClean="0"/>
              <a:t>       </a:t>
            </a:r>
            <a:r>
              <a:rPr lang="zh-CN" altLang="en-US" sz="2800" dirty="0" smtClean="0">
                <a:solidFill>
                  <a:srgbClr val="FF0000"/>
                </a:solidFill>
                <a:effectLst>
                  <a:outerShdw blurRad="38100" dist="38100" dir="2700000" algn="tl">
                    <a:srgbClr val="C0C0C0"/>
                  </a:outerShdw>
                </a:effectLst>
              </a:rPr>
              <a:t>级间连接模式</a:t>
            </a:r>
            <a:r>
              <a:rPr lang="zh-CN" altLang="en-US" sz="2800" dirty="0" smtClean="0"/>
              <a:t>是指前一级开关模块的输出端与后一级开关模块的输入端之间的连接模式，也称为</a:t>
            </a:r>
            <a:r>
              <a:rPr lang="zh-CN" altLang="en-US" sz="2800" dirty="0" smtClean="0">
                <a:solidFill>
                  <a:srgbClr val="FF0000"/>
                </a:solidFill>
                <a:effectLst>
                  <a:outerShdw blurRad="38100" dist="38100" dir="2700000" algn="tl">
                    <a:srgbClr val="C0C0C0"/>
                  </a:outerShdw>
                </a:effectLst>
              </a:rPr>
              <a:t>拓扑结构</a:t>
            </a:r>
            <a:r>
              <a:rPr lang="zh-CN" altLang="en-US" sz="2800" dirty="0" smtClean="0"/>
              <a:t>。通常，采用前面介绍过的互连函数（例如：均匀</a:t>
            </a:r>
            <a:r>
              <a:rPr lang="zh-CN" altLang="en-US" sz="2800" dirty="0"/>
              <a:t>洗牌、</a:t>
            </a:r>
            <a:r>
              <a:rPr lang="zh-CN" altLang="en-US" sz="2800" dirty="0" smtClean="0"/>
              <a:t>蝶式等）实现拓扑结构。</a:t>
            </a:r>
          </a:p>
          <a:p>
            <a:pPr marL="0" indent="0" eaLnBrk="1" hangingPunct="1">
              <a:lnSpc>
                <a:spcPct val="130000"/>
              </a:lnSpc>
              <a:buFont typeface="Wingdings" pitchFamily="2" charset="2"/>
              <a:buNone/>
              <a:defRPr/>
            </a:pPr>
            <a:r>
              <a:rPr lang="zh-CN" altLang="en-US" sz="2800" dirty="0" smtClean="0"/>
              <a:t>       实际上，从节点的输</a:t>
            </a:r>
            <a:r>
              <a:rPr lang="zh-CN" altLang="en-US" sz="2800" dirty="0"/>
              <a:t>入</a:t>
            </a:r>
            <a:r>
              <a:rPr lang="zh-CN" altLang="en-US" sz="2800" dirty="0" smtClean="0"/>
              <a:t>到第一级开关模块的输入，以及从最后一级开关模块的输出到节点的输出也可以采用拓扑结构连接。</a:t>
            </a:r>
          </a:p>
        </p:txBody>
      </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22" name="Rectangle 2"/>
          <p:cNvSpPr>
            <a:spLocks noGrp="1" noChangeArrowheads="1"/>
          </p:cNvSpPr>
          <p:nvPr>
            <p:ph type="title"/>
          </p:nvPr>
        </p:nvSpPr>
        <p:spPr/>
        <p:txBody>
          <a:bodyPr/>
          <a:lstStyle/>
          <a:p>
            <a:pPr eaLnBrk="1" hangingPunct="1">
              <a:defRPr/>
            </a:pPr>
            <a:r>
              <a:rPr lang="en-US" altLang="zh-CN" sz="4000" dirty="0" smtClean="0"/>
              <a:t>STARAN</a:t>
            </a:r>
            <a:r>
              <a:rPr lang="zh-CN" altLang="en-US" sz="5400" dirty="0" smtClean="0"/>
              <a:t>网络</a:t>
            </a:r>
          </a:p>
        </p:txBody>
      </p:sp>
      <p:sp>
        <p:nvSpPr>
          <p:cNvPr id="7475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互连网络种类</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动态互连网络</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多级网络</a:t>
            </a:r>
            <a:endParaRPr lang="zh-CN" altLang="en-US" sz="1200" b="0">
              <a:latin typeface="Times New Roman" pitchFamily="18" charset="0"/>
              <a:ea typeface="幼圆" pitchFamily="49" charset="-122"/>
            </a:endParaRPr>
          </a:p>
        </p:txBody>
      </p:sp>
      <p:sp>
        <p:nvSpPr>
          <p:cNvPr id="952325" name="Rectangle 5"/>
          <p:cNvSpPr>
            <a:spLocks noGrp="1" noChangeArrowheads="1"/>
          </p:cNvSpPr>
          <p:nvPr>
            <p:ph type="body" idx="1"/>
          </p:nvPr>
        </p:nvSpPr>
        <p:spPr/>
        <p:txBody>
          <a:bodyPr/>
          <a:lstStyle/>
          <a:p>
            <a:pPr marL="0" indent="0" eaLnBrk="1" hangingPunct="1">
              <a:lnSpc>
                <a:spcPct val="110000"/>
              </a:lnSpc>
              <a:buFont typeface="Wingdings" pitchFamily="2" charset="2"/>
              <a:buNone/>
              <a:defRPr/>
            </a:pPr>
            <a:r>
              <a:rPr lang="zh-CN" altLang="en-US" smtClean="0"/>
              <a:t>       采用2×2的二功能开关（交换开关），对于</a:t>
            </a:r>
            <a:r>
              <a:rPr lang="en-US" altLang="zh-CN" smtClean="0"/>
              <a:t>N×N</a:t>
            </a:r>
            <a:r>
              <a:rPr lang="zh-CN" altLang="en-US" smtClean="0"/>
              <a:t>网络，有</a:t>
            </a:r>
            <a:r>
              <a:rPr lang="en-US" altLang="zh-CN" smtClean="0"/>
              <a:t>n=log</a:t>
            </a:r>
            <a:r>
              <a:rPr lang="en-US" altLang="zh-CN" baseline="-25000" smtClean="0"/>
              <a:t>2</a:t>
            </a:r>
            <a:r>
              <a:rPr lang="en-US" altLang="zh-CN" smtClean="0"/>
              <a:t>N</a:t>
            </a:r>
            <a:r>
              <a:rPr lang="zh-CN" altLang="en-US" smtClean="0"/>
              <a:t>个开关级，每级有</a:t>
            </a:r>
            <a:r>
              <a:rPr lang="en-US" altLang="zh-CN" smtClean="0"/>
              <a:t>N/2</a:t>
            </a:r>
            <a:r>
              <a:rPr lang="zh-CN" altLang="en-US" smtClean="0"/>
              <a:t>个交换开关； </a:t>
            </a:r>
            <a:r>
              <a:rPr lang="en-US" altLang="zh-CN" smtClean="0"/>
              <a:t>n</a:t>
            </a:r>
            <a:r>
              <a:rPr lang="zh-CN" altLang="en-US" smtClean="0"/>
              <a:t>个开关级从输入端到输出端依次为</a:t>
            </a:r>
            <a:r>
              <a:rPr lang="en-US" altLang="zh-CN" smtClean="0"/>
              <a:t>K</a:t>
            </a:r>
            <a:r>
              <a:rPr lang="en-US" altLang="zh-CN" baseline="-25000" smtClean="0"/>
              <a:t>0</a:t>
            </a:r>
            <a:r>
              <a:rPr lang="en-US" altLang="zh-CN" smtClean="0"/>
              <a:t>、K</a:t>
            </a:r>
            <a:r>
              <a:rPr lang="en-US" altLang="zh-CN" baseline="-25000" smtClean="0"/>
              <a:t>1</a:t>
            </a:r>
            <a:r>
              <a:rPr lang="en-US" altLang="zh-CN" smtClean="0"/>
              <a:t>、…K</a:t>
            </a:r>
            <a:r>
              <a:rPr lang="en-US" altLang="zh-CN" baseline="-25000" smtClean="0"/>
              <a:t>n-1</a:t>
            </a:r>
            <a:r>
              <a:rPr lang="en-US" altLang="zh-CN" smtClean="0"/>
              <a:t>，n+1</a:t>
            </a:r>
            <a:r>
              <a:rPr lang="zh-CN" altLang="en-US" smtClean="0"/>
              <a:t>个级间连接依次为</a:t>
            </a:r>
            <a:r>
              <a:rPr lang="en-US" altLang="zh-CN" smtClean="0"/>
              <a:t>C</a:t>
            </a:r>
            <a:r>
              <a:rPr lang="en-US" altLang="zh-CN" baseline="-25000" smtClean="0"/>
              <a:t>0</a:t>
            </a:r>
            <a:r>
              <a:rPr lang="en-US" altLang="zh-CN" smtClean="0"/>
              <a:t>、C</a:t>
            </a:r>
            <a:r>
              <a:rPr lang="en-US" altLang="zh-CN" baseline="-25000" smtClean="0"/>
              <a:t>1</a:t>
            </a:r>
            <a:r>
              <a:rPr lang="en-US" altLang="zh-CN" smtClean="0"/>
              <a:t>、…C</a:t>
            </a:r>
            <a:r>
              <a:rPr lang="en-US" altLang="zh-CN" baseline="-25000" smtClean="0"/>
              <a:t>n</a:t>
            </a:r>
            <a:r>
              <a:rPr lang="zh-CN" altLang="en-US" smtClean="0"/>
              <a:t> </a:t>
            </a:r>
            <a:r>
              <a:rPr lang="en-US" altLang="zh-CN" smtClean="0"/>
              <a:t>，</a:t>
            </a:r>
            <a:r>
              <a:rPr lang="zh-CN" altLang="en-US" smtClean="0"/>
              <a:t> 其中</a:t>
            </a:r>
            <a:r>
              <a:rPr lang="en-US" altLang="zh-CN" smtClean="0"/>
              <a:t>C</a:t>
            </a:r>
            <a:r>
              <a:rPr lang="en-US" altLang="zh-CN" baseline="-25000" smtClean="0"/>
              <a:t>0</a:t>
            </a:r>
            <a:r>
              <a:rPr lang="zh-CN" altLang="en-US" smtClean="0"/>
              <a:t>为恒等置换， </a:t>
            </a:r>
            <a:r>
              <a:rPr lang="en-US" altLang="zh-CN" smtClean="0"/>
              <a:t>C</a:t>
            </a:r>
            <a:r>
              <a:rPr lang="en-US" altLang="zh-CN" baseline="-25000" smtClean="0"/>
              <a:t>1</a:t>
            </a:r>
            <a:r>
              <a:rPr lang="en-US" altLang="zh-CN" smtClean="0"/>
              <a:t>～C</a:t>
            </a:r>
            <a:r>
              <a:rPr lang="en-US" altLang="zh-CN" baseline="-25000" smtClean="0"/>
              <a:t>n</a:t>
            </a:r>
            <a:r>
              <a:rPr lang="zh-CN" altLang="en-US" smtClean="0"/>
              <a:t> 都是逆洗牌置换；开关有两种控制方式：级控制方式（</a:t>
            </a:r>
            <a:r>
              <a:rPr lang="zh-CN" altLang="en-US" smtClean="0">
                <a:solidFill>
                  <a:srgbClr val="FF0000"/>
                </a:solidFill>
                <a:effectLst>
                  <a:outerShdw blurRad="38100" dist="38100" dir="2700000" algn="tl">
                    <a:srgbClr val="C0C0C0"/>
                  </a:outerShdw>
                </a:effectLst>
              </a:rPr>
              <a:t>交换网络</a:t>
            </a:r>
            <a:r>
              <a:rPr lang="zh-CN" altLang="en-US" smtClean="0"/>
              <a:t>）和部分级控制方式（</a:t>
            </a:r>
            <a:r>
              <a:rPr lang="zh-CN" altLang="en-US" smtClean="0">
                <a:solidFill>
                  <a:srgbClr val="FF0000"/>
                </a:solidFill>
                <a:effectLst>
                  <a:outerShdw blurRad="38100" dist="38100" dir="2700000" algn="tl">
                    <a:srgbClr val="C0C0C0"/>
                  </a:outerShdw>
                </a:effectLst>
              </a:rPr>
              <a:t>移数网络</a:t>
            </a:r>
            <a:r>
              <a:rPr lang="zh-CN" altLang="en-US" smtClean="0"/>
              <a:t>）。</a:t>
            </a:r>
          </a:p>
        </p:txBody>
      </p:sp>
      <p:sp>
        <p:nvSpPr>
          <p:cNvPr id="74757"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4 之 1</a:t>
            </a:r>
          </a:p>
        </p:txBody>
      </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364"/>
          <p:cNvSpPr>
            <a:spLocks noChangeArrowheads="1"/>
          </p:cNvSpPr>
          <p:nvPr/>
        </p:nvSpPr>
        <p:spPr bwMode="auto">
          <a:xfrm>
            <a:off x="1447800" y="2079625"/>
            <a:ext cx="6553200" cy="4191000"/>
          </a:xfrm>
          <a:prstGeom prst="rect">
            <a:avLst/>
          </a:prstGeom>
          <a:noFill/>
          <a:ln w="76200">
            <a:solidFill>
              <a:srgbClr val="FF0000"/>
            </a:solidFill>
            <a:prstDash val="sys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75779" name="Rectangle 164"/>
          <p:cNvSpPr>
            <a:spLocks noChangeArrowheads="1"/>
          </p:cNvSpPr>
          <p:nvPr/>
        </p:nvSpPr>
        <p:spPr bwMode="auto">
          <a:xfrm>
            <a:off x="2057400" y="2232025"/>
            <a:ext cx="533400" cy="60960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en-US" altLang="zh-CN" b="0">
                <a:latin typeface="Comic Sans MS" pitchFamily="66" charset="0"/>
                <a:ea typeface="宋体" charset="-122"/>
              </a:rPr>
              <a:t>A</a:t>
            </a:r>
          </a:p>
        </p:txBody>
      </p:sp>
      <p:sp>
        <p:nvSpPr>
          <p:cNvPr id="75780" name="Line 168"/>
          <p:cNvSpPr>
            <a:spLocks noChangeShapeType="1"/>
          </p:cNvSpPr>
          <p:nvPr/>
        </p:nvSpPr>
        <p:spPr bwMode="auto">
          <a:xfrm>
            <a:off x="2590800" y="2689225"/>
            <a:ext cx="304800" cy="0"/>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781" name="Line 184"/>
          <p:cNvSpPr>
            <a:spLocks noChangeShapeType="1"/>
          </p:cNvSpPr>
          <p:nvPr/>
        </p:nvSpPr>
        <p:spPr bwMode="auto">
          <a:xfrm>
            <a:off x="2590800" y="2384425"/>
            <a:ext cx="304800" cy="0"/>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782" name="Line 185"/>
          <p:cNvSpPr>
            <a:spLocks noChangeShapeType="1"/>
          </p:cNvSpPr>
          <p:nvPr/>
        </p:nvSpPr>
        <p:spPr bwMode="auto">
          <a:xfrm>
            <a:off x="1295400" y="2384425"/>
            <a:ext cx="762000" cy="0"/>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783" name="Line 186"/>
          <p:cNvSpPr>
            <a:spLocks noChangeShapeType="1"/>
          </p:cNvSpPr>
          <p:nvPr/>
        </p:nvSpPr>
        <p:spPr bwMode="auto">
          <a:xfrm>
            <a:off x="1295400" y="2689225"/>
            <a:ext cx="762000" cy="0"/>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784" name="Rectangle 187"/>
          <p:cNvSpPr>
            <a:spLocks noChangeArrowheads="1"/>
          </p:cNvSpPr>
          <p:nvPr/>
        </p:nvSpPr>
        <p:spPr bwMode="auto">
          <a:xfrm>
            <a:off x="4114800" y="2232025"/>
            <a:ext cx="533400" cy="609600"/>
          </a:xfrm>
          <a:prstGeom prst="rect">
            <a:avLst/>
          </a:prstGeom>
          <a:solidFill>
            <a:srgbClr val="FFFF00"/>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en-US" altLang="zh-CN" b="0">
                <a:latin typeface="Comic Sans MS" pitchFamily="66" charset="0"/>
                <a:ea typeface="宋体" charset="-122"/>
              </a:rPr>
              <a:t>E</a:t>
            </a:r>
          </a:p>
        </p:txBody>
      </p:sp>
      <p:sp>
        <p:nvSpPr>
          <p:cNvPr id="75785" name="Line 188"/>
          <p:cNvSpPr>
            <a:spLocks noChangeShapeType="1"/>
          </p:cNvSpPr>
          <p:nvPr/>
        </p:nvSpPr>
        <p:spPr bwMode="auto">
          <a:xfrm>
            <a:off x="4648200" y="2689225"/>
            <a:ext cx="304800" cy="0"/>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786" name="Line 189"/>
          <p:cNvSpPr>
            <a:spLocks noChangeShapeType="1"/>
          </p:cNvSpPr>
          <p:nvPr/>
        </p:nvSpPr>
        <p:spPr bwMode="auto">
          <a:xfrm>
            <a:off x="4648200" y="2384425"/>
            <a:ext cx="304800" cy="0"/>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787" name="Line 190"/>
          <p:cNvSpPr>
            <a:spLocks noChangeShapeType="1"/>
          </p:cNvSpPr>
          <p:nvPr/>
        </p:nvSpPr>
        <p:spPr bwMode="auto">
          <a:xfrm>
            <a:off x="3810000" y="2384425"/>
            <a:ext cx="304800" cy="0"/>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788" name="Line 191"/>
          <p:cNvSpPr>
            <a:spLocks noChangeShapeType="1"/>
          </p:cNvSpPr>
          <p:nvPr/>
        </p:nvSpPr>
        <p:spPr bwMode="auto">
          <a:xfrm>
            <a:off x="3810000" y="2689225"/>
            <a:ext cx="304800" cy="0"/>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789" name="Rectangle 192"/>
          <p:cNvSpPr>
            <a:spLocks noChangeArrowheads="1"/>
          </p:cNvSpPr>
          <p:nvPr/>
        </p:nvSpPr>
        <p:spPr bwMode="auto">
          <a:xfrm>
            <a:off x="6172200" y="2232025"/>
            <a:ext cx="533400" cy="609600"/>
          </a:xfrm>
          <a:prstGeom prst="rect">
            <a:avLst/>
          </a:prstGeom>
          <a:solidFill>
            <a:srgbClr val="99FF66"/>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en-US" altLang="zh-CN" b="0">
                <a:latin typeface="Comic Sans MS" pitchFamily="66" charset="0"/>
                <a:ea typeface="宋体" charset="-122"/>
              </a:rPr>
              <a:t>I</a:t>
            </a:r>
          </a:p>
        </p:txBody>
      </p:sp>
      <p:sp>
        <p:nvSpPr>
          <p:cNvPr id="75790" name="Line 193"/>
          <p:cNvSpPr>
            <a:spLocks noChangeShapeType="1"/>
          </p:cNvSpPr>
          <p:nvPr/>
        </p:nvSpPr>
        <p:spPr bwMode="auto">
          <a:xfrm>
            <a:off x="6705600" y="2689225"/>
            <a:ext cx="304800" cy="1588"/>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791" name="Line 194"/>
          <p:cNvSpPr>
            <a:spLocks noChangeShapeType="1"/>
          </p:cNvSpPr>
          <p:nvPr/>
        </p:nvSpPr>
        <p:spPr bwMode="auto">
          <a:xfrm>
            <a:off x="6705600" y="2384425"/>
            <a:ext cx="304800" cy="1588"/>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792" name="Line 195"/>
          <p:cNvSpPr>
            <a:spLocks noChangeShapeType="1"/>
          </p:cNvSpPr>
          <p:nvPr/>
        </p:nvSpPr>
        <p:spPr bwMode="auto">
          <a:xfrm>
            <a:off x="5867400" y="2384425"/>
            <a:ext cx="304800" cy="1588"/>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793" name="Line 196"/>
          <p:cNvSpPr>
            <a:spLocks noChangeShapeType="1"/>
          </p:cNvSpPr>
          <p:nvPr/>
        </p:nvSpPr>
        <p:spPr bwMode="auto">
          <a:xfrm>
            <a:off x="5867400" y="2689225"/>
            <a:ext cx="304800" cy="1588"/>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794" name="Rectangle 202"/>
          <p:cNvSpPr>
            <a:spLocks noChangeArrowheads="1"/>
          </p:cNvSpPr>
          <p:nvPr/>
        </p:nvSpPr>
        <p:spPr bwMode="auto">
          <a:xfrm>
            <a:off x="2057400" y="3146425"/>
            <a:ext cx="533400" cy="60960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en-US" altLang="zh-CN" b="0">
                <a:latin typeface="Comic Sans MS" pitchFamily="66" charset="0"/>
                <a:ea typeface="宋体" charset="-122"/>
              </a:rPr>
              <a:t>B</a:t>
            </a:r>
          </a:p>
        </p:txBody>
      </p:sp>
      <p:sp>
        <p:nvSpPr>
          <p:cNvPr id="75795" name="Line 203"/>
          <p:cNvSpPr>
            <a:spLocks noChangeShapeType="1"/>
          </p:cNvSpPr>
          <p:nvPr/>
        </p:nvSpPr>
        <p:spPr bwMode="auto">
          <a:xfrm>
            <a:off x="2590800" y="3603625"/>
            <a:ext cx="304800" cy="0"/>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796" name="Line 204"/>
          <p:cNvSpPr>
            <a:spLocks noChangeShapeType="1"/>
          </p:cNvSpPr>
          <p:nvPr/>
        </p:nvSpPr>
        <p:spPr bwMode="auto">
          <a:xfrm>
            <a:off x="2590800" y="3298825"/>
            <a:ext cx="304800" cy="0"/>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797" name="Line 205"/>
          <p:cNvSpPr>
            <a:spLocks noChangeShapeType="1"/>
          </p:cNvSpPr>
          <p:nvPr/>
        </p:nvSpPr>
        <p:spPr bwMode="auto">
          <a:xfrm>
            <a:off x="1295400" y="3298825"/>
            <a:ext cx="762000" cy="0"/>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798" name="Line 206"/>
          <p:cNvSpPr>
            <a:spLocks noChangeShapeType="1"/>
          </p:cNvSpPr>
          <p:nvPr/>
        </p:nvSpPr>
        <p:spPr bwMode="auto">
          <a:xfrm>
            <a:off x="1295400" y="3603625"/>
            <a:ext cx="762000" cy="0"/>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799" name="Rectangle 207"/>
          <p:cNvSpPr>
            <a:spLocks noChangeArrowheads="1"/>
          </p:cNvSpPr>
          <p:nvPr/>
        </p:nvSpPr>
        <p:spPr bwMode="auto">
          <a:xfrm>
            <a:off x="4114800" y="3146425"/>
            <a:ext cx="533400" cy="609600"/>
          </a:xfrm>
          <a:prstGeom prst="rect">
            <a:avLst/>
          </a:prstGeom>
          <a:solidFill>
            <a:srgbClr val="FFFF00"/>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en-US" altLang="zh-CN" b="0">
                <a:latin typeface="Comic Sans MS" pitchFamily="66" charset="0"/>
                <a:ea typeface="宋体" charset="-122"/>
              </a:rPr>
              <a:t>F</a:t>
            </a:r>
          </a:p>
        </p:txBody>
      </p:sp>
      <p:sp>
        <p:nvSpPr>
          <p:cNvPr id="75800" name="Line 208"/>
          <p:cNvSpPr>
            <a:spLocks noChangeShapeType="1"/>
          </p:cNvSpPr>
          <p:nvPr/>
        </p:nvSpPr>
        <p:spPr bwMode="auto">
          <a:xfrm>
            <a:off x="4648200" y="3603625"/>
            <a:ext cx="304800" cy="0"/>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801" name="Line 209"/>
          <p:cNvSpPr>
            <a:spLocks noChangeShapeType="1"/>
          </p:cNvSpPr>
          <p:nvPr/>
        </p:nvSpPr>
        <p:spPr bwMode="auto">
          <a:xfrm>
            <a:off x="4648200" y="3298825"/>
            <a:ext cx="304800" cy="0"/>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802" name="Line 210"/>
          <p:cNvSpPr>
            <a:spLocks noChangeShapeType="1"/>
          </p:cNvSpPr>
          <p:nvPr/>
        </p:nvSpPr>
        <p:spPr bwMode="auto">
          <a:xfrm>
            <a:off x="3810000" y="3298825"/>
            <a:ext cx="304800" cy="0"/>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803" name="Line 211"/>
          <p:cNvSpPr>
            <a:spLocks noChangeShapeType="1"/>
          </p:cNvSpPr>
          <p:nvPr/>
        </p:nvSpPr>
        <p:spPr bwMode="auto">
          <a:xfrm>
            <a:off x="3810000" y="3603625"/>
            <a:ext cx="304800" cy="0"/>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804" name="Rectangle 212"/>
          <p:cNvSpPr>
            <a:spLocks noChangeArrowheads="1"/>
          </p:cNvSpPr>
          <p:nvPr/>
        </p:nvSpPr>
        <p:spPr bwMode="auto">
          <a:xfrm>
            <a:off x="6172200" y="3146425"/>
            <a:ext cx="533400" cy="609600"/>
          </a:xfrm>
          <a:prstGeom prst="rect">
            <a:avLst/>
          </a:prstGeom>
          <a:solidFill>
            <a:srgbClr val="99FF66"/>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en-US" altLang="zh-CN" b="0">
                <a:latin typeface="Comic Sans MS" pitchFamily="66" charset="0"/>
                <a:ea typeface="宋体" charset="-122"/>
              </a:rPr>
              <a:t>J</a:t>
            </a:r>
          </a:p>
        </p:txBody>
      </p:sp>
      <p:sp>
        <p:nvSpPr>
          <p:cNvPr id="75805" name="Line 213"/>
          <p:cNvSpPr>
            <a:spLocks noChangeShapeType="1"/>
          </p:cNvSpPr>
          <p:nvPr/>
        </p:nvSpPr>
        <p:spPr bwMode="auto">
          <a:xfrm>
            <a:off x="6705600" y="3603625"/>
            <a:ext cx="304800" cy="1588"/>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806" name="Line 214"/>
          <p:cNvSpPr>
            <a:spLocks noChangeShapeType="1"/>
          </p:cNvSpPr>
          <p:nvPr/>
        </p:nvSpPr>
        <p:spPr bwMode="auto">
          <a:xfrm>
            <a:off x="6705600" y="3298825"/>
            <a:ext cx="304800" cy="1588"/>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807" name="Line 215"/>
          <p:cNvSpPr>
            <a:spLocks noChangeShapeType="1"/>
          </p:cNvSpPr>
          <p:nvPr/>
        </p:nvSpPr>
        <p:spPr bwMode="auto">
          <a:xfrm>
            <a:off x="5867400" y="3298825"/>
            <a:ext cx="304800" cy="1588"/>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808" name="Line 216"/>
          <p:cNvSpPr>
            <a:spLocks noChangeShapeType="1"/>
          </p:cNvSpPr>
          <p:nvPr/>
        </p:nvSpPr>
        <p:spPr bwMode="auto">
          <a:xfrm>
            <a:off x="5867400" y="3603625"/>
            <a:ext cx="304800" cy="1588"/>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809" name="Rectangle 222"/>
          <p:cNvSpPr>
            <a:spLocks noChangeArrowheads="1"/>
          </p:cNvSpPr>
          <p:nvPr/>
        </p:nvSpPr>
        <p:spPr bwMode="auto">
          <a:xfrm>
            <a:off x="2057400" y="4060825"/>
            <a:ext cx="533400" cy="60960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en-US" altLang="zh-CN" b="0">
                <a:latin typeface="Comic Sans MS" pitchFamily="66" charset="0"/>
                <a:ea typeface="宋体" charset="-122"/>
              </a:rPr>
              <a:t>C</a:t>
            </a:r>
          </a:p>
        </p:txBody>
      </p:sp>
      <p:sp>
        <p:nvSpPr>
          <p:cNvPr id="75810" name="Line 223"/>
          <p:cNvSpPr>
            <a:spLocks noChangeShapeType="1"/>
          </p:cNvSpPr>
          <p:nvPr/>
        </p:nvSpPr>
        <p:spPr bwMode="auto">
          <a:xfrm>
            <a:off x="2590800" y="4518025"/>
            <a:ext cx="304800" cy="0"/>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811" name="Line 224"/>
          <p:cNvSpPr>
            <a:spLocks noChangeShapeType="1"/>
          </p:cNvSpPr>
          <p:nvPr/>
        </p:nvSpPr>
        <p:spPr bwMode="auto">
          <a:xfrm>
            <a:off x="2590800" y="4213225"/>
            <a:ext cx="304800" cy="0"/>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812" name="Line 225"/>
          <p:cNvSpPr>
            <a:spLocks noChangeShapeType="1"/>
          </p:cNvSpPr>
          <p:nvPr/>
        </p:nvSpPr>
        <p:spPr bwMode="auto">
          <a:xfrm>
            <a:off x="1295400" y="4213225"/>
            <a:ext cx="762000" cy="0"/>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813" name="Line 226"/>
          <p:cNvSpPr>
            <a:spLocks noChangeShapeType="1"/>
          </p:cNvSpPr>
          <p:nvPr/>
        </p:nvSpPr>
        <p:spPr bwMode="auto">
          <a:xfrm>
            <a:off x="1295400" y="4518025"/>
            <a:ext cx="762000" cy="0"/>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814" name="Rectangle 227"/>
          <p:cNvSpPr>
            <a:spLocks noChangeArrowheads="1"/>
          </p:cNvSpPr>
          <p:nvPr/>
        </p:nvSpPr>
        <p:spPr bwMode="auto">
          <a:xfrm>
            <a:off x="4114800" y="4060825"/>
            <a:ext cx="533400" cy="609600"/>
          </a:xfrm>
          <a:prstGeom prst="rect">
            <a:avLst/>
          </a:prstGeom>
          <a:solidFill>
            <a:srgbClr val="FFFF00"/>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en-US" altLang="zh-CN" b="0">
                <a:latin typeface="Comic Sans MS" pitchFamily="66" charset="0"/>
                <a:ea typeface="宋体" charset="-122"/>
              </a:rPr>
              <a:t>G</a:t>
            </a:r>
          </a:p>
        </p:txBody>
      </p:sp>
      <p:sp>
        <p:nvSpPr>
          <p:cNvPr id="75815" name="Line 228"/>
          <p:cNvSpPr>
            <a:spLocks noChangeShapeType="1"/>
          </p:cNvSpPr>
          <p:nvPr/>
        </p:nvSpPr>
        <p:spPr bwMode="auto">
          <a:xfrm>
            <a:off x="4648200" y="4518025"/>
            <a:ext cx="304800" cy="0"/>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816" name="Line 229"/>
          <p:cNvSpPr>
            <a:spLocks noChangeShapeType="1"/>
          </p:cNvSpPr>
          <p:nvPr/>
        </p:nvSpPr>
        <p:spPr bwMode="auto">
          <a:xfrm>
            <a:off x="4648200" y="4213225"/>
            <a:ext cx="304800" cy="0"/>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817" name="Line 230"/>
          <p:cNvSpPr>
            <a:spLocks noChangeShapeType="1"/>
          </p:cNvSpPr>
          <p:nvPr/>
        </p:nvSpPr>
        <p:spPr bwMode="auto">
          <a:xfrm>
            <a:off x="3810000" y="4213225"/>
            <a:ext cx="304800" cy="0"/>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818" name="Line 231"/>
          <p:cNvSpPr>
            <a:spLocks noChangeShapeType="1"/>
          </p:cNvSpPr>
          <p:nvPr/>
        </p:nvSpPr>
        <p:spPr bwMode="auto">
          <a:xfrm>
            <a:off x="3810000" y="4518025"/>
            <a:ext cx="304800" cy="0"/>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819" name="Rectangle 232"/>
          <p:cNvSpPr>
            <a:spLocks noChangeArrowheads="1"/>
          </p:cNvSpPr>
          <p:nvPr/>
        </p:nvSpPr>
        <p:spPr bwMode="auto">
          <a:xfrm>
            <a:off x="6172200" y="4060825"/>
            <a:ext cx="533400" cy="609600"/>
          </a:xfrm>
          <a:prstGeom prst="rect">
            <a:avLst/>
          </a:prstGeom>
          <a:solidFill>
            <a:srgbClr val="99FF66"/>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en-US" altLang="zh-CN" b="0">
                <a:latin typeface="Comic Sans MS" pitchFamily="66" charset="0"/>
                <a:ea typeface="宋体" charset="-122"/>
              </a:rPr>
              <a:t>K</a:t>
            </a:r>
          </a:p>
        </p:txBody>
      </p:sp>
      <p:sp>
        <p:nvSpPr>
          <p:cNvPr id="75820" name="Line 233"/>
          <p:cNvSpPr>
            <a:spLocks noChangeShapeType="1"/>
          </p:cNvSpPr>
          <p:nvPr/>
        </p:nvSpPr>
        <p:spPr bwMode="auto">
          <a:xfrm>
            <a:off x="6705600" y="4518025"/>
            <a:ext cx="304800" cy="1588"/>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821" name="Line 234"/>
          <p:cNvSpPr>
            <a:spLocks noChangeShapeType="1"/>
          </p:cNvSpPr>
          <p:nvPr/>
        </p:nvSpPr>
        <p:spPr bwMode="auto">
          <a:xfrm>
            <a:off x="6705600" y="4213225"/>
            <a:ext cx="304800" cy="1588"/>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822" name="Line 235"/>
          <p:cNvSpPr>
            <a:spLocks noChangeShapeType="1"/>
          </p:cNvSpPr>
          <p:nvPr/>
        </p:nvSpPr>
        <p:spPr bwMode="auto">
          <a:xfrm>
            <a:off x="5867400" y="4213225"/>
            <a:ext cx="304800" cy="1588"/>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823" name="Line 236"/>
          <p:cNvSpPr>
            <a:spLocks noChangeShapeType="1"/>
          </p:cNvSpPr>
          <p:nvPr/>
        </p:nvSpPr>
        <p:spPr bwMode="auto">
          <a:xfrm>
            <a:off x="5867400" y="4518025"/>
            <a:ext cx="304800" cy="1588"/>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824" name="Rectangle 242"/>
          <p:cNvSpPr>
            <a:spLocks noChangeArrowheads="1"/>
          </p:cNvSpPr>
          <p:nvPr/>
        </p:nvSpPr>
        <p:spPr bwMode="auto">
          <a:xfrm>
            <a:off x="2057400" y="4975225"/>
            <a:ext cx="533400" cy="60960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en-US" altLang="zh-CN" b="0">
                <a:latin typeface="Comic Sans MS" pitchFamily="66" charset="0"/>
                <a:ea typeface="宋体" charset="-122"/>
              </a:rPr>
              <a:t>D</a:t>
            </a:r>
          </a:p>
        </p:txBody>
      </p:sp>
      <p:sp>
        <p:nvSpPr>
          <p:cNvPr id="75825" name="Line 243"/>
          <p:cNvSpPr>
            <a:spLocks noChangeShapeType="1"/>
          </p:cNvSpPr>
          <p:nvPr/>
        </p:nvSpPr>
        <p:spPr bwMode="auto">
          <a:xfrm>
            <a:off x="2590800" y="5432425"/>
            <a:ext cx="304800" cy="0"/>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826" name="Line 244"/>
          <p:cNvSpPr>
            <a:spLocks noChangeShapeType="1"/>
          </p:cNvSpPr>
          <p:nvPr/>
        </p:nvSpPr>
        <p:spPr bwMode="auto">
          <a:xfrm>
            <a:off x="2590800" y="5127625"/>
            <a:ext cx="304800" cy="0"/>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827" name="Line 245"/>
          <p:cNvSpPr>
            <a:spLocks noChangeShapeType="1"/>
          </p:cNvSpPr>
          <p:nvPr/>
        </p:nvSpPr>
        <p:spPr bwMode="auto">
          <a:xfrm>
            <a:off x="1295400" y="5127625"/>
            <a:ext cx="762000" cy="0"/>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828" name="Line 246"/>
          <p:cNvSpPr>
            <a:spLocks noChangeShapeType="1"/>
          </p:cNvSpPr>
          <p:nvPr/>
        </p:nvSpPr>
        <p:spPr bwMode="auto">
          <a:xfrm>
            <a:off x="1295400" y="5432425"/>
            <a:ext cx="762000" cy="0"/>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829" name="Rectangle 247"/>
          <p:cNvSpPr>
            <a:spLocks noChangeArrowheads="1"/>
          </p:cNvSpPr>
          <p:nvPr/>
        </p:nvSpPr>
        <p:spPr bwMode="auto">
          <a:xfrm>
            <a:off x="4114800" y="4975225"/>
            <a:ext cx="533400" cy="609600"/>
          </a:xfrm>
          <a:prstGeom prst="rect">
            <a:avLst/>
          </a:prstGeom>
          <a:solidFill>
            <a:srgbClr val="FFFF00"/>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en-US" altLang="zh-CN" b="0">
                <a:latin typeface="Comic Sans MS" pitchFamily="66" charset="0"/>
                <a:ea typeface="宋体" charset="-122"/>
              </a:rPr>
              <a:t>H</a:t>
            </a:r>
          </a:p>
        </p:txBody>
      </p:sp>
      <p:sp>
        <p:nvSpPr>
          <p:cNvPr id="75830" name="Line 248"/>
          <p:cNvSpPr>
            <a:spLocks noChangeShapeType="1"/>
          </p:cNvSpPr>
          <p:nvPr/>
        </p:nvSpPr>
        <p:spPr bwMode="auto">
          <a:xfrm>
            <a:off x="4648200" y="5432425"/>
            <a:ext cx="304800" cy="0"/>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831" name="Line 249"/>
          <p:cNvSpPr>
            <a:spLocks noChangeShapeType="1"/>
          </p:cNvSpPr>
          <p:nvPr/>
        </p:nvSpPr>
        <p:spPr bwMode="auto">
          <a:xfrm>
            <a:off x="4648200" y="5127625"/>
            <a:ext cx="304800" cy="0"/>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832" name="Line 250"/>
          <p:cNvSpPr>
            <a:spLocks noChangeShapeType="1"/>
          </p:cNvSpPr>
          <p:nvPr/>
        </p:nvSpPr>
        <p:spPr bwMode="auto">
          <a:xfrm>
            <a:off x="3810000" y="5127625"/>
            <a:ext cx="304800" cy="0"/>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833" name="Line 251"/>
          <p:cNvSpPr>
            <a:spLocks noChangeShapeType="1"/>
          </p:cNvSpPr>
          <p:nvPr/>
        </p:nvSpPr>
        <p:spPr bwMode="auto">
          <a:xfrm>
            <a:off x="3810000" y="5432425"/>
            <a:ext cx="304800" cy="0"/>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834" name="Rectangle 252"/>
          <p:cNvSpPr>
            <a:spLocks noChangeArrowheads="1"/>
          </p:cNvSpPr>
          <p:nvPr/>
        </p:nvSpPr>
        <p:spPr bwMode="auto">
          <a:xfrm>
            <a:off x="6172200" y="4975225"/>
            <a:ext cx="533400" cy="609600"/>
          </a:xfrm>
          <a:prstGeom prst="rect">
            <a:avLst/>
          </a:prstGeom>
          <a:solidFill>
            <a:srgbClr val="99FF66"/>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en-US" altLang="zh-CN" b="0">
                <a:latin typeface="Comic Sans MS" pitchFamily="66" charset="0"/>
                <a:ea typeface="宋体" charset="-122"/>
              </a:rPr>
              <a:t>L</a:t>
            </a:r>
          </a:p>
        </p:txBody>
      </p:sp>
      <p:sp>
        <p:nvSpPr>
          <p:cNvPr id="75835" name="Line 253"/>
          <p:cNvSpPr>
            <a:spLocks noChangeShapeType="1"/>
          </p:cNvSpPr>
          <p:nvPr/>
        </p:nvSpPr>
        <p:spPr bwMode="auto">
          <a:xfrm>
            <a:off x="6705600" y="5432425"/>
            <a:ext cx="304800" cy="1588"/>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836" name="Line 254"/>
          <p:cNvSpPr>
            <a:spLocks noChangeShapeType="1"/>
          </p:cNvSpPr>
          <p:nvPr/>
        </p:nvSpPr>
        <p:spPr bwMode="auto">
          <a:xfrm>
            <a:off x="6705600" y="5127625"/>
            <a:ext cx="304800" cy="1588"/>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837" name="Line 255"/>
          <p:cNvSpPr>
            <a:spLocks noChangeShapeType="1"/>
          </p:cNvSpPr>
          <p:nvPr/>
        </p:nvSpPr>
        <p:spPr bwMode="auto">
          <a:xfrm>
            <a:off x="5867400" y="5127625"/>
            <a:ext cx="304800" cy="1588"/>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838" name="Line 256"/>
          <p:cNvSpPr>
            <a:spLocks noChangeShapeType="1"/>
          </p:cNvSpPr>
          <p:nvPr/>
        </p:nvSpPr>
        <p:spPr bwMode="auto">
          <a:xfrm>
            <a:off x="5867400" y="5432425"/>
            <a:ext cx="304800" cy="1588"/>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839" name="Line 262"/>
          <p:cNvSpPr>
            <a:spLocks noChangeShapeType="1"/>
          </p:cNvSpPr>
          <p:nvPr/>
        </p:nvSpPr>
        <p:spPr bwMode="auto">
          <a:xfrm>
            <a:off x="2819400" y="2384425"/>
            <a:ext cx="9906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840" name="Line 263"/>
          <p:cNvSpPr>
            <a:spLocks noChangeShapeType="1"/>
          </p:cNvSpPr>
          <p:nvPr/>
        </p:nvSpPr>
        <p:spPr bwMode="auto">
          <a:xfrm>
            <a:off x="2819400" y="5432425"/>
            <a:ext cx="9906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841" name="Line 264"/>
          <p:cNvSpPr>
            <a:spLocks noChangeShapeType="1"/>
          </p:cNvSpPr>
          <p:nvPr/>
        </p:nvSpPr>
        <p:spPr bwMode="auto">
          <a:xfrm>
            <a:off x="4876800" y="5432425"/>
            <a:ext cx="9906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842" name="Line 265"/>
          <p:cNvSpPr>
            <a:spLocks noChangeShapeType="1"/>
          </p:cNvSpPr>
          <p:nvPr/>
        </p:nvSpPr>
        <p:spPr bwMode="auto">
          <a:xfrm>
            <a:off x="2895600" y="2689225"/>
            <a:ext cx="914400" cy="15240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843" name="Line 266"/>
          <p:cNvSpPr>
            <a:spLocks noChangeShapeType="1"/>
          </p:cNvSpPr>
          <p:nvPr/>
        </p:nvSpPr>
        <p:spPr bwMode="auto">
          <a:xfrm>
            <a:off x="2895600" y="3603625"/>
            <a:ext cx="914400" cy="9144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844" name="Line 267"/>
          <p:cNvSpPr>
            <a:spLocks noChangeShapeType="1"/>
          </p:cNvSpPr>
          <p:nvPr/>
        </p:nvSpPr>
        <p:spPr bwMode="auto">
          <a:xfrm>
            <a:off x="2895600" y="4518025"/>
            <a:ext cx="914400" cy="6096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845" name="Line 268"/>
          <p:cNvSpPr>
            <a:spLocks noChangeShapeType="1"/>
          </p:cNvSpPr>
          <p:nvPr/>
        </p:nvSpPr>
        <p:spPr bwMode="auto">
          <a:xfrm flipV="1">
            <a:off x="2895600" y="2689225"/>
            <a:ext cx="914400" cy="6096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846" name="Line 269"/>
          <p:cNvSpPr>
            <a:spLocks noChangeShapeType="1"/>
          </p:cNvSpPr>
          <p:nvPr/>
        </p:nvSpPr>
        <p:spPr bwMode="auto">
          <a:xfrm flipV="1">
            <a:off x="2895600" y="3298825"/>
            <a:ext cx="914400" cy="9144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847" name="Line 270"/>
          <p:cNvSpPr>
            <a:spLocks noChangeShapeType="1"/>
          </p:cNvSpPr>
          <p:nvPr/>
        </p:nvSpPr>
        <p:spPr bwMode="auto">
          <a:xfrm flipV="1">
            <a:off x="2895600" y="3603625"/>
            <a:ext cx="914400" cy="15240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848" name="Line 271"/>
          <p:cNvSpPr>
            <a:spLocks noChangeShapeType="1"/>
          </p:cNvSpPr>
          <p:nvPr/>
        </p:nvSpPr>
        <p:spPr bwMode="auto">
          <a:xfrm>
            <a:off x="4953000" y="2689225"/>
            <a:ext cx="914400" cy="15240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849" name="Line 272"/>
          <p:cNvSpPr>
            <a:spLocks noChangeShapeType="1"/>
          </p:cNvSpPr>
          <p:nvPr/>
        </p:nvSpPr>
        <p:spPr bwMode="auto">
          <a:xfrm>
            <a:off x="4953000" y="3603625"/>
            <a:ext cx="914400" cy="9144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850" name="Line 273"/>
          <p:cNvSpPr>
            <a:spLocks noChangeShapeType="1"/>
          </p:cNvSpPr>
          <p:nvPr/>
        </p:nvSpPr>
        <p:spPr bwMode="auto">
          <a:xfrm>
            <a:off x="4953000" y="4518025"/>
            <a:ext cx="914400" cy="6096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851" name="Line 274"/>
          <p:cNvSpPr>
            <a:spLocks noChangeShapeType="1"/>
          </p:cNvSpPr>
          <p:nvPr/>
        </p:nvSpPr>
        <p:spPr bwMode="auto">
          <a:xfrm flipV="1">
            <a:off x="4953000" y="2689225"/>
            <a:ext cx="914400" cy="6096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852" name="Line 275"/>
          <p:cNvSpPr>
            <a:spLocks noChangeShapeType="1"/>
          </p:cNvSpPr>
          <p:nvPr/>
        </p:nvSpPr>
        <p:spPr bwMode="auto">
          <a:xfrm flipV="1">
            <a:off x="4953000" y="3298825"/>
            <a:ext cx="914400" cy="9144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853" name="Line 276"/>
          <p:cNvSpPr>
            <a:spLocks noChangeShapeType="1"/>
          </p:cNvSpPr>
          <p:nvPr/>
        </p:nvSpPr>
        <p:spPr bwMode="auto">
          <a:xfrm flipV="1">
            <a:off x="4953000" y="3603625"/>
            <a:ext cx="914400" cy="15240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854" name="Line 277"/>
          <p:cNvSpPr>
            <a:spLocks noChangeShapeType="1"/>
          </p:cNvSpPr>
          <p:nvPr/>
        </p:nvSpPr>
        <p:spPr bwMode="auto">
          <a:xfrm>
            <a:off x="4876800" y="2384425"/>
            <a:ext cx="9906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855" name="Line 278"/>
          <p:cNvSpPr>
            <a:spLocks noChangeShapeType="1"/>
          </p:cNvSpPr>
          <p:nvPr/>
        </p:nvSpPr>
        <p:spPr bwMode="auto">
          <a:xfrm>
            <a:off x="7924800" y="2384425"/>
            <a:ext cx="304800" cy="1588"/>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856" name="Line 279"/>
          <p:cNvSpPr>
            <a:spLocks noChangeShapeType="1"/>
          </p:cNvSpPr>
          <p:nvPr/>
        </p:nvSpPr>
        <p:spPr bwMode="auto">
          <a:xfrm>
            <a:off x="7924800" y="2689225"/>
            <a:ext cx="304800" cy="1588"/>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857" name="Line 280"/>
          <p:cNvSpPr>
            <a:spLocks noChangeShapeType="1"/>
          </p:cNvSpPr>
          <p:nvPr/>
        </p:nvSpPr>
        <p:spPr bwMode="auto">
          <a:xfrm>
            <a:off x="7924800" y="3298825"/>
            <a:ext cx="304800" cy="1588"/>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858" name="Line 281"/>
          <p:cNvSpPr>
            <a:spLocks noChangeShapeType="1"/>
          </p:cNvSpPr>
          <p:nvPr/>
        </p:nvSpPr>
        <p:spPr bwMode="auto">
          <a:xfrm>
            <a:off x="7924800" y="3603625"/>
            <a:ext cx="304800" cy="1588"/>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859" name="Line 282"/>
          <p:cNvSpPr>
            <a:spLocks noChangeShapeType="1"/>
          </p:cNvSpPr>
          <p:nvPr/>
        </p:nvSpPr>
        <p:spPr bwMode="auto">
          <a:xfrm>
            <a:off x="7924800" y="4213225"/>
            <a:ext cx="304800" cy="1588"/>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860" name="Line 283"/>
          <p:cNvSpPr>
            <a:spLocks noChangeShapeType="1"/>
          </p:cNvSpPr>
          <p:nvPr/>
        </p:nvSpPr>
        <p:spPr bwMode="auto">
          <a:xfrm>
            <a:off x="7924800" y="4518025"/>
            <a:ext cx="304800" cy="1588"/>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861" name="Line 284"/>
          <p:cNvSpPr>
            <a:spLocks noChangeShapeType="1"/>
          </p:cNvSpPr>
          <p:nvPr/>
        </p:nvSpPr>
        <p:spPr bwMode="auto">
          <a:xfrm>
            <a:off x="7924800" y="5127625"/>
            <a:ext cx="304800" cy="1588"/>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862" name="Line 285"/>
          <p:cNvSpPr>
            <a:spLocks noChangeShapeType="1"/>
          </p:cNvSpPr>
          <p:nvPr/>
        </p:nvSpPr>
        <p:spPr bwMode="auto">
          <a:xfrm>
            <a:off x="7924800" y="5432425"/>
            <a:ext cx="304800" cy="1588"/>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863" name="Line 286"/>
          <p:cNvSpPr>
            <a:spLocks noChangeShapeType="1"/>
          </p:cNvSpPr>
          <p:nvPr/>
        </p:nvSpPr>
        <p:spPr bwMode="auto">
          <a:xfrm>
            <a:off x="6934200" y="5432425"/>
            <a:ext cx="9906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864" name="Line 287"/>
          <p:cNvSpPr>
            <a:spLocks noChangeShapeType="1"/>
          </p:cNvSpPr>
          <p:nvPr/>
        </p:nvSpPr>
        <p:spPr bwMode="auto">
          <a:xfrm>
            <a:off x="7010400" y="2689225"/>
            <a:ext cx="914400" cy="15240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865" name="Line 288"/>
          <p:cNvSpPr>
            <a:spLocks noChangeShapeType="1"/>
          </p:cNvSpPr>
          <p:nvPr/>
        </p:nvSpPr>
        <p:spPr bwMode="auto">
          <a:xfrm>
            <a:off x="7010400" y="3603625"/>
            <a:ext cx="914400" cy="9144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866" name="Line 289"/>
          <p:cNvSpPr>
            <a:spLocks noChangeShapeType="1"/>
          </p:cNvSpPr>
          <p:nvPr/>
        </p:nvSpPr>
        <p:spPr bwMode="auto">
          <a:xfrm>
            <a:off x="7010400" y="4518025"/>
            <a:ext cx="914400" cy="6096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867" name="Line 290"/>
          <p:cNvSpPr>
            <a:spLocks noChangeShapeType="1"/>
          </p:cNvSpPr>
          <p:nvPr/>
        </p:nvSpPr>
        <p:spPr bwMode="auto">
          <a:xfrm flipV="1">
            <a:off x="7010400" y="2689225"/>
            <a:ext cx="914400" cy="6096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868" name="Line 291"/>
          <p:cNvSpPr>
            <a:spLocks noChangeShapeType="1"/>
          </p:cNvSpPr>
          <p:nvPr/>
        </p:nvSpPr>
        <p:spPr bwMode="auto">
          <a:xfrm flipV="1">
            <a:off x="7010400" y="3298825"/>
            <a:ext cx="914400" cy="9144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869" name="Line 292"/>
          <p:cNvSpPr>
            <a:spLocks noChangeShapeType="1"/>
          </p:cNvSpPr>
          <p:nvPr/>
        </p:nvSpPr>
        <p:spPr bwMode="auto">
          <a:xfrm flipV="1">
            <a:off x="7010400" y="3603625"/>
            <a:ext cx="914400" cy="15240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870" name="Line 293"/>
          <p:cNvSpPr>
            <a:spLocks noChangeShapeType="1"/>
          </p:cNvSpPr>
          <p:nvPr/>
        </p:nvSpPr>
        <p:spPr bwMode="auto">
          <a:xfrm>
            <a:off x="6934200" y="2384425"/>
            <a:ext cx="9906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871" name="Text Box 294"/>
          <p:cNvSpPr txBox="1">
            <a:spLocks noChangeArrowheads="1"/>
          </p:cNvSpPr>
          <p:nvPr/>
        </p:nvSpPr>
        <p:spPr bwMode="auto">
          <a:xfrm>
            <a:off x="990600" y="2232025"/>
            <a:ext cx="304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000" b="0">
                <a:latin typeface="Comic Sans MS" pitchFamily="66" charset="0"/>
                <a:ea typeface="宋体" charset="-122"/>
              </a:rPr>
              <a:t>0</a:t>
            </a:r>
          </a:p>
        </p:txBody>
      </p:sp>
      <p:sp>
        <p:nvSpPr>
          <p:cNvPr id="75872" name="Text Box 295"/>
          <p:cNvSpPr txBox="1">
            <a:spLocks noChangeArrowheads="1"/>
          </p:cNvSpPr>
          <p:nvPr/>
        </p:nvSpPr>
        <p:spPr bwMode="auto">
          <a:xfrm>
            <a:off x="990600" y="2536825"/>
            <a:ext cx="304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000" b="0">
                <a:latin typeface="Comic Sans MS" pitchFamily="66" charset="0"/>
                <a:ea typeface="宋体" charset="-122"/>
              </a:rPr>
              <a:t>1</a:t>
            </a:r>
          </a:p>
        </p:txBody>
      </p:sp>
      <p:sp>
        <p:nvSpPr>
          <p:cNvPr id="75873" name="Text Box 296"/>
          <p:cNvSpPr txBox="1">
            <a:spLocks noChangeArrowheads="1"/>
          </p:cNvSpPr>
          <p:nvPr/>
        </p:nvSpPr>
        <p:spPr bwMode="auto">
          <a:xfrm>
            <a:off x="990600" y="3146425"/>
            <a:ext cx="304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000" b="0">
                <a:latin typeface="Comic Sans MS" pitchFamily="66" charset="0"/>
                <a:ea typeface="宋体" charset="-122"/>
              </a:rPr>
              <a:t>2</a:t>
            </a:r>
          </a:p>
        </p:txBody>
      </p:sp>
      <p:sp>
        <p:nvSpPr>
          <p:cNvPr id="75874" name="Text Box 297"/>
          <p:cNvSpPr txBox="1">
            <a:spLocks noChangeArrowheads="1"/>
          </p:cNvSpPr>
          <p:nvPr/>
        </p:nvSpPr>
        <p:spPr bwMode="auto">
          <a:xfrm>
            <a:off x="990600" y="3451225"/>
            <a:ext cx="304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000" b="0">
                <a:latin typeface="Comic Sans MS" pitchFamily="66" charset="0"/>
                <a:ea typeface="宋体" charset="-122"/>
              </a:rPr>
              <a:t>3</a:t>
            </a:r>
          </a:p>
        </p:txBody>
      </p:sp>
      <p:sp>
        <p:nvSpPr>
          <p:cNvPr id="75875" name="Text Box 298"/>
          <p:cNvSpPr txBox="1">
            <a:spLocks noChangeArrowheads="1"/>
          </p:cNvSpPr>
          <p:nvPr/>
        </p:nvSpPr>
        <p:spPr bwMode="auto">
          <a:xfrm>
            <a:off x="990600" y="4060825"/>
            <a:ext cx="304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000" b="0">
                <a:latin typeface="Comic Sans MS" pitchFamily="66" charset="0"/>
                <a:ea typeface="宋体" charset="-122"/>
              </a:rPr>
              <a:t>4</a:t>
            </a:r>
          </a:p>
        </p:txBody>
      </p:sp>
      <p:sp>
        <p:nvSpPr>
          <p:cNvPr id="75876" name="Text Box 299"/>
          <p:cNvSpPr txBox="1">
            <a:spLocks noChangeArrowheads="1"/>
          </p:cNvSpPr>
          <p:nvPr/>
        </p:nvSpPr>
        <p:spPr bwMode="auto">
          <a:xfrm>
            <a:off x="990600" y="4365625"/>
            <a:ext cx="304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000" b="0">
                <a:latin typeface="Comic Sans MS" pitchFamily="66" charset="0"/>
                <a:ea typeface="宋体" charset="-122"/>
              </a:rPr>
              <a:t>5</a:t>
            </a:r>
          </a:p>
        </p:txBody>
      </p:sp>
      <p:sp>
        <p:nvSpPr>
          <p:cNvPr id="75877" name="Text Box 300"/>
          <p:cNvSpPr txBox="1">
            <a:spLocks noChangeArrowheads="1"/>
          </p:cNvSpPr>
          <p:nvPr/>
        </p:nvSpPr>
        <p:spPr bwMode="auto">
          <a:xfrm>
            <a:off x="990600" y="4975225"/>
            <a:ext cx="304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000" b="0">
                <a:latin typeface="Comic Sans MS" pitchFamily="66" charset="0"/>
                <a:ea typeface="宋体" charset="-122"/>
              </a:rPr>
              <a:t>6</a:t>
            </a:r>
          </a:p>
        </p:txBody>
      </p:sp>
      <p:sp>
        <p:nvSpPr>
          <p:cNvPr id="75878" name="Text Box 301"/>
          <p:cNvSpPr txBox="1">
            <a:spLocks noChangeArrowheads="1"/>
          </p:cNvSpPr>
          <p:nvPr/>
        </p:nvSpPr>
        <p:spPr bwMode="auto">
          <a:xfrm>
            <a:off x="990600" y="5280025"/>
            <a:ext cx="304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000" b="0">
                <a:latin typeface="Comic Sans MS" pitchFamily="66" charset="0"/>
                <a:ea typeface="宋体" charset="-122"/>
              </a:rPr>
              <a:t>7</a:t>
            </a:r>
          </a:p>
        </p:txBody>
      </p:sp>
      <p:sp>
        <p:nvSpPr>
          <p:cNvPr id="75879" name="Text Box 302"/>
          <p:cNvSpPr txBox="1">
            <a:spLocks noChangeArrowheads="1"/>
          </p:cNvSpPr>
          <p:nvPr/>
        </p:nvSpPr>
        <p:spPr bwMode="auto">
          <a:xfrm>
            <a:off x="8305800" y="2232025"/>
            <a:ext cx="304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000" b="0">
                <a:latin typeface="Comic Sans MS" pitchFamily="66" charset="0"/>
                <a:ea typeface="宋体" charset="-122"/>
              </a:rPr>
              <a:t>0</a:t>
            </a:r>
          </a:p>
        </p:txBody>
      </p:sp>
      <p:sp>
        <p:nvSpPr>
          <p:cNvPr id="75880" name="Text Box 303"/>
          <p:cNvSpPr txBox="1">
            <a:spLocks noChangeArrowheads="1"/>
          </p:cNvSpPr>
          <p:nvPr/>
        </p:nvSpPr>
        <p:spPr bwMode="auto">
          <a:xfrm>
            <a:off x="8305800" y="2536825"/>
            <a:ext cx="304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000" b="0">
                <a:latin typeface="Comic Sans MS" pitchFamily="66" charset="0"/>
                <a:ea typeface="宋体" charset="-122"/>
              </a:rPr>
              <a:t>1</a:t>
            </a:r>
          </a:p>
        </p:txBody>
      </p:sp>
      <p:sp>
        <p:nvSpPr>
          <p:cNvPr id="75881" name="Text Box 304"/>
          <p:cNvSpPr txBox="1">
            <a:spLocks noChangeArrowheads="1"/>
          </p:cNvSpPr>
          <p:nvPr/>
        </p:nvSpPr>
        <p:spPr bwMode="auto">
          <a:xfrm>
            <a:off x="8305800" y="3146425"/>
            <a:ext cx="304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000" b="0">
                <a:latin typeface="Comic Sans MS" pitchFamily="66" charset="0"/>
                <a:ea typeface="宋体" charset="-122"/>
              </a:rPr>
              <a:t>2</a:t>
            </a:r>
          </a:p>
        </p:txBody>
      </p:sp>
      <p:sp>
        <p:nvSpPr>
          <p:cNvPr id="75882" name="Text Box 305"/>
          <p:cNvSpPr txBox="1">
            <a:spLocks noChangeArrowheads="1"/>
          </p:cNvSpPr>
          <p:nvPr/>
        </p:nvSpPr>
        <p:spPr bwMode="auto">
          <a:xfrm>
            <a:off x="8305800" y="3451225"/>
            <a:ext cx="304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000" b="0">
                <a:latin typeface="Comic Sans MS" pitchFamily="66" charset="0"/>
                <a:ea typeface="宋体" charset="-122"/>
              </a:rPr>
              <a:t>3</a:t>
            </a:r>
          </a:p>
        </p:txBody>
      </p:sp>
      <p:sp>
        <p:nvSpPr>
          <p:cNvPr id="75883" name="Text Box 306"/>
          <p:cNvSpPr txBox="1">
            <a:spLocks noChangeArrowheads="1"/>
          </p:cNvSpPr>
          <p:nvPr/>
        </p:nvSpPr>
        <p:spPr bwMode="auto">
          <a:xfrm>
            <a:off x="8305800" y="4060825"/>
            <a:ext cx="304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000" b="0">
                <a:latin typeface="Comic Sans MS" pitchFamily="66" charset="0"/>
                <a:ea typeface="宋体" charset="-122"/>
              </a:rPr>
              <a:t>4</a:t>
            </a:r>
          </a:p>
        </p:txBody>
      </p:sp>
      <p:sp>
        <p:nvSpPr>
          <p:cNvPr id="75884" name="Text Box 307"/>
          <p:cNvSpPr txBox="1">
            <a:spLocks noChangeArrowheads="1"/>
          </p:cNvSpPr>
          <p:nvPr/>
        </p:nvSpPr>
        <p:spPr bwMode="auto">
          <a:xfrm>
            <a:off x="8305800" y="4365625"/>
            <a:ext cx="304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000" b="0">
                <a:latin typeface="Comic Sans MS" pitchFamily="66" charset="0"/>
                <a:ea typeface="宋体" charset="-122"/>
              </a:rPr>
              <a:t>5</a:t>
            </a:r>
          </a:p>
        </p:txBody>
      </p:sp>
      <p:sp>
        <p:nvSpPr>
          <p:cNvPr id="75885" name="Text Box 308"/>
          <p:cNvSpPr txBox="1">
            <a:spLocks noChangeArrowheads="1"/>
          </p:cNvSpPr>
          <p:nvPr/>
        </p:nvSpPr>
        <p:spPr bwMode="auto">
          <a:xfrm>
            <a:off x="8305800" y="4975225"/>
            <a:ext cx="304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000" b="0">
                <a:latin typeface="Comic Sans MS" pitchFamily="66" charset="0"/>
                <a:ea typeface="宋体" charset="-122"/>
              </a:rPr>
              <a:t>6</a:t>
            </a:r>
          </a:p>
        </p:txBody>
      </p:sp>
      <p:sp>
        <p:nvSpPr>
          <p:cNvPr id="75886" name="Text Box 309"/>
          <p:cNvSpPr txBox="1">
            <a:spLocks noChangeArrowheads="1"/>
          </p:cNvSpPr>
          <p:nvPr/>
        </p:nvSpPr>
        <p:spPr bwMode="auto">
          <a:xfrm>
            <a:off x="8305800" y="5280025"/>
            <a:ext cx="304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000" b="0">
                <a:latin typeface="Comic Sans MS" pitchFamily="66" charset="0"/>
                <a:ea typeface="宋体" charset="-122"/>
              </a:rPr>
              <a:t>7</a:t>
            </a:r>
          </a:p>
        </p:txBody>
      </p:sp>
      <p:sp>
        <p:nvSpPr>
          <p:cNvPr id="75887" name="Text Box 365"/>
          <p:cNvSpPr txBox="1">
            <a:spLocks noChangeArrowheads="1"/>
          </p:cNvSpPr>
          <p:nvPr/>
        </p:nvSpPr>
        <p:spPr bwMode="auto">
          <a:xfrm>
            <a:off x="2057400" y="5584825"/>
            <a:ext cx="53340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400">
                <a:latin typeface="Comic Sans MS" pitchFamily="66" charset="0"/>
              </a:rPr>
              <a:t>级0</a:t>
            </a:r>
          </a:p>
        </p:txBody>
      </p:sp>
      <p:sp>
        <p:nvSpPr>
          <p:cNvPr id="75888" name="Text Box 368"/>
          <p:cNvSpPr txBox="1">
            <a:spLocks noChangeArrowheads="1"/>
          </p:cNvSpPr>
          <p:nvPr/>
        </p:nvSpPr>
        <p:spPr bwMode="auto">
          <a:xfrm>
            <a:off x="4114800" y="5584825"/>
            <a:ext cx="53340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400">
                <a:latin typeface="Comic Sans MS" pitchFamily="66" charset="0"/>
              </a:rPr>
              <a:t>级1</a:t>
            </a:r>
          </a:p>
        </p:txBody>
      </p:sp>
      <p:sp>
        <p:nvSpPr>
          <p:cNvPr id="75889" name="Text Box 369"/>
          <p:cNvSpPr txBox="1">
            <a:spLocks noChangeArrowheads="1"/>
          </p:cNvSpPr>
          <p:nvPr/>
        </p:nvSpPr>
        <p:spPr bwMode="auto">
          <a:xfrm>
            <a:off x="6172200" y="5584825"/>
            <a:ext cx="53340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400">
                <a:latin typeface="Comic Sans MS" pitchFamily="66" charset="0"/>
              </a:rPr>
              <a:t>级2</a:t>
            </a:r>
          </a:p>
        </p:txBody>
      </p:sp>
      <p:sp>
        <p:nvSpPr>
          <p:cNvPr id="75890" name="Text Box 370"/>
          <p:cNvSpPr txBox="1">
            <a:spLocks noChangeArrowheads="1"/>
          </p:cNvSpPr>
          <p:nvPr/>
        </p:nvSpPr>
        <p:spPr bwMode="auto">
          <a:xfrm>
            <a:off x="1524000" y="5737225"/>
            <a:ext cx="53340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en-US" altLang="zh-CN" sz="2400">
                <a:solidFill>
                  <a:srgbClr val="0000CC"/>
                </a:solidFill>
                <a:latin typeface="Comic Sans MS" pitchFamily="66" charset="0"/>
              </a:rPr>
              <a:t>C</a:t>
            </a:r>
            <a:r>
              <a:rPr lang="en-US" altLang="zh-CN" sz="2400" baseline="-25000">
                <a:solidFill>
                  <a:srgbClr val="0000CC"/>
                </a:solidFill>
                <a:latin typeface="Comic Sans MS" pitchFamily="66" charset="0"/>
              </a:rPr>
              <a:t>0</a:t>
            </a:r>
          </a:p>
        </p:txBody>
      </p:sp>
      <p:sp>
        <p:nvSpPr>
          <p:cNvPr id="75891" name="Text Box 371"/>
          <p:cNvSpPr txBox="1">
            <a:spLocks noChangeArrowheads="1"/>
          </p:cNvSpPr>
          <p:nvPr/>
        </p:nvSpPr>
        <p:spPr bwMode="auto">
          <a:xfrm>
            <a:off x="3124200" y="5737225"/>
            <a:ext cx="53340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en-US" altLang="zh-CN" sz="2400">
                <a:solidFill>
                  <a:srgbClr val="0000CC"/>
                </a:solidFill>
                <a:latin typeface="Comic Sans MS" pitchFamily="66" charset="0"/>
              </a:rPr>
              <a:t>C</a:t>
            </a:r>
            <a:r>
              <a:rPr lang="en-US" altLang="zh-CN" sz="2400" baseline="-25000">
                <a:solidFill>
                  <a:srgbClr val="0000CC"/>
                </a:solidFill>
                <a:latin typeface="Comic Sans MS" pitchFamily="66" charset="0"/>
              </a:rPr>
              <a:t>1</a:t>
            </a:r>
          </a:p>
        </p:txBody>
      </p:sp>
      <p:sp>
        <p:nvSpPr>
          <p:cNvPr id="75892" name="Text Box 372"/>
          <p:cNvSpPr txBox="1">
            <a:spLocks noChangeArrowheads="1"/>
          </p:cNvSpPr>
          <p:nvPr/>
        </p:nvSpPr>
        <p:spPr bwMode="auto">
          <a:xfrm>
            <a:off x="5181600" y="5737225"/>
            <a:ext cx="53340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en-US" altLang="zh-CN" sz="2400">
                <a:solidFill>
                  <a:srgbClr val="0000CC"/>
                </a:solidFill>
                <a:latin typeface="Comic Sans MS" pitchFamily="66" charset="0"/>
              </a:rPr>
              <a:t>C</a:t>
            </a:r>
            <a:r>
              <a:rPr lang="en-US" altLang="zh-CN" sz="2400" baseline="-25000">
                <a:solidFill>
                  <a:srgbClr val="0000CC"/>
                </a:solidFill>
                <a:latin typeface="Comic Sans MS" pitchFamily="66" charset="0"/>
              </a:rPr>
              <a:t>2</a:t>
            </a:r>
          </a:p>
        </p:txBody>
      </p:sp>
      <p:sp>
        <p:nvSpPr>
          <p:cNvPr id="75893" name="Text Box 373"/>
          <p:cNvSpPr txBox="1">
            <a:spLocks noChangeArrowheads="1"/>
          </p:cNvSpPr>
          <p:nvPr/>
        </p:nvSpPr>
        <p:spPr bwMode="auto">
          <a:xfrm>
            <a:off x="7239000" y="5737225"/>
            <a:ext cx="53340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en-US" altLang="zh-CN" sz="2400">
                <a:solidFill>
                  <a:srgbClr val="0000CC"/>
                </a:solidFill>
                <a:latin typeface="Comic Sans MS" pitchFamily="66" charset="0"/>
              </a:rPr>
              <a:t>C</a:t>
            </a:r>
            <a:r>
              <a:rPr lang="en-US" altLang="zh-CN" sz="2400" baseline="-25000">
                <a:solidFill>
                  <a:srgbClr val="0000CC"/>
                </a:solidFill>
                <a:latin typeface="Comic Sans MS" pitchFamily="66" charset="0"/>
              </a:rPr>
              <a:t>3</a:t>
            </a:r>
          </a:p>
        </p:txBody>
      </p:sp>
      <p:sp>
        <p:nvSpPr>
          <p:cNvPr id="75894" name="Text Box 374"/>
          <p:cNvSpPr txBox="1">
            <a:spLocks noChangeArrowheads="1"/>
          </p:cNvSpPr>
          <p:nvPr/>
        </p:nvSpPr>
        <p:spPr bwMode="auto">
          <a:xfrm>
            <a:off x="2133600" y="5889625"/>
            <a:ext cx="53340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en-US" altLang="zh-CN" sz="2400">
                <a:latin typeface="Comic Sans MS" pitchFamily="66" charset="0"/>
              </a:rPr>
              <a:t>K</a:t>
            </a:r>
            <a:r>
              <a:rPr lang="en-US" altLang="zh-CN" sz="2400" baseline="-25000">
                <a:latin typeface="Comic Sans MS" pitchFamily="66" charset="0"/>
              </a:rPr>
              <a:t>0</a:t>
            </a:r>
          </a:p>
        </p:txBody>
      </p:sp>
      <p:sp>
        <p:nvSpPr>
          <p:cNvPr id="75895" name="Text Box 375"/>
          <p:cNvSpPr txBox="1">
            <a:spLocks noChangeArrowheads="1"/>
          </p:cNvSpPr>
          <p:nvPr/>
        </p:nvSpPr>
        <p:spPr bwMode="auto">
          <a:xfrm>
            <a:off x="4191000" y="5889625"/>
            <a:ext cx="53340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en-US" altLang="zh-CN" sz="2400">
                <a:latin typeface="Comic Sans MS" pitchFamily="66" charset="0"/>
              </a:rPr>
              <a:t>K</a:t>
            </a:r>
            <a:r>
              <a:rPr lang="en-US" altLang="zh-CN" sz="2400" baseline="-25000">
                <a:latin typeface="Comic Sans MS" pitchFamily="66" charset="0"/>
              </a:rPr>
              <a:t>1</a:t>
            </a:r>
          </a:p>
        </p:txBody>
      </p:sp>
      <p:sp>
        <p:nvSpPr>
          <p:cNvPr id="75896" name="Text Box 376"/>
          <p:cNvSpPr txBox="1">
            <a:spLocks noChangeArrowheads="1"/>
          </p:cNvSpPr>
          <p:nvPr/>
        </p:nvSpPr>
        <p:spPr bwMode="auto">
          <a:xfrm>
            <a:off x="6248400" y="5889625"/>
            <a:ext cx="53340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en-US" altLang="zh-CN" sz="2400">
                <a:latin typeface="Comic Sans MS" pitchFamily="66" charset="0"/>
              </a:rPr>
              <a:t>K</a:t>
            </a:r>
            <a:r>
              <a:rPr lang="en-US" altLang="zh-CN" sz="2400" baseline="-25000">
                <a:latin typeface="Comic Sans MS" pitchFamily="66" charset="0"/>
              </a:rPr>
              <a:t>2</a:t>
            </a:r>
          </a:p>
        </p:txBody>
      </p:sp>
      <p:sp>
        <p:nvSpPr>
          <p:cNvPr id="75897" name="Text Box 377"/>
          <p:cNvSpPr txBox="1">
            <a:spLocks noChangeArrowheads="1"/>
          </p:cNvSpPr>
          <p:nvPr/>
        </p:nvSpPr>
        <p:spPr bwMode="auto">
          <a:xfrm>
            <a:off x="762000" y="3679825"/>
            <a:ext cx="53340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400">
                <a:latin typeface="Comic Sans MS" pitchFamily="66" charset="0"/>
              </a:rPr>
              <a:t>入</a:t>
            </a:r>
            <a:endParaRPr lang="zh-CN" altLang="en-US" sz="2400" baseline="-25000">
              <a:latin typeface="Comic Sans MS" pitchFamily="66" charset="0"/>
            </a:endParaRPr>
          </a:p>
        </p:txBody>
      </p:sp>
      <p:sp>
        <p:nvSpPr>
          <p:cNvPr id="75898" name="Text Box 378"/>
          <p:cNvSpPr txBox="1">
            <a:spLocks noChangeArrowheads="1"/>
          </p:cNvSpPr>
          <p:nvPr/>
        </p:nvSpPr>
        <p:spPr bwMode="auto">
          <a:xfrm>
            <a:off x="8305800" y="3679825"/>
            <a:ext cx="53340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400">
                <a:latin typeface="Comic Sans MS" pitchFamily="66" charset="0"/>
              </a:rPr>
              <a:t>出</a:t>
            </a:r>
            <a:endParaRPr lang="zh-CN" altLang="en-US" sz="2400" baseline="-25000">
              <a:latin typeface="Comic Sans MS" pitchFamily="66" charset="0"/>
            </a:endParaRPr>
          </a:p>
        </p:txBody>
      </p:sp>
      <p:sp>
        <p:nvSpPr>
          <p:cNvPr id="953346" name="Rectangle 2"/>
          <p:cNvSpPr>
            <a:spLocks noGrp="1" noChangeArrowheads="1"/>
          </p:cNvSpPr>
          <p:nvPr>
            <p:ph type="title"/>
          </p:nvPr>
        </p:nvSpPr>
        <p:spPr/>
        <p:txBody>
          <a:bodyPr/>
          <a:lstStyle/>
          <a:p>
            <a:pPr eaLnBrk="1" hangingPunct="1">
              <a:defRPr/>
            </a:pPr>
            <a:r>
              <a:rPr lang="zh-CN" altLang="en-US" sz="5400" smtClean="0"/>
              <a:t>网络结构</a:t>
            </a:r>
            <a:br>
              <a:rPr lang="zh-CN" altLang="en-US" sz="5400" smtClean="0"/>
            </a:br>
            <a:r>
              <a:rPr lang="zh-CN" altLang="en-US" sz="3200" smtClean="0"/>
              <a:t>（ </a:t>
            </a:r>
            <a:r>
              <a:rPr lang="en-US" altLang="zh-CN" sz="3200" smtClean="0"/>
              <a:t>N=8</a:t>
            </a:r>
            <a:r>
              <a:rPr lang="zh-CN" altLang="en-US" sz="3200" smtClean="0"/>
              <a:t> ）</a:t>
            </a:r>
          </a:p>
        </p:txBody>
      </p:sp>
      <p:sp>
        <p:nvSpPr>
          <p:cNvPr id="75900"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互连网络种类</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动态互连网络</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多级网络</a:t>
            </a:r>
            <a:endParaRPr lang="zh-CN" altLang="en-US" sz="1200" b="0">
              <a:latin typeface="Times New Roman" pitchFamily="18" charset="0"/>
              <a:ea typeface="幼圆" pitchFamily="49" charset="-122"/>
            </a:endParaRPr>
          </a:p>
        </p:txBody>
      </p:sp>
      <p:sp>
        <p:nvSpPr>
          <p:cNvPr id="75901" name="Text Box 379"/>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4 之 2</a:t>
            </a:r>
          </a:p>
        </p:txBody>
      </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6802" name="Text Box 3"/>
          <p:cNvSpPr txBox="1">
            <a:spLocks noChangeArrowheads="1"/>
          </p:cNvSpPr>
          <p:nvPr/>
        </p:nvSpPr>
        <p:spPr bwMode="auto">
          <a:xfrm>
            <a:off x="2057400" y="1892300"/>
            <a:ext cx="32766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endParaRPr lang="zh-CN" altLang="en-US" b="0">
              <a:latin typeface="Times New Roman" pitchFamily="18" charset="0"/>
              <a:ea typeface="宋体" charset="-122"/>
            </a:endParaRPr>
          </a:p>
        </p:txBody>
      </p:sp>
      <p:sp>
        <p:nvSpPr>
          <p:cNvPr id="957444" name="Text Box 4"/>
          <p:cNvSpPr txBox="1">
            <a:spLocks noChangeArrowheads="1"/>
          </p:cNvSpPr>
          <p:nvPr/>
        </p:nvSpPr>
        <p:spPr bwMode="auto">
          <a:xfrm>
            <a:off x="2057400" y="6356350"/>
            <a:ext cx="5181600" cy="457200"/>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spAutoFit/>
          </a:bodyPr>
          <a:lstStyle/>
          <a:p>
            <a:pPr algn="ctr">
              <a:spcBef>
                <a:spcPct val="50000"/>
              </a:spcBef>
              <a:buClr>
                <a:schemeClr val="accent2"/>
              </a:buClr>
              <a:defRPr/>
            </a:pPr>
            <a:r>
              <a:rPr lang="en-US" altLang="zh-CN" sz="2400" b="1">
                <a:solidFill>
                  <a:srgbClr val="FF0000"/>
                </a:solidFill>
                <a:effectLst>
                  <a:outerShdw blurRad="38100" dist="38100" dir="2700000" algn="tl">
                    <a:srgbClr val="C0C0C0"/>
                  </a:outerShdw>
                </a:effectLst>
                <a:latin typeface="Arial" charset="0"/>
                <a:ea typeface="楷体_GB2312" pitchFamily="49" charset="-122"/>
              </a:rPr>
              <a:t>STARAN</a:t>
            </a:r>
            <a:r>
              <a:rPr lang="zh-CN" altLang="en-US" sz="2400" b="1">
                <a:solidFill>
                  <a:srgbClr val="FF0000"/>
                </a:solidFill>
                <a:effectLst>
                  <a:outerShdw blurRad="38100" dist="38100" dir="2700000" algn="tl">
                    <a:srgbClr val="C0C0C0"/>
                  </a:outerShdw>
                </a:effectLst>
                <a:latin typeface="Arial" charset="0"/>
                <a:ea typeface="楷体_GB2312" pitchFamily="49" charset="-122"/>
              </a:rPr>
              <a:t>交换网络</a:t>
            </a:r>
          </a:p>
        </p:txBody>
      </p:sp>
      <p:graphicFrame>
        <p:nvGraphicFramePr>
          <p:cNvPr id="957857" name="Group 417"/>
          <p:cNvGraphicFramePr>
            <a:graphicFrameLocks noGrp="1"/>
          </p:cNvGraphicFramePr>
          <p:nvPr/>
        </p:nvGraphicFramePr>
        <p:xfrm>
          <a:off x="457200" y="368300"/>
          <a:ext cx="8229600" cy="6008687"/>
        </p:xfrm>
        <a:graphic>
          <a:graphicData uri="http://schemas.openxmlformats.org/drawingml/2006/table">
            <a:tbl>
              <a:tblPr/>
              <a:tblGrid>
                <a:gridCol w="512763"/>
                <a:gridCol w="757237"/>
                <a:gridCol w="863600"/>
                <a:gridCol w="914400"/>
                <a:gridCol w="838200"/>
                <a:gridCol w="838200"/>
                <a:gridCol w="838200"/>
                <a:gridCol w="838200"/>
                <a:gridCol w="914400"/>
                <a:gridCol w="914400"/>
              </a:tblGrid>
              <a:tr h="304829">
                <a:tc gridSpan="2">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2000" b="1" i="0" u="none" strike="noStrike" cap="none" normalizeH="0" baseline="0" dirty="0" smtClean="0">
                        <a:ln>
                          <a:noFill/>
                        </a:ln>
                        <a:solidFill>
                          <a:schemeClr val="tx1"/>
                        </a:solidFill>
                        <a:effectLst/>
                        <a:latin typeface="Comic Sans MS" pitchFamily="66" charset="0"/>
                        <a:ea typeface="楷体_GB2312" pitchFamily="49" charset="-122"/>
                      </a:endParaRPr>
                    </a:p>
                  </a:txBody>
                  <a:tcPr marL="0" marR="0" marT="0" marB="0" anchor="ctr" anchorCtr="1" horzOverflow="overflow">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gridSpan="8">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rPr>
                        <a:t>级控制信号（</a:t>
                      </a:r>
                      <a:r>
                        <a:rPr kumimoji="1" lang="en-US" altLang="zh-CN" sz="2000" b="1" i="0" u="none" strike="noStrike" cap="none" normalizeH="0" baseline="0" smtClean="0">
                          <a:ln>
                            <a:noFill/>
                          </a:ln>
                          <a:solidFill>
                            <a:srgbClr val="0000FF"/>
                          </a:solidFill>
                          <a:effectLst/>
                          <a:latin typeface="Comic Sans MS" pitchFamily="66" charset="0"/>
                          <a:ea typeface="楷体_GB2312" pitchFamily="49" charset="-122"/>
                        </a:rPr>
                        <a:t>k</a:t>
                      </a:r>
                      <a:r>
                        <a:rPr kumimoji="1" lang="en-US" altLang="zh-CN" sz="2000" b="1" i="0" u="none" strike="noStrike" cap="none" normalizeH="0" baseline="-14000" smtClean="0">
                          <a:ln>
                            <a:noFill/>
                          </a:ln>
                          <a:solidFill>
                            <a:srgbClr val="0000FF"/>
                          </a:solidFill>
                          <a:effectLst/>
                          <a:latin typeface="Comic Sans MS" pitchFamily="66" charset="0"/>
                          <a:ea typeface="楷体_GB2312" pitchFamily="49" charset="-122"/>
                        </a:rPr>
                        <a:t>2</a:t>
                      </a:r>
                      <a:r>
                        <a:rPr kumimoji="1" lang="en-US" altLang="zh-CN" sz="2000" b="1" i="0" u="none" strike="noStrike" cap="none" normalizeH="0" baseline="0" smtClean="0">
                          <a:ln>
                            <a:noFill/>
                          </a:ln>
                          <a:solidFill>
                            <a:srgbClr val="0000FF"/>
                          </a:solidFill>
                          <a:effectLst/>
                          <a:latin typeface="Comic Sans MS" pitchFamily="66" charset="0"/>
                          <a:ea typeface="楷体_GB2312" pitchFamily="49" charset="-122"/>
                        </a:rPr>
                        <a:t>k</a:t>
                      </a:r>
                      <a:r>
                        <a:rPr kumimoji="1" lang="en-US" altLang="zh-CN" sz="2000" b="1" i="0" u="none" strike="noStrike" cap="none" normalizeH="0" baseline="-14000" smtClean="0">
                          <a:ln>
                            <a:noFill/>
                          </a:ln>
                          <a:solidFill>
                            <a:srgbClr val="0000FF"/>
                          </a:solidFill>
                          <a:effectLst/>
                          <a:latin typeface="Comic Sans MS" pitchFamily="66" charset="0"/>
                          <a:ea typeface="楷体_GB2312" pitchFamily="49" charset="-122"/>
                        </a:rPr>
                        <a:t>1</a:t>
                      </a:r>
                      <a:r>
                        <a:rPr kumimoji="1" lang="en-US" altLang="zh-CN" sz="2000" b="1" i="0" u="none" strike="noStrike" cap="none" normalizeH="0" baseline="0" smtClean="0">
                          <a:ln>
                            <a:noFill/>
                          </a:ln>
                          <a:solidFill>
                            <a:srgbClr val="0000FF"/>
                          </a:solidFill>
                          <a:effectLst/>
                          <a:latin typeface="Comic Sans MS" pitchFamily="66" charset="0"/>
                          <a:ea typeface="楷体_GB2312" pitchFamily="49" charset="-122"/>
                        </a:rPr>
                        <a:t>k</a:t>
                      </a:r>
                      <a:r>
                        <a:rPr kumimoji="1" lang="en-US" altLang="zh-CN" sz="2000" b="1" i="0" u="none" strike="noStrike" cap="none" normalizeH="0" baseline="-14000" smtClean="0">
                          <a:ln>
                            <a:noFill/>
                          </a:ln>
                          <a:solidFill>
                            <a:srgbClr val="0000FF"/>
                          </a:solidFill>
                          <a:effectLst/>
                          <a:latin typeface="Comic Sans MS" pitchFamily="66" charset="0"/>
                          <a:ea typeface="楷体_GB2312" pitchFamily="49" charset="-122"/>
                        </a:rPr>
                        <a:t>0</a:t>
                      </a:r>
                      <a:r>
                        <a:rPr kumimoji="1" lang="en-US" altLang="zh-CN" sz="2000" b="1" i="0" u="none" strike="noStrike" cap="none" normalizeH="0" baseline="0" smtClean="0">
                          <a:ln>
                            <a:noFill/>
                          </a:ln>
                          <a:solidFill>
                            <a:schemeClr val="tx1"/>
                          </a:solidFill>
                          <a:effectLst/>
                          <a:latin typeface="Comic Sans MS" pitchFamily="66" charset="0"/>
                          <a:ea typeface="楷体_GB2312" pitchFamily="49" charset="-122"/>
                        </a:rPr>
                        <a:t>）：k=1</a:t>
                      </a:r>
                      <a:r>
                        <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rPr>
                        <a:t>为交换，</a:t>
                      </a:r>
                      <a:r>
                        <a:rPr kumimoji="1" lang="en-US" altLang="zh-CN" sz="2000" b="1" i="0" u="none" strike="noStrike" cap="none" normalizeH="0" baseline="0" smtClean="0">
                          <a:ln>
                            <a:noFill/>
                          </a:ln>
                          <a:solidFill>
                            <a:schemeClr val="tx1"/>
                          </a:solidFill>
                          <a:effectLst/>
                          <a:latin typeface="Comic Sans MS" pitchFamily="66" charset="0"/>
                          <a:ea typeface="楷体_GB2312" pitchFamily="49" charset="-122"/>
                        </a:rPr>
                        <a:t>k=0</a:t>
                      </a:r>
                      <a:r>
                        <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rPr>
                        <a:t>为直通</a:t>
                      </a:r>
                      <a:endParaRPr kumimoji="1" lang="en-US" altLang="zh-CN" sz="20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r>
              <a:tr h="274346">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0" marB="0" vert="eaVert" anchor="ctr" anchorCtr="1" horzOverflow="overflow">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000</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001</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010</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011</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100</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101</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110</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111</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FF00"/>
                    </a:solidFill>
                  </a:tcPr>
                </a:tc>
              </a:tr>
              <a:tr h="274346">
                <a:tc rowSpan="8">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rPr>
                        <a:t>入         端</a:t>
                      </a:r>
                    </a:p>
                  </a:txBody>
                  <a:tcPr marL="0" marR="0" marT="0" marB="0" vert="eaVert" anchor="ctr" anchorCtr="1" horzOverflow="overflow">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0</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0</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1</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2</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3</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4</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5</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6</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7</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r>
              <a:tr h="274346">
                <a:tc vMerge="1">
                  <a:txBody>
                    <a:bodyPr/>
                    <a:lstStyle/>
                    <a:p>
                      <a:endParaRPr lang="zh-CN" altLang="en-US"/>
                    </a:p>
                  </a:txBody>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1</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1</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0</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3</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2</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5</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4</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7</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6</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r>
              <a:tr h="274664">
                <a:tc vMerge="1">
                  <a:txBody>
                    <a:bodyPr/>
                    <a:lstStyle/>
                    <a:p>
                      <a:endParaRPr lang="zh-CN" altLang="en-US"/>
                    </a:p>
                  </a:txBody>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2</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2</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3</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0</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1</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6</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7</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4</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5</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r>
              <a:tr h="274346">
                <a:tc vMerge="1">
                  <a:txBody>
                    <a:bodyPr/>
                    <a:lstStyle/>
                    <a:p>
                      <a:endParaRPr lang="zh-CN" altLang="en-US"/>
                    </a:p>
                  </a:txBody>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3</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3</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2</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1</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0</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7</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6</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5</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4</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r>
              <a:tr h="274346">
                <a:tc vMerge="1">
                  <a:txBody>
                    <a:bodyPr/>
                    <a:lstStyle/>
                    <a:p>
                      <a:endParaRPr lang="zh-CN" altLang="en-US"/>
                    </a:p>
                  </a:txBody>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bg1"/>
                          </a:solidFill>
                          <a:effectLst/>
                          <a:latin typeface="Comic Sans MS" pitchFamily="66" charset="0"/>
                          <a:ea typeface="楷体_GB2312" pitchFamily="49" charset="-122"/>
                        </a:rPr>
                        <a:t>4</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33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bg1"/>
                          </a:solidFill>
                          <a:effectLst/>
                          <a:latin typeface="Comic Sans MS" pitchFamily="66" charset="0"/>
                          <a:ea typeface="楷体_GB2312" pitchFamily="49" charset="-122"/>
                        </a:rPr>
                        <a:t>4</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33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bg1"/>
                          </a:solidFill>
                          <a:effectLst/>
                          <a:latin typeface="Comic Sans MS" pitchFamily="66" charset="0"/>
                          <a:ea typeface="楷体_GB2312" pitchFamily="49" charset="-122"/>
                        </a:rPr>
                        <a:t>5</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33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bg1"/>
                          </a:solidFill>
                          <a:effectLst/>
                          <a:latin typeface="Comic Sans MS" pitchFamily="66" charset="0"/>
                          <a:ea typeface="楷体_GB2312" pitchFamily="49" charset="-122"/>
                        </a:rPr>
                        <a:t>6</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33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bg1"/>
                          </a:solidFill>
                          <a:effectLst/>
                          <a:latin typeface="Comic Sans MS" pitchFamily="66" charset="0"/>
                          <a:ea typeface="楷体_GB2312" pitchFamily="49" charset="-122"/>
                        </a:rPr>
                        <a:t>7</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33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bg1"/>
                          </a:solidFill>
                          <a:effectLst/>
                          <a:latin typeface="Comic Sans MS" pitchFamily="66" charset="0"/>
                          <a:ea typeface="楷体_GB2312" pitchFamily="49" charset="-122"/>
                        </a:rPr>
                        <a:t>0</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33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bg1"/>
                          </a:solidFill>
                          <a:effectLst/>
                          <a:latin typeface="Comic Sans MS" pitchFamily="66" charset="0"/>
                          <a:ea typeface="楷体_GB2312" pitchFamily="49" charset="-122"/>
                        </a:rPr>
                        <a:t>1</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33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bg1"/>
                          </a:solidFill>
                          <a:effectLst/>
                          <a:latin typeface="Comic Sans MS" pitchFamily="66" charset="0"/>
                          <a:ea typeface="楷体_GB2312" pitchFamily="49" charset="-122"/>
                        </a:rPr>
                        <a:t>2</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33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bg1"/>
                          </a:solidFill>
                          <a:effectLst/>
                          <a:latin typeface="Comic Sans MS" pitchFamily="66" charset="0"/>
                          <a:ea typeface="楷体_GB2312" pitchFamily="49" charset="-122"/>
                        </a:rPr>
                        <a:t>3</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3300"/>
                    </a:solidFill>
                  </a:tcPr>
                </a:tc>
              </a:tr>
              <a:tr h="274346">
                <a:tc vMerge="1">
                  <a:txBody>
                    <a:bodyPr/>
                    <a:lstStyle/>
                    <a:p>
                      <a:endParaRPr lang="zh-CN" altLang="en-US"/>
                    </a:p>
                  </a:txBody>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5</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5</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4</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7</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6</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1</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0</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3</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2</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r>
              <a:tr h="274346">
                <a:tc vMerge="1">
                  <a:txBody>
                    <a:bodyPr/>
                    <a:lstStyle/>
                    <a:p>
                      <a:endParaRPr lang="zh-CN" altLang="en-US"/>
                    </a:p>
                  </a:txBody>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6</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6</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7</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4</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5</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2</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3</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0</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1</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r>
              <a:tr h="274346">
                <a:tc vMerge="1">
                  <a:txBody>
                    <a:bodyPr/>
                    <a:lstStyle/>
                    <a:p>
                      <a:endParaRPr lang="zh-CN" altLang="en-US"/>
                    </a:p>
                  </a:txBody>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7</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7</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6</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5</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4</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3</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2</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1</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0</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r>
              <a:tr h="1643219">
                <a:tc rowSpan="2" gridSpan="2">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endParaRPr>
                    </a:p>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rPr>
                        <a:t>交换功能（一组元素首尾对称地进行交换）</a:t>
                      </a:r>
                    </a:p>
                  </a:txBody>
                  <a:tcPr marL="0" marR="0" marT="0" marB="0" anchor="ctr" anchorCtr="1" horzOverflow="overflow">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rowSpan="2" hMerge="1">
                  <a:txBody>
                    <a:bodyPr/>
                    <a:lstStyle/>
                    <a:p>
                      <a:endParaRPr lang="zh-CN" altLang="en-US"/>
                    </a:p>
                  </a:txBody>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ctr" latinLnBrk="0" hangingPunct="1">
                        <a:lnSpc>
                          <a:spcPct val="100000"/>
                        </a:lnSpc>
                        <a:spcBef>
                          <a:spcPct val="20000"/>
                        </a:spcBef>
                        <a:spcAft>
                          <a:spcPct val="0"/>
                        </a:spcAft>
                        <a:buClr>
                          <a:schemeClr val="tx1"/>
                        </a:buClr>
                        <a:buSzTx/>
                        <a:buFont typeface="Wingdings" pitchFamily="2" charset="2"/>
                        <a:buNone/>
                        <a:tabLst/>
                      </a:pPr>
                      <a:r>
                        <a:rPr kumimoji="1" lang="en-US" altLang="zh-CN" sz="1800" b="1" i="0" u="none" strike="noStrike" cap="none" normalizeH="0" baseline="0" smtClean="0">
                          <a:ln>
                            <a:noFill/>
                          </a:ln>
                          <a:solidFill>
                            <a:schemeClr val="tx1"/>
                          </a:solidFill>
                          <a:effectLst/>
                          <a:latin typeface="Comic Sans MS" pitchFamily="66" charset="0"/>
                          <a:ea typeface="楷体_GB2312" pitchFamily="49" charset="-122"/>
                        </a:rPr>
                        <a:t>i</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ctr" latinLnBrk="0" hangingPunct="1">
                        <a:lnSpc>
                          <a:spcPct val="100000"/>
                        </a:lnSpc>
                        <a:spcBef>
                          <a:spcPct val="20000"/>
                        </a:spcBef>
                        <a:spcAft>
                          <a:spcPct val="0"/>
                        </a:spcAft>
                        <a:buClr>
                          <a:schemeClr val="tx1"/>
                        </a:buClr>
                        <a:buSzTx/>
                        <a:buFont typeface="Wingdings" pitchFamily="2" charset="2"/>
                        <a:buNone/>
                        <a:tabLst/>
                      </a:pPr>
                      <a:r>
                        <a:rPr kumimoji="1" lang="en-US" altLang="zh-CN" sz="1800" b="1" i="0" u="none" strike="noStrike" cap="none" normalizeH="0" baseline="0" smtClean="0">
                          <a:ln>
                            <a:noFill/>
                          </a:ln>
                          <a:solidFill>
                            <a:schemeClr val="tx1"/>
                          </a:solidFill>
                          <a:effectLst/>
                          <a:latin typeface="Comic Sans MS" pitchFamily="66" charset="0"/>
                          <a:ea typeface="楷体_GB2312" pitchFamily="49" charset="-122"/>
                        </a:rPr>
                        <a:t>Cube</a:t>
                      </a:r>
                      <a:r>
                        <a:rPr kumimoji="1" lang="en-US" altLang="zh-CN" sz="1800" b="1" i="0" u="none" strike="noStrike" cap="none" normalizeH="0" baseline="-14000" smtClean="0">
                          <a:ln>
                            <a:noFill/>
                          </a:ln>
                          <a:solidFill>
                            <a:schemeClr val="tx1"/>
                          </a:solidFill>
                          <a:effectLst/>
                          <a:latin typeface="Comic Sans MS" pitchFamily="66" charset="0"/>
                          <a:ea typeface="楷体_GB2312" pitchFamily="49" charset="-122"/>
                        </a:rPr>
                        <a:t>0</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ctr" latinLnBrk="0" hangingPunct="1">
                        <a:lnSpc>
                          <a:spcPct val="100000"/>
                        </a:lnSpc>
                        <a:spcBef>
                          <a:spcPct val="20000"/>
                        </a:spcBef>
                        <a:spcAft>
                          <a:spcPct val="0"/>
                        </a:spcAft>
                        <a:buClr>
                          <a:schemeClr val="tx1"/>
                        </a:buClr>
                        <a:buSzTx/>
                        <a:buFont typeface="Wingdings" pitchFamily="2" charset="2"/>
                        <a:buNone/>
                        <a:tabLst/>
                      </a:pPr>
                      <a:r>
                        <a:rPr kumimoji="1" lang="en-US" altLang="zh-CN" sz="1800" b="1" i="0" u="none" strike="noStrike" cap="none" normalizeH="0" baseline="0" smtClean="0">
                          <a:ln>
                            <a:noFill/>
                          </a:ln>
                          <a:solidFill>
                            <a:schemeClr val="tx1"/>
                          </a:solidFill>
                          <a:effectLst/>
                          <a:latin typeface="Comic Sans MS" pitchFamily="66" charset="0"/>
                          <a:ea typeface="楷体_GB2312" pitchFamily="49" charset="-122"/>
                        </a:rPr>
                        <a:t>Cube</a:t>
                      </a:r>
                      <a:r>
                        <a:rPr kumimoji="1" lang="en-US" altLang="zh-CN" sz="1800" b="1" i="0" u="none" strike="noStrike" cap="none" normalizeH="0" baseline="-14000" smtClean="0">
                          <a:ln>
                            <a:noFill/>
                          </a:ln>
                          <a:solidFill>
                            <a:schemeClr val="tx1"/>
                          </a:solidFill>
                          <a:effectLst/>
                          <a:latin typeface="Comic Sans MS" pitchFamily="66" charset="0"/>
                          <a:ea typeface="楷体_GB2312" pitchFamily="49" charset="-122"/>
                        </a:rPr>
                        <a:t>1</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ctr" latinLnBrk="0" hangingPunct="1">
                        <a:lnSpc>
                          <a:spcPct val="100000"/>
                        </a:lnSpc>
                        <a:spcBef>
                          <a:spcPct val="20000"/>
                        </a:spcBef>
                        <a:spcAft>
                          <a:spcPct val="0"/>
                        </a:spcAft>
                        <a:buClr>
                          <a:schemeClr val="tx1"/>
                        </a:buClr>
                        <a:buSzTx/>
                        <a:buFont typeface="Wingdings" pitchFamily="2" charset="2"/>
                        <a:buNone/>
                        <a:tabLst/>
                      </a:pPr>
                      <a:r>
                        <a:rPr kumimoji="1" lang="en-US" altLang="zh-CN" sz="1800" b="1" i="0" u="none" strike="noStrike" cap="none" normalizeH="0" baseline="0" smtClean="0">
                          <a:ln>
                            <a:noFill/>
                          </a:ln>
                          <a:solidFill>
                            <a:schemeClr val="tx1"/>
                          </a:solidFill>
                          <a:effectLst/>
                          <a:latin typeface="Comic Sans MS" pitchFamily="66" charset="0"/>
                          <a:ea typeface="楷体_GB2312" pitchFamily="49" charset="-122"/>
                        </a:rPr>
                        <a:t>Cube</a:t>
                      </a:r>
                      <a:r>
                        <a:rPr kumimoji="1" lang="en-US" altLang="zh-CN" sz="1800" b="1" i="0" u="none" strike="noStrike" cap="none" normalizeH="0" baseline="-14000" smtClean="0">
                          <a:ln>
                            <a:noFill/>
                          </a:ln>
                          <a:solidFill>
                            <a:schemeClr val="tx1"/>
                          </a:solidFill>
                          <a:effectLst/>
                          <a:latin typeface="Comic Sans MS" pitchFamily="66" charset="0"/>
                          <a:ea typeface="楷体_GB2312" pitchFamily="49" charset="-122"/>
                        </a:rPr>
                        <a:t>0</a:t>
                      </a:r>
                    </a:p>
                    <a:p>
                      <a:pPr marL="0" marR="0" lvl="0" indent="0" algn="ctr" defTabSz="914400" rtl="0" eaLnBrk="1" fontAlgn="ctr" latinLnBrk="0" hangingPunct="1">
                        <a:lnSpc>
                          <a:spcPct val="100000"/>
                        </a:lnSpc>
                        <a:spcBef>
                          <a:spcPct val="20000"/>
                        </a:spcBef>
                        <a:spcAft>
                          <a:spcPct val="0"/>
                        </a:spcAft>
                        <a:buClr>
                          <a:schemeClr val="tx1"/>
                        </a:buClr>
                        <a:buSzTx/>
                        <a:buFont typeface="Wingdings" pitchFamily="2" charset="2"/>
                        <a:buNone/>
                        <a:tabLst/>
                      </a:pPr>
                      <a:r>
                        <a:rPr kumimoji="1" lang="en-US" altLang="zh-CN" sz="1800" b="1" i="0" u="none" strike="noStrike" cap="none" normalizeH="0" baseline="0" smtClean="0">
                          <a:ln>
                            <a:noFill/>
                          </a:ln>
                          <a:solidFill>
                            <a:schemeClr val="tx1"/>
                          </a:solidFill>
                          <a:effectLst/>
                          <a:latin typeface="Comic Sans MS" pitchFamily="66" charset="0"/>
                          <a:ea typeface="楷体_GB2312" pitchFamily="49" charset="-122"/>
                        </a:rPr>
                        <a:t>+</a:t>
                      </a:r>
                    </a:p>
                    <a:p>
                      <a:pPr marL="0" marR="0" lvl="0" indent="0" algn="ctr" defTabSz="914400" rtl="0" eaLnBrk="1" fontAlgn="ctr" latinLnBrk="0" hangingPunct="1">
                        <a:lnSpc>
                          <a:spcPct val="100000"/>
                        </a:lnSpc>
                        <a:spcBef>
                          <a:spcPct val="20000"/>
                        </a:spcBef>
                        <a:spcAft>
                          <a:spcPct val="0"/>
                        </a:spcAft>
                        <a:buClr>
                          <a:schemeClr val="tx1"/>
                        </a:buClr>
                        <a:buSzTx/>
                        <a:buFont typeface="Wingdings" pitchFamily="2" charset="2"/>
                        <a:buNone/>
                        <a:tabLst/>
                      </a:pPr>
                      <a:r>
                        <a:rPr kumimoji="1" lang="en-US" altLang="zh-CN" sz="1800" b="1" i="0" u="none" strike="noStrike" cap="none" normalizeH="0" baseline="0" smtClean="0">
                          <a:ln>
                            <a:noFill/>
                          </a:ln>
                          <a:solidFill>
                            <a:schemeClr val="tx1"/>
                          </a:solidFill>
                          <a:effectLst/>
                          <a:latin typeface="Comic Sans MS" pitchFamily="66" charset="0"/>
                          <a:ea typeface="楷体_GB2312" pitchFamily="49" charset="-122"/>
                        </a:rPr>
                        <a:t>Cube</a:t>
                      </a:r>
                      <a:r>
                        <a:rPr kumimoji="1" lang="en-US" altLang="zh-CN" sz="1800" b="1" i="0" u="none" strike="noStrike" cap="none" normalizeH="0" baseline="-14000" smtClean="0">
                          <a:ln>
                            <a:noFill/>
                          </a:ln>
                          <a:solidFill>
                            <a:schemeClr val="tx1"/>
                          </a:solidFill>
                          <a:effectLst/>
                          <a:latin typeface="Comic Sans MS" pitchFamily="66" charset="0"/>
                          <a:ea typeface="楷体_GB2312" pitchFamily="49" charset="-122"/>
                        </a:rPr>
                        <a:t>1</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ctr" latinLnBrk="0" hangingPunct="1">
                        <a:lnSpc>
                          <a:spcPct val="100000"/>
                        </a:lnSpc>
                        <a:spcBef>
                          <a:spcPct val="20000"/>
                        </a:spcBef>
                        <a:spcAft>
                          <a:spcPct val="0"/>
                        </a:spcAft>
                        <a:buClr>
                          <a:schemeClr val="tx1"/>
                        </a:buClr>
                        <a:buSzTx/>
                        <a:buFont typeface="Wingdings" pitchFamily="2" charset="2"/>
                        <a:buNone/>
                        <a:tabLst/>
                      </a:pPr>
                      <a:r>
                        <a:rPr kumimoji="1" lang="en-US" altLang="zh-CN" sz="1800" b="1" i="0" u="none" strike="noStrike" cap="none" normalizeH="0" baseline="0" smtClean="0">
                          <a:ln>
                            <a:noFill/>
                          </a:ln>
                          <a:solidFill>
                            <a:schemeClr val="tx1"/>
                          </a:solidFill>
                          <a:effectLst/>
                          <a:latin typeface="Comic Sans MS" pitchFamily="66" charset="0"/>
                          <a:ea typeface="楷体_GB2312" pitchFamily="49" charset="-122"/>
                        </a:rPr>
                        <a:t>Cube</a:t>
                      </a:r>
                      <a:r>
                        <a:rPr kumimoji="1" lang="en-US" altLang="zh-CN" sz="1800" b="1" i="0" u="none" strike="noStrike" cap="none" normalizeH="0" baseline="-14000" smtClean="0">
                          <a:ln>
                            <a:noFill/>
                          </a:ln>
                          <a:solidFill>
                            <a:schemeClr val="tx1"/>
                          </a:solidFill>
                          <a:effectLst/>
                          <a:latin typeface="Comic Sans MS" pitchFamily="66" charset="0"/>
                          <a:ea typeface="楷体_GB2312" pitchFamily="49" charset="-122"/>
                        </a:rPr>
                        <a:t>2</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ctr" latinLnBrk="0" hangingPunct="1">
                        <a:lnSpc>
                          <a:spcPct val="100000"/>
                        </a:lnSpc>
                        <a:spcBef>
                          <a:spcPct val="20000"/>
                        </a:spcBef>
                        <a:spcAft>
                          <a:spcPct val="0"/>
                        </a:spcAft>
                        <a:buClr>
                          <a:schemeClr val="tx1"/>
                        </a:buClr>
                        <a:buSzTx/>
                        <a:buFont typeface="Wingdings" pitchFamily="2" charset="2"/>
                        <a:buNone/>
                        <a:tabLst/>
                      </a:pPr>
                      <a:r>
                        <a:rPr kumimoji="1" lang="en-US" altLang="zh-CN" sz="1800" b="1" i="0" u="none" strike="noStrike" cap="none" normalizeH="0" baseline="0" smtClean="0">
                          <a:ln>
                            <a:noFill/>
                          </a:ln>
                          <a:solidFill>
                            <a:schemeClr val="tx1"/>
                          </a:solidFill>
                          <a:effectLst/>
                          <a:latin typeface="Comic Sans MS" pitchFamily="66" charset="0"/>
                          <a:ea typeface="楷体_GB2312" pitchFamily="49" charset="-122"/>
                        </a:rPr>
                        <a:t>Cube</a:t>
                      </a:r>
                      <a:r>
                        <a:rPr kumimoji="1" lang="en-US" altLang="zh-CN" sz="1800" b="1" i="0" u="none" strike="noStrike" cap="none" normalizeH="0" baseline="-14000" smtClean="0">
                          <a:ln>
                            <a:noFill/>
                          </a:ln>
                          <a:solidFill>
                            <a:schemeClr val="tx1"/>
                          </a:solidFill>
                          <a:effectLst/>
                          <a:latin typeface="Comic Sans MS" pitchFamily="66" charset="0"/>
                          <a:ea typeface="楷体_GB2312" pitchFamily="49" charset="-122"/>
                        </a:rPr>
                        <a:t>0</a:t>
                      </a:r>
                    </a:p>
                    <a:p>
                      <a:pPr marL="0" marR="0" lvl="0" indent="0" algn="ctr" defTabSz="914400" rtl="0" eaLnBrk="1" fontAlgn="ctr" latinLnBrk="0" hangingPunct="1">
                        <a:lnSpc>
                          <a:spcPct val="100000"/>
                        </a:lnSpc>
                        <a:spcBef>
                          <a:spcPct val="20000"/>
                        </a:spcBef>
                        <a:spcAft>
                          <a:spcPct val="0"/>
                        </a:spcAft>
                        <a:buClr>
                          <a:schemeClr val="tx1"/>
                        </a:buClr>
                        <a:buSzTx/>
                        <a:buFont typeface="Wingdings" pitchFamily="2" charset="2"/>
                        <a:buNone/>
                        <a:tabLst/>
                      </a:pPr>
                      <a:r>
                        <a:rPr kumimoji="1" lang="en-US" altLang="zh-CN" sz="1800" b="1" i="0" u="none" strike="noStrike" cap="none" normalizeH="0" baseline="0" smtClean="0">
                          <a:ln>
                            <a:noFill/>
                          </a:ln>
                          <a:solidFill>
                            <a:schemeClr val="tx1"/>
                          </a:solidFill>
                          <a:effectLst/>
                          <a:latin typeface="Comic Sans MS" pitchFamily="66" charset="0"/>
                          <a:ea typeface="楷体_GB2312" pitchFamily="49" charset="-122"/>
                        </a:rPr>
                        <a:t>+</a:t>
                      </a:r>
                    </a:p>
                    <a:p>
                      <a:pPr marL="0" marR="0" lvl="0" indent="0" algn="ctr" defTabSz="914400" rtl="0" eaLnBrk="1" fontAlgn="ctr" latinLnBrk="0" hangingPunct="1">
                        <a:lnSpc>
                          <a:spcPct val="100000"/>
                        </a:lnSpc>
                        <a:spcBef>
                          <a:spcPct val="20000"/>
                        </a:spcBef>
                        <a:spcAft>
                          <a:spcPct val="0"/>
                        </a:spcAft>
                        <a:buClr>
                          <a:schemeClr val="tx1"/>
                        </a:buClr>
                        <a:buSzTx/>
                        <a:buFont typeface="Wingdings" pitchFamily="2" charset="2"/>
                        <a:buNone/>
                        <a:tabLst/>
                      </a:pPr>
                      <a:r>
                        <a:rPr kumimoji="1" lang="en-US" altLang="zh-CN" sz="1800" b="1" i="0" u="none" strike="noStrike" cap="none" normalizeH="0" baseline="0" smtClean="0">
                          <a:ln>
                            <a:noFill/>
                          </a:ln>
                          <a:solidFill>
                            <a:schemeClr val="tx1"/>
                          </a:solidFill>
                          <a:effectLst/>
                          <a:latin typeface="Comic Sans MS" pitchFamily="66" charset="0"/>
                          <a:ea typeface="楷体_GB2312" pitchFamily="49" charset="-122"/>
                        </a:rPr>
                        <a:t>Cube</a:t>
                      </a:r>
                      <a:r>
                        <a:rPr kumimoji="1" lang="en-US" altLang="zh-CN" sz="1800" b="1" i="0" u="none" strike="noStrike" cap="none" normalizeH="0" baseline="-14000" smtClean="0">
                          <a:ln>
                            <a:noFill/>
                          </a:ln>
                          <a:solidFill>
                            <a:schemeClr val="tx1"/>
                          </a:solidFill>
                          <a:effectLst/>
                          <a:latin typeface="Comic Sans MS" pitchFamily="66" charset="0"/>
                          <a:ea typeface="楷体_GB2312" pitchFamily="49" charset="-122"/>
                        </a:rPr>
                        <a:t>2</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ctr" latinLnBrk="0" hangingPunct="1">
                        <a:lnSpc>
                          <a:spcPct val="100000"/>
                        </a:lnSpc>
                        <a:spcBef>
                          <a:spcPct val="20000"/>
                        </a:spcBef>
                        <a:spcAft>
                          <a:spcPct val="0"/>
                        </a:spcAft>
                        <a:buClr>
                          <a:schemeClr val="tx1"/>
                        </a:buClr>
                        <a:buSzTx/>
                        <a:buFont typeface="Wingdings" pitchFamily="2" charset="2"/>
                        <a:buNone/>
                        <a:tabLst/>
                      </a:pPr>
                      <a:r>
                        <a:rPr kumimoji="1" lang="en-US" altLang="zh-CN" sz="1800" b="1" i="0" u="none" strike="noStrike" cap="none" normalizeH="0" baseline="0" smtClean="0">
                          <a:ln>
                            <a:noFill/>
                          </a:ln>
                          <a:solidFill>
                            <a:schemeClr val="tx1"/>
                          </a:solidFill>
                          <a:effectLst/>
                          <a:latin typeface="Comic Sans MS" pitchFamily="66" charset="0"/>
                          <a:ea typeface="楷体_GB2312" pitchFamily="49" charset="-122"/>
                        </a:rPr>
                        <a:t>Cube</a:t>
                      </a:r>
                      <a:r>
                        <a:rPr kumimoji="1" lang="en-US" altLang="zh-CN" sz="1800" b="1" i="0" u="none" strike="noStrike" cap="none" normalizeH="0" baseline="-14000" smtClean="0">
                          <a:ln>
                            <a:noFill/>
                          </a:ln>
                          <a:solidFill>
                            <a:schemeClr val="tx1"/>
                          </a:solidFill>
                          <a:effectLst/>
                          <a:latin typeface="Comic Sans MS" pitchFamily="66" charset="0"/>
                          <a:ea typeface="楷体_GB2312" pitchFamily="49" charset="-122"/>
                        </a:rPr>
                        <a:t>1</a:t>
                      </a:r>
                    </a:p>
                    <a:p>
                      <a:pPr marL="0" marR="0" lvl="0" indent="0" algn="ctr" defTabSz="914400" rtl="0" eaLnBrk="1" fontAlgn="ctr" latinLnBrk="0" hangingPunct="1">
                        <a:lnSpc>
                          <a:spcPct val="100000"/>
                        </a:lnSpc>
                        <a:spcBef>
                          <a:spcPct val="20000"/>
                        </a:spcBef>
                        <a:spcAft>
                          <a:spcPct val="0"/>
                        </a:spcAft>
                        <a:buClr>
                          <a:schemeClr val="tx1"/>
                        </a:buClr>
                        <a:buSzTx/>
                        <a:buFont typeface="Wingdings" pitchFamily="2" charset="2"/>
                        <a:buNone/>
                        <a:tabLst/>
                      </a:pPr>
                      <a:r>
                        <a:rPr kumimoji="1" lang="en-US" altLang="zh-CN" sz="1800" b="1" i="0" u="none" strike="noStrike" cap="none" normalizeH="0" baseline="0" smtClean="0">
                          <a:ln>
                            <a:noFill/>
                          </a:ln>
                          <a:solidFill>
                            <a:schemeClr val="tx1"/>
                          </a:solidFill>
                          <a:effectLst/>
                          <a:latin typeface="Comic Sans MS" pitchFamily="66" charset="0"/>
                          <a:ea typeface="楷体_GB2312" pitchFamily="49" charset="-122"/>
                        </a:rPr>
                        <a:t>+</a:t>
                      </a:r>
                    </a:p>
                    <a:p>
                      <a:pPr marL="0" marR="0" lvl="0" indent="0" algn="ctr" defTabSz="914400" rtl="0" eaLnBrk="1" fontAlgn="ctr" latinLnBrk="0" hangingPunct="1">
                        <a:lnSpc>
                          <a:spcPct val="100000"/>
                        </a:lnSpc>
                        <a:spcBef>
                          <a:spcPct val="20000"/>
                        </a:spcBef>
                        <a:spcAft>
                          <a:spcPct val="0"/>
                        </a:spcAft>
                        <a:buClr>
                          <a:schemeClr val="tx1"/>
                        </a:buClr>
                        <a:buSzTx/>
                        <a:buFont typeface="Wingdings" pitchFamily="2" charset="2"/>
                        <a:buNone/>
                        <a:tabLst/>
                      </a:pPr>
                      <a:r>
                        <a:rPr kumimoji="1" lang="en-US" altLang="zh-CN" sz="1800" b="1" i="0" u="none" strike="noStrike" cap="none" normalizeH="0" baseline="0" smtClean="0">
                          <a:ln>
                            <a:noFill/>
                          </a:ln>
                          <a:solidFill>
                            <a:schemeClr val="tx1"/>
                          </a:solidFill>
                          <a:effectLst/>
                          <a:latin typeface="Comic Sans MS" pitchFamily="66" charset="0"/>
                          <a:ea typeface="楷体_GB2312" pitchFamily="49" charset="-122"/>
                        </a:rPr>
                        <a:t>Cube</a:t>
                      </a:r>
                      <a:r>
                        <a:rPr kumimoji="1" lang="en-US" altLang="zh-CN" sz="1800" b="1" i="0" u="none" strike="noStrike" cap="none" normalizeH="0" baseline="-14000" smtClean="0">
                          <a:ln>
                            <a:noFill/>
                          </a:ln>
                          <a:solidFill>
                            <a:schemeClr val="tx1"/>
                          </a:solidFill>
                          <a:effectLst/>
                          <a:latin typeface="Comic Sans MS" pitchFamily="66" charset="0"/>
                          <a:ea typeface="楷体_GB2312" pitchFamily="49" charset="-122"/>
                        </a:rPr>
                        <a:t>2</a:t>
                      </a:r>
                      <a:endParaRPr kumimoji="1" lang="en-US" altLang="zh-CN"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ctr" latinLnBrk="0" hangingPunct="1">
                        <a:lnSpc>
                          <a:spcPct val="100000"/>
                        </a:lnSpc>
                        <a:spcBef>
                          <a:spcPct val="20000"/>
                        </a:spcBef>
                        <a:spcAft>
                          <a:spcPct val="0"/>
                        </a:spcAft>
                        <a:buClr>
                          <a:schemeClr val="tx1"/>
                        </a:buClr>
                        <a:buSzTx/>
                        <a:buFont typeface="Wingdings" pitchFamily="2" charset="2"/>
                        <a:buNone/>
                        <a:tabLst/>
                      </a:pPr>
                      <a:r>
                        <a:rPr kumimoji="1" lang="en-US" altLang="zh-CN" sz="1800" b="1" i="0" u="none" strike="noStrike" cap="none" normalizeH="0" baseline="0" smtClean="0">
                          <a:ln>
                            <a:noFill/>
                          </a:ln>
                          <a:solidFill>
                            <a:schemeClr val="tx1"/>
                          </a:solidFill>
                          <a:effectLst/>
                          <a:latin typeface="Comic Sans MS" pitchFamily="66" charset="0"/>
                          <a:ea typeface="楷体_GB2312" pitchFamily="49" charset="-122"/>
                        </a:rPr>
                        <a:t>Cube</a:t>
                      </a:r>
                      <a:r>
                        <a:rPr kumimoji="1" lang="en-US" altLang="zh-CN" sz="1800" b="1" i="0" u="none" strike="noStrike" cap="none" normalizeH="0" baseline="-14000" smtClean="0">
                          <a:ln>
                            <a:noFill/>
                          </a:ln>
                          <a:solidFill>
                            <a:schemeClr val="tx1"/>
                          </a:solidFill>
                          <a:effectLst/>
                          <a:latin typeface="Comic Sans MS" pitchFamily="66" charset="0"/>
                          <a:ea typeface="楷体_GB2312" pitchFamily="49" charset="-122"/>
                        </a:rPr>
                        <a:t>0</a:t>
                      </a:r>
                    </a:p>
                    <a:p>
                      <a:pPr marL="0" marR="0" lvl="0" indent="0" algn="ctr" defTabSz="914400" rtl="0" eaLnBrk="1" fontAlgn="ctr" latinLnBrk="0" hangingPunct="1">
                        <a:lnSpc>
                          <a:spcPct val="100000"/>
                        </a:lnSpc>
                        <a:spcBef>
                          <a:spcPct val="20000"/>
                        </a:spcBef>
                        <a:spcAft>
                          <a:spcPct val="0"/>
                        </a:spcAft>
                        <a:buClr>
                          <a:schemeClr val="tx1"/>
                        </a:buClr>
                        <a:buSzTx/>
                        <a:buFont typeface="Wingdings" pitchFamily="2" charset="2"/>
                        <a:buNone/>
                        <a:tabLst/>
                      </a:pPr>
                      <a:r>
                        <a:rPr kumimoji="1" lang="en-US" altLang="zh-CN" sz="1800" b="1" i="0" u="none" strike="noStrike" cap="none" normalizeH="0" baseline="0" smtClean="0">
                          <a:ln>
                            <a:noFill/>
                          </a:ln>
                          <a:solidFill>
                            <a:schemeClr val="tx1"/>
                          </a:solidFill>
                          <a:effectLst/>
                          <a:latin typeface="Comic Sans MS" pitchFamily="66" charset="0"/>
                          <a:ea typeface="楷体_GB2312" pitchFamily="49" charset="-122"/>
                        </a:rPr>
                        <a:t>+</a:t>
                      </a:r>
                    </a:p>
                    <a:p>
                      <a:pPr marL="0" marR="0" lvl="0" indent="0" algn="ctr" defTabSz="914400" rtl="0" eaLnBrk="1" fontAlgn="ctr" latinLnBrk="0" hangingPunct="1">
                        <a:lnSpc>
                          <a:spcPct val="100000"/>
                        </a:lnSpc>
                        <a:spcBef>
                          <a:spcPct val="20000"/>
                        </a:spcBef>
                        <a:spcAft>
                          <a:spcPct val="0"/>
                        </a:spcAft>
                        <a:buClr>
                          <a:schemeClr val="tx1"/>
                        </a:buClr>
                        <a:buSzTx/>
                        <a:buFont typeface="Wingdings" pitchFamily="2" charset="2"/>
                        <a:buNone/>
                        <a:tabLst/>
                      </a:pPr>
                      <a:r>
                        <a:rPr kumimoji="1" lang="en-US" altLang="zh-CN" sz="1800" b="1" i="0" u="none" strike="noStrike" cap="none" normalizeH="0" baseline="0" smtClean="0">
                          <a:ln>
                            <a:noFill/>
                          </a:ln>
                          <a:solidFill>
                            <a:schemeClr val="tx1"/>
                          </a:solidFill>
                          <a:effectLst/>
                          <a:latin typeface="Comic Sans MS" pitchFamily="66" charset="0"/>
                          <a:ea typeface="楷体_GB2312" pitchFamily="49" charset="-122"/>
                        </a:rPr>
                        <a:t>Cube</a:t>
                      </a:r>
                      <a:r>
                        <a:rPr kumimoji="1" lang="en-US" altLang="zh-CN" sz="1800" b="1" i="0" u="none" strike="noStrike" cap="none" normalizeH="0" baseline="-14000" smtClean="0">
                          <a:ln>
                            <a:noFill/>
                          </a:ln>
                          <a:solidFill>
                            <a:schemeClr val="tx1"/>
                          </a:solidFill>
                          <a:effectLst/>
                          <a:latin typeface="Comic Sans MS" pitchFamily="66" charset="0"/>
                          <a:ea typeface="楷体_GB2312" pitchFamily="49" charset="-122"/>
                        </a:rPr>
                        <a:t>1</a:t>
                      </a:r>
                    </a:p>
                    <a:p>
                      <a:pPr marL="0" marR="0" lvl="0" indent="0" algn="ctr" defTabSz="914400" rtl="0" eaLnBrk="1" fontAlgn="ctr" latinLnBrk="0" hangingPunct="1">
                        <a:lnSpc>
                          <a:spcPct val="100000"/>
                        </a:lnSpc>
                        <a:spcBef>
                          <a:spcPct val="20000"/>
                        </a:spcBef>
                        <a:spcAft>
                          <a:spcPct val="0"/>
                        </a:spcAft>
                        <a:buClr>
                          <a:schemeClr val="tx1"/>
                        </a:buClr>
                        <a:buSzTx/>
                        <a:buFont typeface="Wingdings" pitchFamily="2" charset="2"/>
                        <a:buNone/>
                        <a:tabLst/>
                      </a:pPr>
                      <a:r>
                        <a:rPr kumimoji="1" lang="en-US" altLang="zh-CN" sz="1800" b="1" i="0" u="none" strike="noStrike" cap="none" normalizeH="0" baseline="0" smtClean="0">
                          <a:ln>
                            <a:noFill/>
                          </a:ln>
                          <a:solidFill>
                            <a:schemeClr val="tx1"/>
                          </a:solidFill>
                          <a:effectLst/>
                          <a:latin typeface="Comic Sans MS" pitchFamily="66" charset="0"/>
                          <a:ea typeface="楷体_GB2312" pitchFamily="49" charset="-122"/>
                        </a:rPr>
                        <a:t>+</a:t>
                      </a:r>
                    </a:p>
                    <a:p>
                      <a:pPr marL="0" marR="0" lvl="0" indent="0" algn="ctr" defTabSz="914400" rtl="0" eaLnBrk="1" fontAlgn="ctr" latinLnBrk="0" hangingPunct="1">
                        <a:lnSpc>
                          <a:spcPct val="100000"/>
                        </a:lnSpc>
                        <a:spcBef>
                          <a:spcPct val="20000"/>
                        </a:spcBef>
                        <a:spcAft>
                          <a:spcPct val="0"/>
                        </a:spcAft>
                        <a:buClr>
                          <a:schemeClr val="tx1"/>
                        </a:buClr>
                        <a:buSzTx/>
                        <a:buFont typeface="Wingdings" pitchFamily="2" charset="2"/>
                        <a:buNone/>
                        <a:tabLst/>
                      </a:pPr>
                      <a:r>
                        <a:rPr kumimoji="1" lang="en-US" altLang="zh-CN" sz="1800" b="1" i="0" u="none" strike="noStrike" cap="none" normalizeH="0" baseline="0" smtClean="0">
                          <a:ln>
                            <a:noFill/>
                          </a:ln>
                          <a:solidFill>
                            <a:schemeClr val="tx1"/>
                          </a:solidFill>
                          <a:effectLst/>
                          <a:latin typeface="Comic Sans MS" pitchFamily="66" charset="0"/>
                          <a:ea typeface="楷体_GB2312" pitchFamily="49" charset="-122"/>
                        </a:rPr>
                        <a:t>Cube</a:t>
                      </a:r>
                      <a:r>
                        <a:rPr kumimoji="1" lang="en-US" altLang="zh-CN" sz="1800" b="1" i="0" u="none" strike="noStrike" cap="none" normalizeH="0" baseline="-14000" smtClean="0">
                          <a:ln>
                            <a:noFill/>
                          </a:ln>
                          <a:solidFill>
                            <a:schemeClr val="tx1"/>
                          </a:solidFill>
                          <a:effectLst/>
                          <a:latin typeface="Comic Sans MS" pitchFamily="66" charset="0"/>
                          <a:ea typeface="楷体_GB2312" pitchFamily="49" charset="-122"/>
                        </a:rPr>
                        <a:t>2</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591207">
                <a:tc gridSpan="2" vMerge="1">
                  <a:txBody>
                    <a:bodyPr/>
                    <a:lstStyle/>
                    <a:p>
                      <a:endParaRPr lang="zh-CN" altLang="en-US"/>
                    </a:p>
                  </a:txBody>
                  <a:tcPr/>
                </a:tc>
                <a:tc hMerge="1" vMerge="1">
                  <a:txBody>
                    <a:bodyPr/>
                    <a:lstStyle/>
                    <a:p>
                      <a:endParaRPr lang="zh-CN" altLang="en-US"/>
                    </a:p>
                  </a:txBody>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ctr"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恒等</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ctr" latinLnBrk="0" hangingPunct="1">
                        <a:lnSpc>
                          <a:spcPct val="100000"/>
                        </a:lnSpc>
                        <a:spcBef>
                          <a:spcPct val="20000"/>
                        </a:spcBef>
                        <a:spcAft>
                          <a:spcPct val="0"/>
                        </a:spcAft>
                        <a:buClr>
                          <a:schemeClr val="tx1"/>
                        </a:buClr>
                        <a:buSzTx/>
                        <a:buFont typeface="Wingdings" pitchFamily="2" charset="2"/>
                        <a:buNone/>
                        <a:tabLst/>
                      </a:pPr>
                      <a:r>
                        <a:rPr kumimoji="1" lang="en-US" altLang="zh-CN" sz="1800" b="1" i="0" u="none" strike="noStrike" cap="none" normalizeH="0" baseline="0" smtClean="0">
                          <a:ln>
                            <a:noFill/>
                          </a:ln>
                          <a:solidFill>
                            <a:schemeClr val="tx1"/>
                          </a:solidFill>
                          <a:effectLst/>
                          <a:latin typeface="Comic Sans MS" pitchFamily="66" charset="0"/>
                          <a:ea typeface="楷体_GB2312" pitchFamily="49" charset="-122"/>
                        </a:rPr>
                        <a:t>4</a:t>
                      </a: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组2元</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ctr" latinLnBrk="0" hangingPunct="1">
                        <a:lnSpc>
                          <a:spcPct val="100000"/>
                        </a:lnSpc>
                        <a:spcBef>
                          <a:spcPct val="20000"/>
                        </a:spcBef>
                        <a:spcAft>
                          <a:spcPct val="0"/>
                        </a:spcAft>
                        <a:buClr>
                          <a:schemeClr val="tx1"/>
                        </a:buClr>
                        <a:buSzTx/>
                        <a:buFont typeface="Wingdings" pitchFamily="2" charset="2"/>
                        <a:buNone/>
                        <a:tabLst/>
                      </a:pPr>
                      <a:r>
                        <a:rPr kumimoji="1" lang="en-US" altLang="zh-CN" sz="1800" b="1" i="0" u="none" strike="noStrike" cap="none" normalizeH="0" baseline="0" smtClean="0">
                          <a:ln>
                            <a:noFill/>
                          </a:ln>
                          <a:solidFill>
                            <a:schemeClr val="tx1"/>
                          </a:solidFill>
                          <a:effectLst/>
                          <a:latin typeface="Comic Sans MS" pitchFamily="66" charset="0"/>
                          <a:ea typeface="楷体_GB2312" pitchFamily="49" charset="-122"/>
                        </a:rPr>
                        <a:t>4</a:t>
                      </a: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组2元</a:t>
                      </a:r>
                    </a:p>
                    <a:p>
                      <a:pPr marL="0" marR="0" lvl="0" indent="0" algn="ctr" defTabSz="914400" rtl="0" eaLnBrk="1" fontAlgn="ctr" latinLnBrk="0" hangingPunct="1">
                        <a:lnSpc>
                          <a:spcPct val="100000"/>
                        </a:lnSpc>
                        <a:spcBef>
                          <a:spcPct val="20000"/>
                        </a:spcBef>
                        <a:spcAft>
                          <a:spcPct val="0"/>
                        </a:spcAft>
                        <a:buClr>
                          <a:schemeClr val="tx1"/>
                        </a:buClr>
                        <a:buSzTx/>
                        <a:buFont typeface="Wingdings" pitchFamily="2" charset="2"/>
                        <a:buNone/>
                        <a:tabLst/>
                      </a:pPr>
                      <a:r>
                        <a:rPr kumimoji="1" lang="en-US" altLang="zh-CN" sz="1800" b="1" i="0" u="none" strike="noStrike" cap="none" normalizeH="0" baseline="0" smtClean="0">
                          <a:ln>
                            <a:noFill/>
                          </a:ln>
                          <a:solidFill>
                            <a:schemeClr val="tx1"/>
                          </a:solidFill>
                          <a:effectLst/>
                          <a:latin typeface="Comic Sans MS" pitchFamily="66" charset="0"/>
                          <a:ea typeface="楷体_GB2312" pitchFamily="49" charset="-122"/>
                        </a:rPr>
                        <a:t>+</a:t>
                      </a:r>
                      <a:r>
                        <a:rPr kumimoji="1" lang="en-US" altLang="zh-CN" sz="1800" b="1" i="0" u="none" strike="noStrike" cap="none" normalizeH="0" baseline="-14000" smtClean="0">
                          <a:ln>
                            <a:noFill/>
                          </a:ln>
                          <a:solidFill>
                            <a:schemeClr val="tx1"/>
                          </a:solidFill>
                          <a:effectLst/>
                          <a:latin typeface="Comic Sans MS" pitchFamily="66" charset="0"/>
                          <a:ea typeface="楷体_GB2312" pitchFamily="49" charset="-122"/>
                        </a:rPr>
                        <a:t> </a:t>
                      </a:r>
                    </a:p>
                    <a:p>
                      <a:pPr marL="0" marR="0" lvl="0" indent="0" algn="ctr" defTabSz="914400" rtl="0" eaLnBrk="1" fontAlgn="ctr"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2组4元</a:t>
                      </a:r>
                      <a:endParaRPr kumimoji="1" lang="en-US" altLang="zh-CN"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ctr"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2组4元</a:t>
                      </a:r>
                      <a:endParaRPr kumimoji="1" lang="en-US" altLang="zh-CN"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ctr"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2组4元</a:t>
                      </a:r>
                    </a:p>
                    <a:p>
                      <a:pPr marL="0" marR="0" lvl="0" indent="0" algn="ctr" defTabSz="914400" rtl="0" eaLnBrk="1" fontAlgn="ctr" latinLnBrk="0" hangingPunct="1">
                        <a:lnSpc>
                          <a:spcPct val="100000"/>
                        </a:lnSpc>
                        <a:spcBef>
                          <a:spcPct val="20000"/>
                        </a:spcBef>
                        <a:spcAft>
                          <a:spcPct val="0"/>
                        </a:spcAft>
                        <a:buClr>
                          <a:schemeClr val="tx1"/>
                        </a:buClr>
                        <a:buSzTx/>
                        <a:buFont typeface="Wingdings" pitchFamily="2" charset="2"/>
                        <a:buNone/>
                        <a:tabLst/>
                      </a:pPr>
                      <a:r>
                        <a:rPr kumimoji="1" lang="en-US" altLang="zh-CN" sz="1800" b="1" i="0" u="none" strike="noStrike" cap="none" normalizeH="0" baseline="0" smtClean="0">
                          <a:ln>
                            <a:noFill/>
                          </a:ln>
                          <a:solidFill>
                            <a:schemeClr val="tx1"/>
                          </a:solidFill>
                          <a:effectLst/>
                          <a:latin typeface="Comic Sans MS" pitchFamily="66" charset="0"/>
                          <a:ea typeface="楷体_GB2312" pitchFamily="49" charset="-122"/>
                        </a:rPr>
                        <a:t>+</a:t>
                      </a:r>
                    </a:p>
                    <a:p>
                      <a:pPr marL="0" marR="0" lvl="0" indent="0" algn="ctr" defTabSz="914400" rtl="0" eaLnBrk="1" fontAlgn="ctr"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1组8元</a:t>
                      </a:r>
                      <a:endParaRPr kumimoji="1" lang="en-US" altLang="zh-CN"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ctr" latinLnBrk="0" hangingPunct="1">
                        <a:lnSpc>
                          <a:spcPct val="100000"/>
                        </a:lnSpc>
                        <a:spcBef>
                          <a:spcPct val="20000"/>
                        </a:spcBef>
                        <a:spcAft>
                          <a:spcPct val="0"/>
                        </a:spcAft>
                        <a:buClr>
                          <a:schemeClr val="tx1"/>
                        </a:buClr>
                        <a:buSzTx/>
                        <a:buFont typeface="Wingdings" pitchFamily="2" charset="2"/>
                        <a:buNone/>
                        <a:tabLst/>
                      </a:pPr>
                      <a:r>
                        <a:rPr kumimoji="1" lang="en-US" altLang="zh-CN" sz="1800" b="1" i="0" u="none" strike="noStrike" cap="none" normalizeH="0" baseline="0" dirty="0" smtClean="0">
                          <a:ln>
                            <a:noFill/>
                          </a:ln>
                          <a:solidFill>
                            <a:schemeClr val="tx1"/>
                          </a:solidFill>
                          <a:effectLst/>
                          <a:latin typeface="Comic Sans MS" pitchFamily="66" charset="0"/>
                          <a:ea typeface="楷体_GB2312" pitchFamily="49" charset="-122"/>
                        </a:rPr>
                        <a:t>4</a:t>
                      </a:r>
                      <a:r>
                        <a:rPr kumimoji="1" lang="zh-CN" altLang="en-US" sz="1800" b="1" i="0" u="none" strike="noStrike" cap="none" normalizeH="0" baseline="0" dirty="0" smtClean="0">
                          <a:ln>
                            <a:noFill/>
                          </a:ln>
                          <a:solidFill>
                            <a:schemeClr val="tx1"/>
                          </a:solidFill>
                          <a:effectLst/>
                          <a:latin typeface="Comic Sans MS" pitchFamily="66" charset="0"/>
                          <a:ea typeface="楷体_GB2312" pitchFamily="49" charset="-122"/>
                        </a:rPr>
                        <a:t>组2元</a:t>
                      </a:r>
                    </a:p>
                    <a:p>
                      <a:pPr marL="0" marR="0" lvl="0" indent="0" algn="ctr" defTabSz="914400" rtl="0" eaLnBrk="1" fontAlgn="ctr" latinLnBrk="0" hangingPunct="1">
                        <a:lnSpc>
                          <a:spcPct val="100000"/>
                        </a:lnSpc>
                        <a:spcBef>
                          <a:spcPct val="20000"/>
                        </a:spcBef>
                        <a:spcAft>
                          <a:spcPct val="0"/>
                        </a:spcAft>
                        <a:buClr>
                          <a:schemeClr val="tx1"/>
                        </a:buClr>
                        <a:buSzTx/>
                        <a:buFont typeface="Wingdings" pitchFamily="2" charset="2"/>
                        <a:buNone/>
                        <a:tabLst/>
                      </a:pPr>
                      <a:r>
                        <a:rPr kumimoji="1" lang="en-US" altLang="zh-CN" sz="1800" b="1" i="0" u="none" strike="noStrike" cap="none" normalizeH="0" baseline="0" dirty="0" smtClean="0">
                          <a:ln>
                            <a:noFill/>
                          </a:ln>
                          <a:solidFill>
                            <a:schemeClr val="tx1"/>
                          </a:solidFill>
                          <a:effectLst/>
                          <a:latin typeface="Comic Sans MS" pitchFamily="66" charset="0"/>
                          <a:ea typeface="楷体_GB2312" pitchFamily="49" charset="-122"/>
                        </a:rPr>
                        <a:t>+ </a:t>
                      </a:r>
                    </a:p>
                    <a:p>
                      <a:pPr marL="0" marR="0" lvl="0" indent="0" algn="ctr" defTabSz="914400" rtl="0" eaLnBrk="1" fontAlgn="ctr"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dirty="0" smtClean="0">
                          <a:ln>
                            <a:noFill/>
                          </a:ln>
                          <a:solidFill>
                            <a:schemeClr val="tx1"/>
                          </a:solidFill>
                          <a:effectLst/>
                          <a:latin typeface="Comic Sans MS" pitchFamily="66" charset="0"/>
                          <a:ea typeface="楷体_GB2312" pitchFamily="49" charset="-122"/>
                        </a:rPr>
                        <a:t>2组4元</a:t>
                      </a:r>
                      <a:endParaRPr kumimoji="1" lang="en-US" altLang="zh-CN" sz="1800" b="1" i="0" u="none" strike="noStrike" cap="none" normalizeH="0" baseline="0" dirty="0" smtClean="0">
                        <a:ln>
                          <a:noFill/>
                        </a:ln>
                        <a:solidFill>
                          <a:schemeClr val="tx1"/>
                        </a:solidFill>
                        <a:effectLst/>
                        <a:latin typeface="Comic Sans MS" pitchFamily="66" charset="0"/>
                        <a:ea typeface="楷体_GB2312" pitchFamily="49" charset="-122"/>
                      </a:endParaRPr>
                    </a:p>
                    <a:p>
                      <a:pPr marL="0" marR="0" lvl="0" indent="0" algn="ctr" defTabSz="914400" rtl="0" eaLnBrk="1" fontAlgn="ctr" latinLnBrk="0" hangingPunct="1">
                        <a:lnSpc>
                          <a:spcPct val="100000"/>
                        </a:lnSpc>
                        <a:spcBef>
                          <a:spcPct val="20000"/>
                        </a:spcBef>
                        <a:spcAft>
                          <a:spcPct val="0"/>
                        </a:spcAft>
                        <a:buClr>
                          <a:schemeClr val="tx1"/>
                        </a:buClr>
                        <a:buSzTx/>
                        <a:buFont typeface="Wingdings" pitchFamily="2" charset="2"/>
                        <a:buNone/>
                        <a:tabLst/>
                      </a:pPr>
                      <a:r>
                        <a:rPr kumimoji="1" lang="en-US" altLang="zh-CN" sz="1800" b="1" i="0" u="none" strike="noStrike" cap="none" normalizeH="0" baseline="0" dirty="0" smtClean="0">
                          <a:ln>
                            <a:noFill/>
                          </a:ln>
                          <a:solidFill>
                            <a:schemeClr val="tx1"/>
                          </a:solidFill>
                          <a:effectLst/>
                          <a:latin typeface="Comic Sans MS" pitchFamily="66" charset="0"/>
                          <a:ea typeface="楷体_GB2312" pitchFamily="49" charset="-122"/>
                        </a:rPr>
                        <a:t>+</a:t>
                      </a:r>
                    </a:p>
                    <a:p>
                      <a:pPr marL="0" marR="0" lvl="0" indent="0" algn="ctr" defTabSz="914400" rtl="0" eaLnBrk="1" fontAlgn="ctr"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dirty="0" smtClean="0">
                          <a:ln>
                            <a:noFill/>
                          </a:ln>
                          <a:solidFill>
                            <a:schemeClr val="tx1"/>
                          </a:solidFill>
                          <a:effectLst/>
                          <a:latin typeface="Comic Sans MS" pitchFamily="66" charset="0"/>
                          <a:ea typeface="楷体_GB2312" pitchFamily="49" charset="-122"/>
                        </a:rPr>
                        <a:t>1组8元</a:t>
                      </a:r>
                      <a:endParaRPr kumimoji="1" lang="en-US" altLang="zh-CN" sz="1800" b="1" i="0" u="none" strike="noStrike" cap="none" normalizeH="0" baseline="0" dirty="0" smtClean="0">
                        <a:ln>
                          <a:noFill/>
                        </a:ln>
                        <a:solidFill>
                          <a:schemeClr val="tx1"/>
                        </a:solidFill>
                        <a:effectLst/>
                        <a:latin typeface="Comic Sans MS" pitchFamily="66" charset="0"/>
                        <a:ea typeface="楷体_GB2312" pitchFamily="49" charset="-122"/>
                      </a:endParaRP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ctr" latinLnBrk="0" hangingPunct="1">
                        <a:lnSpc>
                          <a:spcPct val="100000"/>
                        </a:lnSpc>
                        <a:spcBef>
                          <a:spcPct val="20000"/>
                        </a:spcBef>
                        <a:spcAft>
                          <a:spcPct val="0"/>
                        </a:spcAft>
                        <a:buClr>
                          <a:schemeClr val="tx1"/>
                        </a:buClr>
                        <a:buSzTx/>
                        <a:buFont typeface="Wingdings" pitchFamily="2" charset="2"/>
                        <a:buNone/>
                        <a:tabLst/>
                      </a:pPr>
                      <a:r>
                        <a:rPr kumimoji="1" lang="en-US" altLang="zh-CN" sz="1800" b="1" i="0" u="none" strike="noStrike" cap="none" normalizeH="0" baseline="0" smtClean="0">
                          <a:ln>
                            <a:noFill/>
                          </a:ln>
                          <a:solidFill>
                            <a:schemeClr val="tx1"/>
                          </a:solidFill>
                          <a:effectLst/>
                          <a:latin typeface="Comic Sans MS" pitchFamily="66" charset="0"/>
                          <a:ea typeface="楷体_GB2312" pitchFamily="49" charset="-122"/>
                        </a:rPr>
                        <a:t>4</a:t>
                      </a: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组2元</a:t>
                      </a:r>
                    </a:p>
                    <a:p>
                      <a:pPr marL="0" marR="0" lvl="0" indent="0" algn="ctr" defTabSz="914400" rtl="0" eaLnBrk="1" fontAlgn="ctr" latinLnBrk="0" hangingPunct="1">
                        <a:lnSpc>
                          <a:spcPct val="100000"/>
                        </a:lnSpc>
                        <a:spcBef>
                          <a:spcPct val="20000"/>
                        </a:spcBef>
                        <a:spcAft>
                          <a:spcPct val="0"/>
                        </a:spcAft>
                        <a:buClr>
                          <a:schemeClr val="tx1"/>
                        </a:buClr>
                        <a:buSzTx/>
                        <a:buFont typeface="Wingdings" pitchFamily="2" charset="2"/>
                        <a:buNone/>
                        <a:tabLst/>
                      </a:pPr>
                      <a:r>
                        <a:rPr kumimoji="1" lang="en-US" altLang="zh-CN" sz="1800" b="1" i="0" u="none" strike="noStrike" cap="none" normalizeH="0" baseline="0" smtClean="0">
                          <a:ln>
                            <a:noFill/>
                          </a:ln>
                          <a:solidFill>
                            <a:schemeClr val="tx1"/>
                          </a:solidFill>
                          <a:effectLst/>
                          <a:latin typeface="Comic Sans MS" pitchFamily="66" charset="0"/>
                          <a:ea typeface="楷体_GB2312" pitchFamily="49" charset="-122"/>
                        </a:rPr>
                        <a:t>+ </a:t>
                      </a:r>
                    </a:p>
                    <a:p>
                      <a:pPr marL="0" marR="0" lvl="0" indent="0" algn="ctr" defTabSz="914400" rtl="0" eaLnBrk="1" fontAlgn="ctr"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1组8元</a:t>
                      </a:r>
                      <a:endParaRPr kumimoji="1" lang="en-US" altLang="zh-CN"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ctr"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1组8元</a:t>
                      </a:r>
                      <a:endParaRPr kumimoji="1" lang="en-US" altLang="zh-CN"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76931" name="Text Box 15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4 之 3</a:t>
            </a:r>
          </a:p>
        </p:txBody>
      </p:sp>
    </p:spTree>
  </p:cSld>
  <p:clrMapOvr>
    <a:masterClrMapping/>
  </p:clrMapOvr>
  <p:transition spd="slow">
    <p:random/>
    <p:sndAc>
      <p:stSnd>
        <p:snd r:embed="rId3" name="projctor.wav"/>
      </p:stSnd>
    </p:sndAc>
  </p:transition>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7826" name="Text Box 2"/>
          <p:cNvSpPr txBox="1">
            <a:spLocks noChangeArrowheads="1"/>
          </p:cNvSpPr>
          <p:nvPr/>
        </p:nvSpPr>
        <p:spPr bwMode="auto">
          <a:xfrm>
            <a:off x="2057400" y="1752600"/>
            <a:ext cx="32766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endParaRPr lang="zh-CN" altLang="en-US" b="0">
              <a:latin typeface="Times New Roman" pitchFamily="18" charset="0"/>
              <a:ea typeface="宋体" charset="-122"/>
            </a:endParaRPr>
          </a:p>
        </p:txBody>
      </p:sp>
      <p:sp>
        <p:nvSpPr>
          <p:cNvPr id="959491" name="Text Box 3"/>
          <p:cNvSpPr txBox="1">
            <a:spLocks noChangeArrowheads="1"/>
          </p:cNvSpPr>
          <p:nvPr/>
        </p:nvSpPr>
        <p:spPr bwMode="auto">
          <a:xfrm>
            <a:off x="2362200" y="6172200"/>
            <a:ext cx="4660900" cy="457200"/>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spAutoFit/>
          </a:bodyPr>
          <a:lstStyle/>
          <a:p>
            <a:pPr algn="ctr">
              <a:spcBef>
                <a:spcPct val="50000"/>
              </a:spcBef>
              <a:buClr>
                <a:schemeClr val="accent2"/>
              </a:buClr>
              <a:defRPr/>
            </a:pPr>
            <a:r>
              <a:rPr lang="en-US" altLang="zh-CN" sz="2400" b="1">
                <a:solidFill>
                  <a:srgbClr val="FF0000"/>
                </a:solidFill>
                <a:effectLst>
                  <a:outerShdw blurRad="38100" dist="38100" dir="2700000" algn="tl">
                    <a:srgbClr val="C0C0C0"/>
                  </a:outerShdw>
                </a:effectLst>
                <a:latin typeface="Arial" charset="0"/>
                <a:ea typeface="楷体_GB2312" pitchFamily="49" charset="-122"/>
              </a:rPr>
              <a:t>STARAN</a:t>
            </a:r>
            <a:r>
              <a:rPr lang="zh-CN" altLang="en-US" sz="2400" b="1">
                <a:solidFill>
                  <a:srgbClr val="FF0000"/>
                </a:solidFill>
                <a:effectLst>
                  <a:outerShdw blurRad="38100" dist="38100" dir="2700000" algn="tl">
                    <a:srgbClr val="C0C0C0"/>
                  </a:outerShdw>
                </a:effectLst>
                <a:latin typeface="Arial" charset="0"/>
                <a:ea typeface="楷体_GB2312" pitchFamily="49" charset="-122"/>
              </a:rPr>
              <a:t>移数网络</a:t>
            </a:r>
          </a:p>
        </p:txBody>
      </p:sp>
      <p:graphicFrame>
        <p:nvGraphicFramePr>
          <p:cNvPr id="959898" name="Group 410"/>
          <p:cNvGraphicFramePr>
            <a:graphicFrameLocks noGrp="1"/>
          </p:cNvGraphicFramePr>
          <p:nvPr>
            <p:extLst>
              <p:ext uri="{D42A27DB-BD31-4B8C-83A1-F6EECF244321}">
                <p14:modId xmlns:p14="http://schemas.microsoft.com/office/powerpoint/2010/main" val="10758655"/>
              </p:ext>
            </p:extLst>
          </p:nvPr>
        </p:nvGraphicFramePr>
        <p:xfrm>
          <a:off x="304800" y="381000"/>
          <a:ext cx="8610600" cy="5669136"/>
        </p:xfrm>
        <a:graphic>
          <a:graphicData uri="http://schemas.openxmlformats.org/drawingml/2006/table">
            <a:tbl>
              <a:tblPr/>
              <a:tblGrid>
                <a:gridCol w="609600"/>
                <a:gridCol w="1279525"/>
                <a:gridCol w="1082675"/>
                <a:gridCol w="914400"/>
                <a:gridCol w="914400"/>
                <a:gridCol w="990600"/>
                <a:gridCol w="990600"/>
                <a:gridCol w="914400"/>
                <a:gridCol w="914400"/>
              </a:tblGrid>
              <a:tr h="342873">
                <a:tc rowSpan="3">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dirty="0" smtClean="0">
                          <a:ln>
                            <a:noFill/>
                          </a:ln>
                          <a:solidFill>
                            <a:schemeClr val="tx1"/>
                          </a:solidFill>
                          <a:effectLst/>
                          <a:latin typeface="Comic Sans MS" pitchFamily="66" charset="0"/>
                          <a:ea typeface="楷体_GB2312" pitchFamily="49" charset="-122"/>
                        </a:rPr>
                        <a:t>2级</a:t>
                      </a:r>
                    </a:p>
                  </a:txBody>
                  <a:tcPr marL="0" marR="0" marT="19041" marB="19041" anchor="ctr" horzOverflow="overflow">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en-US" altLang="zh-CN" sz="2000" b="1" i="0" u="none" strike="noStrike" cap="none" normalizeH="0" baseline="0" smtClean="0">
                          <a:ln>
                            <a:noFill/>
                          </a:ln>
                          <a:solidFill>
                            <a:schemeClr val="tx1"/>
                          </a:solidFill>
                          <a:effectLst>
                            <a:outerShdw blurRad="38100" dist="38100" dir="2700000" algn="tl">
                              <a:srgbClr val="000000"/>
                            </a:outerShdw>
                          </a:effectLst>
                          <a:latin typeface="Comic Sans MS" pitchFamily="66" charset="0"/>
                          <a:ea typeface="楷体_GB2312" pitchFamily="49" charset="-122"/>
                        </a:rPr>
                        <a:t>K,L</a:t>
                      </a:r>
                    </a:p>
                  </a:txBody>
                  <a:tcPr marL="0" marR="0" marT="19041" marB="190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rPr>
                        <a:t>0</a:t>
                      </a:r>
                    </a:p>
                  </a:txBody>
                  <a:tcPr marL="0" marR="0" marT="19041" marB="190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rPr>
                        <a:t>0</a:t>
                      </a:r>
                    </a:p>
                  </a:txBody>
                  <a:tcPr marL="0" marR="0" marT="19041" marB="190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rPr>
                        <a:t>1</a:t>
                      </a:r>
                    </a:p>
                  </a:txBody>
                  <a:tcPr marL="0" marR="0" marT="19041" marB="190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rPr>
                        <a:t>0</a:t>
                      </a:r>
                    </a:p>
                  </a:txBody>
                  <a:tcPr marL="0" marR="0" marT="19041" marB="190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rPr>
                        <a:t>0</a:t>
                      </a:r>
                    </a:p>
                  </a:txBody>
                  <a:tcPr marL="0" marR="0" marT="19041" marB="190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rPr>
                        <a:t>0</a:t>
                      </a:r>
                    </a:p>
                  </a:txBody>
                  <a:tcPr marL="0" marR="0" marT="19041" marB="190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rPr>
                        <a:t>0</a:t>
                      </a:r>
                    </a:p>
                  </a:txBody>
                  <a:tcPr marL="0" marR="0" marT="19041" marB="19041" horzOverflow="overflow">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FF00"/>
                    </a:solidFill>
                  </a:tcPr>
                </a:tc>
              </a:tr>
              <a:tr h="342873">
                <a:tc vMerge="1">
                  <a:txBody>
                    <a:bodyPr/>
                    <a:lstStyle/>
                    <a:p>
                      <a:endParaRPr lang="zh-CN" altLang="en-US"/>
                    </a:p>
                  </a:txBody>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en-US" altLang="zh-CN" sz="2000" b="1" i="0" u="none" strike="noStrike" cap="none" normalizeH="0" baseline="0" smtClean="0">
                          <a:ln>
                            <a:noFill/>
                          </a:ln>
                          <a:solidFill>
                            <a:schemeClr val="tx1"/>
                          </a:solidFill>
                          <a:effectLst>
                            <a:outerShdw blurRad="38100" dist="38100" dir="2700000" algn="tl">
                              <a:srgbClr val="000000"/>
                            </a:outerShdw>
                          </a:effectLst>
                          <a:latin typeface="Comic Sans MS" pitchFamily="66" charset="0"/>
                          <a:ea typeface="楷体_GB2312" pitchFamily="49" charset="-122"/>
                        </a:rPr>
                        <a:t>J</a:t>
                      </a:r>
                    </a:p>
                  </a:txBody>
                  <a:tcPr marL="0" marR="0" marT="19041" marB="190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rPr>
                        <a:t>0</a:t>
                      </a:r>
                    </a:p>
                  </a:txBody>
                  <a:tcPr marL="0" marR="0" marT="19041" marB="190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rPr>
                        <a:t>1</a:t>
                      </a:r>
                    </a:p>
                  </a:txBody>
                  <a:tcPr marL="0" marR="0" marT="19041" marB="190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rPr>
                        <a:t>1</a:t>
                      </a:r>
                    </a:p>
                  </a:txBody>
                  <a:tcPr marL="0" marR="0" marT="19041" marB="190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rPr>
                        <a:t>0</a:t>
                      </a:r>
                    </a:p>
                  </a:txBody>
                  <a:tcPr marL="0" marR="0" marT="19041" marB="190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rPr>
                        <a:t>0</a:t>
                      </a:r>
                    </a:p>
                  </a:txBody>
                  <a:tcPr marL="0" marR="0" marT="19041" marB="190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rPr>
                        <a:t>0</a:t>
                      </a:r>
                    </a:p>
                  </a:txBody>
                  <a:tcPr marL="0" marR="0" marT="19041" marB="190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rPr>
                        <a:t>0</a:t>
                      </a:r>
                    </a:p>
                  </a:txBody>
                  <a:tcPr marL="0" marR="0" marT="19041" marB="19041" horzOverflow="overflow">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FF00"/>
                    </a:solidFill>
                  </a:tcPr>
                </a:tc>
              </a:tr>
              <a:tr h="342873">
                <a:tc vMerge="1">
                  <a:txBody>
                    <a:bodyPr/>
                    <a:lstStyle/>
                    <a:p>
                      <a:endParaRPr lang="zh-CN" altLang="en-US"/>
                    </a:p>
                  </a:txBody>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en-US" altLang="zh-CN" sz="2000" b="1" i="0" u="none" strike="noStrike" cap="none" normalizeH="0" baseline="0" smtClean="0">
                          <a:ln>
                            <a:noFill/>
                          </a:ln>
                          <a:solidFill>
                            <a:schemeClr val="tx1"/>
                          </a:solidFill>
                          <a:effectLst>
                            <a:outerShdw blurRad="38100" dist="38100" dir="2700000" algn="tl">
                              <a:srgbClr val="000000"/>
                            </a:outerShdw>
                          </a:effectLst>
                          <a:latin typeface="Comic Sans MS" pitchFamily="66" charset="0"/>
                          <a:ea typeface="楷体_GB2312" pitchFamily="49" charset="-122"/>
                        </a:rPr>
                        <a:t>I</a:t>
                      </a:r>
                    </a:p>
                  </a:txBody>
                  <a:tcPr marL="0" marR="0" marT="19041" marB="190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rPr>
                        <a:t>1</a:t>
                      </a:r>
                    </a:p>
                  </a:txBody>
                  <a:tcPr marL="0" marR="0" marT="19041" marB="190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rPr>
                        <a:t>1</a:t>
                      </a:r>
                    </a:p>
                  </a:txBody>
                  <a:tcPr marL="0" marR="0" marT="19041" marB="190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rPr>
                        <a:t>1</a:t>
                      </a:r>
                    </a:p>
                  </a:txBody>
                  <a:tcPr marL="0" marR="0" marT="19041" marB="190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rPr>
                        <a:t>0</a:t>
                      </a:r>
                    </a:p>
                  </a:txBody>
                  <a:tcPr marL="0" marR="0" marT="19041" marB="190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rPr>
                        <a:t>0</a:t>
                      </a:r>
                    </a:p>
                  </a:txBody>
                  <a:tcPr marL="0" marR="0" marT="19041" marB="190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rPr>
                        <a:t>0</a:t>
                      </a:r>
                    </a:p>
                  </a:txBody>
                  <a:tcPr marL="0" marR="0" marT="19041" marB="190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FF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rPr>
                        <a:t>0</a:t>
                      </a:r>
                    </a:p>
                  </a:txBody>
                  <a:tcPr marL="0" marR="0" marT="19041" marB="19041" horzOverflow="overflow">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FF00"/>
                    </a:solidFill>
                  </a:tcPr>
                </a:tc>
              </a:tr>
              <a:tr h="342873">
                <a:tc rowSpan="2">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rPr>
                        <a:t>1级</a:t>
                      </a:r>
                    </a:p>
                  </a:txBody>
                  <a:tcPr marL="0" marR="0" marT="19041" marB="19041" anchor="ctr" horzOverflow="overflow">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en-US" altLang="zh-CN" sz="2000" b="1" i="0" u="none" strike="noStrike" cap="none" normalizeH="0" baseline="0" smtClean="0">
                          <a:ln>
                            <a:noFill/>
                          </a:ln>
                          <a:solidFill>
                            <a:schemeClr val="tx1"/>
                          </a:solidFill>
                          <a:effectLst>
                            <a:outerShdw blurRad="38100" dist="38100" dir="2700000" algn="tl">
                              <a:srgbClr val="000000"/>
                            </a:outerShdw>
                          </a:effectLst>
                          <a:latin typeface="Comic Sans MS" pitchFamily="66" charset="0"/>
                          <a:ea typeface="楷体_GB2312" pitchFamily="49" charset="-122"/>
                        </a:rPr>
                        <a:t>G,H</a:t>
                      </a:r>
                      <a:endParaRPr kumimoji="1" lang="en-US" altLang="zh-CN" sz="2000" b="1" i="0" u="none" strike="noStrike" cap="none" normalizeH="0" baseline="0" dirty="0" smtClean="0">
                        <a:ln>
                          <a:noFill/>
                        </a:ln>
                        <a:solidFill>
                          <a:schemeClr val="tx1"/>
                        </a:solidFill>
                        <a:effectLst>
                          <a:outerShdw blurRad="38100" dist="38100" dir="2700000" algn="tl">
                            <a:srgbClr val="000000"/>
                          </a:outerShdw>
                        </a:effectLst>
                        <a:latin typeface="Comic Sans MS" pitchFamily="66" charset="0"/>
                        <a:ea typeface="楷体_GB2312" pitchFamily="49" charset="-122"/>
                      </a:endParaRPr>
                    </a:p>
                  </a:txBody>
                  <a:tcPr marL="0" marR="0" marT="19041" marB="190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rPr>
                        <a:t>0</a:t>
                      </a:r>
                    </a:p>
                  </a:txBody>
                  <a:tcPr marL="0" marR="0" marT="19041" marB="190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rPr>
                        <a:t>1</a:t>
                      </a:r>
                    </a:p>
                  </a:txBody>
                  <a:tcPr marL="0" marR="0" marT="19041" marB="190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rPr>
                        <a:t>0</a:t>
                      </a:r>
                    </a:p>
                  </a:txBody>
                  <a:tcPr marL="0" marR="0" marT="19041" marB="190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rPr>
                        <a:t>0</a:t>
                      </a:r>
                    </a:p>
                  </a:txBody>
                  <a:tcPr marL="0" marR="0" marT="19041" marB="190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rPr>
                        <a:t>1</a:t>
                      </a:r>
                    </a:p>
                  </a:txBody>
                  <a:tcPr marL="0" marR="0" marT="19041" marB="190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rPr>
                        <a:t>0</a:t>
                      </a:r>
                    </a:p>
                  </a:txBody>
                  <a:tcPr marL="0" marR="0" marT="19041" marB="190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rPr>
                        <a:t>0</a:t>
                      </a:r>
                    </a:p>
                  </a:txBody>
                  <a:tcPr marL="0" marR="0" marT="19041" marB="19041" horzOverflow="overflow">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r>
              <a:tr h="342873">
                <a:tc vMerge="1">
                  <a:txBody>
                    <a:bodyPr/>
                    <a:lstStyle/>
                    <a:p>
                      <a:endParaRPr lang="zh-CN" altLang="en-US"/>
                    </a:p>
                  </a:txBody>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en-US" altLang="zh-CN" sz="2000" b="1" i="0" u="none" strike="noStrike" cap="none" normalizeH="0" baseline="0" dirty="0" smtClean="0">
                          <a:ln>
                            <a:noFill/>
                          </a:ln>
                          <a:solidFill>
                            <a:schemeClr val="tx1"/>
                          </a:solidFill>
                          <a:effectLst>
                            <a:outerShdw blurRad="38100" dist="38100" dir="2700000" algn="tl">
                              <a:srgbClr val="000000"/>
                            </a:outerShdw>
                          </a:effectLst>
                          <a:latin typeface="Comic Sans MS" pitchFamily="66" charset="0"/>
                          <a:ea typeface="楷体_GB2312" pitchFamily="49" charset="-122"/>
                        </a:rPr>
                        <a:t>E,F</a:t>
                      </a:r>
                    </a:p>
                  </a:txBody>
                  <a:tcPr marL="0" marR="0" marT="19041" marB="190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rPr>
                        <a:t>1</a:t>
                      </a:r>
                    </a:p>
                  </a:txBody>
                  <a:tcPr marL="0" marR="0" marT="19041" marB="190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rPr>
                        <a:t>1</a:t>
                      </a:r>
                    </a:p>
                  </a:txBody>
                  <a:tcPr marL="0" marR="0" marT="19041" marB="190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rPr>
                        <a:t>0</a:t>
                      </a:r>
                    </a:p>
                  </a:txBody>
                  <a:tcPr marL="0" marR="0" marT="19041" marB="190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rPr>
                        <a:t>1</a:t>
                      </a:r>
                    </a:p>
                  </a:txBody>
                  <a:tcPr marL="0" marR="0" marT="19041" marB="190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rPr>
                        <a:t>1</a:t>
                      </a:r>
                    </a:p>
                  </a:txBody>
                  <a:tcPr marL="0" marR="0" marT="19041" marB="190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rPr>
                        <a:t>0</a:t>
                      </a:r>
                    </a:p>
                  </a:txBody>
                  <a:tcPr marL="0" marR="0" marT="19041" marB="190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rPr>
                        <a:t>0</a:t>
                      </a:r>
                    </a:p>
                  </a:txBody>
                  <a:tcPr marL="0" marR="0" marT="19041" marB="19041" horzOverflow="overflow">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r>
              <a:tr h="342873">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smtClean="0">
                          <a:ln>
                            <a:noFill/>
                          </a:ln>
                          <a:solidFill>
                            <a:schemeClr val="bg1"/>
                          </a:solidFill>
                          <a:effectLst/>
                          <a:latin typeface="Comic Sans MS" pitchFamily="66" charset="0"/>
                          <a:ea typeface="楷体_GB2312" pitchFamily="49" charset="-122"/>
                        </a:rPr>
                        <a:t>0级</a:t>
                      </a:r>
                    </a:p>
                  </a:txBody>
                  <a:tcPr marL="0" marR="0" marT="19041" marB="19041" horzOverflow="overflow">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en-US" altLang="zh-CN" sz="2000" b="1" i="0" u="none" strike="noStrike" cap="none" normalizeH="0" baseline="0" smtClean="0">
                          <a:ln>
                            <a:noFill/>
                          </a:ln>
                          <a:solidFill>
                            <a:schemeClr val="bg1"/>
                          </a:solidFill>
                          <a:effectLst>
                            <a:outerShdw blurRad="38100" dist="38100" dir="2700000" algn="tl">
                              <a:srgbClr val="000000"/>
                            </a:outerShdw>
                          </a:effectLst>
                          <a:latin typeface="Comic Sans MS" pitchFamily="66" charset="0"/>
                          <a:ea typeface="楷体_GB2312" pitchFamily="49" charset="-122"/>
                        </a:rPr>
                        <a:t>A,B,C,D</a:t>
                      </a:r>
                    </a:p>
                  </a:txBody>
                  <a:tcPr marL="0" marR="0" marT="19041" marB="190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smtClean="0">
                          <a:ln>
                            <a:noFill/>
                          </a:ln>
                          <a:solidFill>
                            <a:schemeClr val="bg1"/>
                          </a:solidFill>
                          <a:effectLst/>
                          <a:latin typeface="Comic Sans MS" pitchFamily="66" charset="0"/>
                          <a:ea typeface="楷体_GB2312" pitchFamily="49" charset="-122"/>
                        </a:rPr>
                        <a:t>1</a:t>
                      </a:r>
                    </a:p>
                  </a:txBody>
                  <a:tcPr marL="0" marR="0" marT="19041" marB="190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smtClean="0">
                          <a:ln>
                            <a:noFill/>
                          </a:ln>
                          <a:solidFill>
                            <a:schemeClr val="bg1"/>
                          </a:solidFill>
                          <a:effectLst/>
                          <a:latin typeface="Comic Sans MS" pitchFamily="66" charset="0"/>
                          <a:ea typeface="楷体_GB2312" pitchFamily="49" charset="-122"/>
                        </a:rPr>
                        <a:t>0</a:t>
                      </a:r>
                    </a:p>
                  </a:txBody>
                  <a:tcPr marL="0" marR="0" marT="19041" marB="190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smtClean="0">
                          <a:ln>
                            <a:noFill/>
                          </a:ln>
                          <a:solidFill>
                            <a:schemeClr val="bg1"/>
                          </a:solidFill>
                          <a:effectLst/>
                          <a:latin typeface="Comic Sans MS" pitchFamily="66" charset="0"/>
                          <a:ea typeface="楷体_GB2312" pitchFamily="49" charset="-122"/>
                        </a:rPr>
                        <a:t>0</a:t>
                      </a:r>
                    </a:p>
                  </a:txBody>
                  <a:tcPr marL="0" marR="0" marT="19041" marB="190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smtClean="0">
                          <a:ln>
                            <a:noFill/>
                          </a:ln>
                          <a:solidFill>
                            <a:schemeClr val="bg1"/>
                          </a:solidFill>
                          <a:effectLst/>
                          <a:latin typeface="Comic Sans MS" pitchFamily="66" charset="0"/>
                          <a:ea typeface="楷体_GB2312" pitchFamily="49" charset="-122"/>
                        </a:rPr>
                        <a:t>1</a:t>
                      </a:r>
                    </a:p>
                  </a:txBody>
                  <a:tcPr marL="0" marR="0" marT="19041" marB="190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smtClean="0">
                          <a:ln>
                            <a:noFill/>
                          </a:ln>
                          <a:solidFill>
                            <a:schemeClr val="bg1"/>
                          </a:solidFill>
                          <a:effectLst/>
                          <a:latin typeface="Comic Sans MS" pitchFamily="66" charset="0"/>
                          <a:ea typeface="楷体_GB2312" pitchFamily="49" charset="-122"/>
                        </a:rPr>
                        <a:t>0</a:t>
                      </a:r>
                    </a:p>
                  </a:txBody>
                  <a:tcPr marL="0" marR="0" marT="19041" marB="190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smtClean="0">
                          <a:ln>
                            <a:noFill/>
                          </a:ln>
                          <a:solidFill>
                            <a:schemeClr val="bg1"/>
                          </a:solidFill>
                          <a:effectLst/>
                          <a:latin typeface="Comic Sans MS" pitchFamily="66" charset="0"/>
                          <a:ea typeface="楷体_GB2312" pitchFamily="49" charset="-122"/>
                        </a:rPr>
                        <a:t>1</a:t>
                      </a:r>
                    </a:p>
                  </a:txBody>
                  <a:tcPr marL="0" marR="0" marT="19041" marB="190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smtClean="0">
                          <a:ln>
                            <a:noFill/>
                          </a:ln>
                          <a:solidFill>
                            <a:schemeClr val="bg1"/>
                          </a:solidFill>
                          <a:effectLst/>
                          <a:latin typeface="Comic Sans MS" pitchFamily="66" charset="0"/>
                          <a:ea typeface="楷体_GB2312" pitchFamily="49" charset="-122"/>
                        </a:rPr>
                        <a:t>0</a:t>
                      </a:r>
                    </a:p>
                  </a:txBody>
                  <a:tcPr marL="0" marR="0" marT="19041" marB="19041" horzOverflow="overflow">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r>
              <a:tr h="2903107">
                <a:tc gridSpan="2">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dirty="0" smtClean="0">
                          <a:ln>
                            <a:noFill/>
                          </a:ln>
                          <a:solidFill>
                            <a:schemeClr val="tx1"/>
                          </a:solidFill>
                          <a:effectLst/>
                          <a:latin typeface="Comic Sans MS" pitchFamily="66" charset="0"/>
                          <a:ea typeface="楷体_GB2312" pitchFamily="49" charset="-122"/>
                        </a:rPr>
                        <a:t>0</a:t>
                      </a:r>
                    </a:p>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dirty="0" smtClean="0">
                          <a:ln>
                            <a:noFill/>
                          </a:ln>
                          <a:solidFill>
                            <a:schemeClr val="tx1"/>
                          </a:solidFill>
                          <a:effectLst/>
                          <a:latin typeface="Comic Sans MS" pitchFamily="66" charset="0"/>
                          <a:ea typeface="楷体_GB2312" pitchFamily="49" charset="-122"/>
                        </a:rPr>
                        <a:t>1</a:t>
                      </a:r>
                    </a:p>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dirty="0" smtClean="0">
                          <a:ln>
                            <a:noFill/>
                          </a:ln>
                          <a:solidFill>
                            <a:schemeClr val="tx1"/>
                          </a:solidFill>
                          <a:effectLst/>
                          <a:latin typeface="Comic Sans MS" pitchFamily="66" charset="0"/>
                          <a:ea typeface="楷体_GB2312" pitchFamily="49" charset="-122"/>
                        </a:rPr>
                        <a:t>2</a:t>
                      </a:r>
                    </a:p>
                    <a:p>
                      <a:pPr marL="0" marR="0" lvl="0" indent="0" algn="just"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dirty="0" smtClean="0">
                          <a:ln>
                            <a:noFill/>
                          </a:ln>
                          <a:solidFill>
                            <a:schemeClr val="tx1"/>
                          </a:solidFill>
                          <a:effectLst/>
                          <a:latin typeface="Comic Sans MS" pitchFamily="66" charset="0"/>
                          <a:ea typeface="楷体_GB2312" pitchFamily="49" charset="-122"/>
                        </a:rPr>
                        <a:t>    入 3</a:t>
                      </a:r>
                    </a:p>
                    <a:p>
                      <a:pPr marL="0" marR="0" lvl="0" indent="0" algn="just"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dirty="0" smtClean="0">
                          <a:ln>
                            <a:noFill/>
                          </a:ln>
                          <a:solidFill>
                            <a:schemeClr val="tx1"/>
                          </a:solidFill>
                          <a:effectLst/>
                          <a:latin typeface="Comic Sans MS" pitchFamily="66" charset="0"/>
                          <a:ea typeface="楷体_GB2312" pitchFamily="49" charset="-122"/>
                        </a:rPr>
                        <a:t>    端 4</a:t>
                      </a:r>
                    </a:p>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dirty="0" smtClean="0">
                          <a:ln>
                            <a:noFill/>
                          </a:ln>
                          <a:solidFill>
                            <a:schemeClr val="tx1"/>
                          </a:solidFill>
                          <a:effectLst/>
                          <a:latin typeface="Comic Sans MS" pitchFamily="66" charset="0"/>
                          <a:ea typeface="楷体_GB2312" pitchFamily="49" charset="-122"/>
                        </a:rPr>
                        <a:t>5</a:t>
                      </a:r>
                    </a:p>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dirty="0" smtClean="0">
                          <a:ln>
                            <a:noFill/>
                          </a:ln>
                          <a:solidFill>
                            <a:schemeClr val="tx1"/>
                          </a:solidFill>
                          <a:effectLst/>
                          <a:latin typeface="Comic Sans MS" pitchFamily="66" charset="0"/>
                          <a:ea typeface="楷体_GB2312" pitchFamily="49" charset="-122"/>
                        </a:rPr>
                        <a:t>6</a:t>
                      </a:r>
                    </a:p>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dirty="0" smtClean="0">
                          <a:ln>
                            <a:noFill/>
                          </a:ln>
                          <a:solidFill>
                            <a:schemeClr val="tx1"/>
                          </a:solidFill>
                          <a:effectLst/>
                          <a:latin typeface="Comic Sans MS" pitchFamily="66" charset="0"/>
                          <a:ea typeface="楷体_GB2312" pitchFamily="49" charset="-122"/>
                        </a:rPr>
                        <a:t>7</a:t>
                      </a:r>
                    </a:p>
                  </a:txBody>
                  <a:tcPr marL="0" marR="0" marT="19041" marB="19041" horzOverflow="overflow">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rPr>
                        <a:t>1</a:t>
                      </a:r>
                    </a:p>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rPr>
                        <a:t>2</a:t>
                      </a:r>
                    </a:p>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rPr>
                        <a:t>3</a:t>
                      </a:r>
                    </a:p>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rPr>
                        <a:t>4</a:t>
                      </a:r>
                    </a:p>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rPr>
                        <a:t>5</a:t>
                      </a:r>
                    </a:p>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rPr>
                        <a:t>6</a:t>
                      </a:r>
                    </a:p>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rPr>
                        <a:t>7</a:t>
                      </a:r>
                    </a:p>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rPr>
                        <a:t>0</a:t>
                      </a:r>
                    </a:p>
                  </a:txBody>
                  <a:tcPr marL="0" marR="0" marT="19041" marB="190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rPr>
                        <a:t>2</a:t>
                      </a:r>
                    </a:p>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rPr>
                        <a:t>3</a:t>
                      </a:r>
                    </a:p>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rPr>
                        <a:t>4</a:t>
                      </a:r>
                    </a:p>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rPr>
                        <a:t>5</a:t>
                      </a:r>
                    </a:p>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rPr>
                        <a:t>6</a:t>
                      </a:r>
                    </a:p>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rPr>
                        <a:t>7</a:t>
                      </a:r>
                    </a:p>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rPr>
                        <a:t>0</a:t>
                      </a:r>
                    </a:p>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rPr>
                        <a:t>1</a:t>
                      </a:r>
                    </a:p>
                  </a:txBody>
                  <a:tcPr marL="0" marR="0" marT="19041" marB="190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rPr>
                        <a:t>4</a:t>
                      </a:r>
                    </a:p>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rPr>
                        <a:t>5</a:t>
                      </a:r>
                    </a:p>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rPr>
                        <a:t>6</a:t>
                      </a:r>
                    </a:p>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rPr>
                        <a:t>7</a:t>
                      </a:r>
                    </a:p>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rPr>
                        <a:t>0</a:t>
                      </a:r>
                    </a:p>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rPr>
                        <a:t>1</a:t>
                      </a:r>
                    </a:p>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rPr>
                        <a:t>2</a:t>
                      </a:r>
                    </a:p>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rPr>
                        <a:t>3</a:t>
                      </a:r>
                    </a:p>
                  </a:txBody>
                  <a:tcPr marL="0" marR="0" marT="19041" marB="190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dirty="0" smtClean="0">
                          <a:ln>
                            <a:noFill/>
                          </a:ln>
                          <a:solidFill>
                            <a:schemeClr val="tx1"/>
                          </a:solidFill>
                          <a:effectLst/>
                          <a:latin typeface="Comic Sans MS" pitchFamily="66" charset="0"/>
                          <a:ea typeface="楷体_GB2312" pitchFamily="49" charset="-122"/>
                        </a:rPr>
                        <a:t>1</a:t>
                      </a:r>
                    </a:p>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dirty="0" smtClean="0">
                          <a:ln>
                            <a:noFill/>
                          </a:ln>
                          <a:solidFill>
                            <a:schemeClr val="tx1"/>
                          </a:solidFill>
                          <a:effectLst/>
                          <a:latin typeface="Comic Sans MS" pitchFamily="66" charset="0"/>
                          <a:ea typeface="楷体_GB2312" pitchFamily="49" charset="-122"/>
                        </a:rPr>
                        <a:t>2</a:t>
                      </a:r>
                    </a:p>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dirty="0" smtClean="0">
                          <a:ln>
                            <a:noFill/>
                          </a:ln>
                          <a:solidFill>
                            <a:schemeClr val="tx1"/>
                          </a:solidFill>
                          <a:effectLst/>
                          <a:latin typeface="Comic Sans MS" pitchFamily="66" charset="0"/>
                          <a:ea typeface="楷体_GB2312" pitchFamily="49" charset="-122"/>
                        </a:rPr>
                        <a:t>3</a:t>
                      </a:r>
                    </a:p>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dirty="0" smtClean="0">
                          <a:ln>
                            <a:noFill/>
                          </a:ln>
                          <a:solidFill>
                            <a:schemeClr val="tx1"/>
                          </a:solidFill>
                          <a:effectLst/>
                          <a:latin typeface="Comic Sans MS" pitchFamily="66" charset="0"/>
                          <a:ea typeface="楷体_GB2312" pitchFamily="49" charset="-122"/>
                        </a:rPr>
                        <a:t>0</a:t>
                      </a:r>
                    </a:p>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dirty="0" smtClean="0">
                          <a:ln>
                            <a:noFill/>
                          </a:ln>
                          <a:solidFill>
                            <a:schemeClr val="tx1"/>
                          </a:solidFill>
                          <a:effectLst/>
                          <a:latin typeface="Comic Sans MS" pitchFamily="66" charset="0"/>
                          <a:ea typeface="楷体_GB2312" pitchFamily="49" charset="-122"/>
                        </a:rPr>
                        <a:t>5</a:t>
                      </a:r>
                    </a:p>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dirty="0" smtClean="0">
                          <a:ln>
                            <a:noFill/>
                          </a:ln>
                          <a:solidFill>
                            <a:schemeClr val="tx1"/>
                          </a:solidFill>
                          <a:effectLst/>
                          <a:latin typeface="Comic Sans MS" pitchFamily="66" charset="0"/>
                          <a:ea typeface="楷体_GB2312" pitchFamily="49" charset="-122"/>
                        </a:rPr>
                        <a:t>6</a:t>
                      </a:r>
                    </a:p>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dirty="0" smtClean="0">
                          <a:ln>
                            <a:noFill/>
                          </a:ln>
                          <a:solidFill>
                            <a:schemeClr val="tx1"/>
                          </a:solidFill>
                          <a:effectLst/>
                          <a:latin typeface="Comic Sans MS" pitchFamily="66" charset="0"/>
                          <a:ea typeface="楷体_GB2312" pitchFamily="49" charset="-122"/>
                        </a:rPr>
                        <a:t>7</a:t>
                      </a:r>
                    </a:p>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dirty="0" smtClean="0">
                          <a:ln>
                            <a:noFill/>
                          </a:ln>
                          <a:solidFill>
                            <a:schemeClr val="tx1"/>
                          </a:solidFill>
                          <a:effectLst/>
                          <a:latin typeface="Comic Sans MS" pitchFamily="66" charset="0"/>
                          <a:ea typeface="楷体_GB2312" pitchFamily="49" charset="-122"/>
                        </a:rPr>
                        <a:t>4</a:t>
                      </a:r>
                    </a:p>
                  </a:txBody>
                  <a:tcPr marL="0" marR="0" marT="19041" marB="190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rPr>
                        <a:t>2</a:t>
                      </a:r>
                    </a:p>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rPr>
                        <a:t>3</a:t>
                      </a:r>
                    </a:p>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rPr>
                        <a:t>0</a:t>
                      </a:r>
                    </a:p>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rPr>
                        <a:t>1</a:t>
                      </a:r>
                    </a:p>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rPr>
                        <a:t>6</a:t>
                      </a:r>
                    </a:p>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rPr>
                        <a:t>7</a:t>
                      </a:r>
                    </a:p>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rPr>
                        <a:t>4</a:t>
                      </a:r>
                    </a:p>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rPr>
                        <a:t>5</a:t>
                      </a:r>
                    </a:p>
                  </a:txBody>
                  <a:tcPr marL="0" marR="0" marT="19041" marB="190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rPr>
                        <a:t>1</a:t>
                      </a:r>
                    </a:p>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rPr>
                        <a:t>0</a:t>
                      </a:r>
                    </a:p>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rPr>
                        <a:t>3</a:t>
                      </a:r>
                    </a:p>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rPr>
                        <a:t>2</a:t>
                      </a:r>
                    </a:p>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rPr>
                        <a:t>5</a:t>
                      </a:r>
                    </a:p>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rPr>
                        <a:t>4</a:t>
                      </a:r>
                    </a:p>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rPr>
                        <a:t>7</a:t>
                      </a:r>
                    </a:p>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rPr>
                        <a:t>6</a:t>
                      </a:r>
                    </a:p>
                  </a:txBody>
                  <a:tcPr marL="0" marR="0" marT="19041" marB="190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rPr>
                        <a:t>0</a:t>
                      </a:r>
                    </a:p>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rPr>
                        <a:t>1</a:t>
                      </a:r>
                    </a:p>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rPr>
                        <a:t>2</a:t>
                      </a:r>
                    </a:p>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rPr>
                        <a:t>3</a:t>
                      </a:r>
                    </a:p>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rPr>
                        <a:t>4</a:t>
                      </a:r>
                    </a:p>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rPr>
                        <a:t>5</a:t>
                      </a:r>
                    </a:p>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rPr>
                        <a:t>6</a:t>
                      </a:r>
                    </a:p>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rPr>
                        <a:t>7</a:t>
                      </a:r>
                    </a:p>
                  </a:txBody>
                  <a:tcPr marL="0" marR="0" marT="19041" marB="19041" horzOverflow="overflow">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08620">
                <a:tc gridSpan="2">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rPr>
                        <a:t>功  能</a:t>
                      </a:r>
                    </a:p>
                  </a:txBody>
                  <a:tcPr marL="0" marR="0" marT="19041" marB="19041" anchor="ctr" horzOverflow="overflow">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rPr>
                        <a:t>移1</a:t>
                      </a:r>
                    </a:p>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en-US" altLang="zh-CN" sz="2000" b="1" i="0" u="none" strike="noStrike" cap="none" normalizeH="0" baseline="0" smtClean="0">
                          <a:ln>
                            <a:noFill/>
                          </a:ln>
                          <a:solidFill>
                            <a:schemeClr val="tx1"/>
                          </a:solidFill>
                          <a:effectLst/>
                          <a:latin typeface="Comic Sans MS" pitchFamily="66" charset="0"/>
                          <a:ea typeface="楷体_GB2312" pitchFamily="49" charset="-122"/>
                        </a:rPr>
                        <a:t>mod 8</a:t>
                      </a:r>
                    </a:p>
                  </a:txBody>
                  <a:tcPr marL="0" marR="0" marT="19041" marB="190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rPr>
                        <a:t>移2</a:t>
                      </a:r>
                    </a:p>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en-US" altLang="zh-CN" sz="2000" b="1" i="0" u="none" strike="noStrike" cap="none" normalizeH="0" baseline="0" smtClean="0">
                          <a:ln>
                            <a:noFill/>
                          </a:ln>
                          <a:solidFill>
                            <a:schemeClr val="tx1"/>
                          </a:solidFill>
                          <a:effectLst/>
                          <a:latin typeface="Comic Sans MS" pitchFamily="66" charset="0"/>
                          <a:ea typeface="楷体_GB2312" pitchFamily="49" charset="-122"/>
                        </a:rPr>
                        <a:t>mod 8</a:t>
                      </a:r>
                    </a:p>
                  </a:txBody>
                  <a:tcPr marL="0" marR="0" marT="19041" marB="190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rPr>
                        <a:t>移4</a:t>
                      </a:r>
                    </a:p>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en-US" altLang="zh-CN" sz="2000" b="1" i="0" u="none" strike="noStrike" cap="none" normalizeH="0" baseline="0" smtClean="0">
                          <a:ln>
                            <a:noFill/>
                          </a:ln>
                          <a:solidFill>
                            <a:schemeClr val="tx1"/>
                          </a:solidFill>
                          <a:effectLst/>
                          <a:latin typeface="Comic Sans MS" pitchFamily="66" charset="0"/>
                          <a:ea typeface="楷体_GB2312" pitchFamily="49" charset="-122"/>
                        </a:rPr>
                        <a:t>mod 8</a:t>
                      </a:r>
                    </a:p>
                  </a:txBody>
                  <a:tcPr marL="0" marR="0" marT="19041" marB="190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rPr>
                        <a:t>移1</a:t>
                      </a:r>
                    </a:p>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en-US" altLang="zh-CN" sz="2000" b="1" i="0" u="none" strike="noStrike" cap="none" normalizeH="0" baseline="0" smtClean="0">
                          <a:ln>
                            <a:noFill/>
                          </a:ln>
                          <a:solidFill>
                            <a:schemeClr val="tx1"/>
                          </a:solidFill>
                          <a:effectLst/>
                          <a:latin typeface="Comic Sans MS" pitchFamily="66" charset="0"/>
                          <a:ea typeface="楷体_GB2312" pitchFamily="49" charset="-122"/>
                        </a:rPr>
                        <a:t>mod 4</a:t>
                      </a:r>
                    </a:p>
                  </a:txBody>
                  <a:tcPr marL="0" marR="0" marT="19041" marB="190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rPr>
                        <a:t>移2</a:t>
                      </a:r>
                    </a:p>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en-US" altLang="zh-CN" sz="2000" b="1" i="0" u="none" strike="noStrike" cap="none" normalizeH="0" baseline="0" smtClean="0">
                          <a:ln>
                            <a:noFill/>
                          </a:ln>
                          <a:solidFill>
                            <a:schemeClr val="tx1"/>
                          </a:solidFill>
                          <a:effectLst/>
                          <a:latin typeface="Comic Sans MS" pitchFamily="66" charset="0"/>
                          <a:ea typeface="楷体_GB2312" pitchFamily="49" charset="-122"/>
                        </a:rPr>
                        <a:t>mod 4</a:t>
                      </a:r>
                    </a:p>
                  </a:txBody>
                  <a:tcPr marL="0" marR="0" marT="19041" marB="190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rPr>
                        <a:t>移1</a:t>
                      </a:r>
                    </a:p>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en-US" altLang="zh-CN" sz="2000" b="1" i="0" u="none" strike="noStrike" cap="none" normalizeH="0" baseline="0" smtClean="0">
                          <a:ln>
                            <a:noFill/>
                          </a:ln>
                          <a:solidFill>
                            <a:schemeClr val="tx1"/>
                          </a:solidFill>
                          <a:effectLst/>
                          <a:latin typeface="Comic Sans MS" pitchFamily="66" charset="0"/>
                          <a:ea typeface="楷体_GB2312" pitchFamily="49" charset="-122"/>
                        </a:rPr>
                        <a:t>mod 2</a:t>
                      </a:r>
                    </a:p>
                  </a:txBody>
                  <a:tcPr marL="0" marR="0" marT="19041" marB="190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charset="0"/>
                          <a:ea typeface="楷体_GB2312" pitchFamily="49" charset="-122"/>
                        </a:defRPr>
                      </a:lvl1pPr>
                      <a:lvl2pPr>
                        <a:buClr>
                          <a:schemeClr val="accent2"/>
                        </a:buClr>
                        <a:buSzPct val="55000"/>
                        <a:defRPr kumimoji="1" sz="2400" b="1">
                          <a:solidFill>
                            <a:schemeClr val="tx1"/>
                          </a:solidFill>
                          <a:latin typeface="Arial" charset="0"/>
                          <a:ea typeface="楷体_GB2312" pitchFamily="49" charset="-122"/>
                        </a:defRPr>
                      </a:lvl2pPr>
                      <a:lvl3pPr>
                        <a:buClr>
                          <a:schemeClr val="accent2"/>
                        </a:buClr>
                        <a:buSzPct val="65000"/>
                        <a:defRPr kumimoji="1" sz="2000" b="1">
                          <a:solidFill>
                            <a:schemeClr val="tx1"/>
                          </a:solidFill>
                          <a:latin typeface="Arial" charset="0"/>
                          <a:ea typeface="楷体_GB2312" pitchFamily="49" charset="-122"/>
                        </a:defRPr>
                      </a:lvl3pPr>
                      <a:lvl4pPr>
                        <a:buClr>
                          <a:schemeClr val="accent2"/>
                        </a:buClr>
                        <a:buSzPct val="85000"/>
                        <a:defRPr kumimoji="1" b="1">
                          <a:solidFill>
                            <a:schemeClr val="tx1"/>
                          </a:solidFill>
                          <a:latin typeface="Arial" charset="0"/>
                          <a:ea typeface="楷体_GB2312" pitchFamily="49" charset="-122"/>
                        </a:defRPr>
                      </a:lvl4pPr>
                      <a:lvl5pPr>
                        <a:buClr>
                          <a:schemeClr val="accent2"/>
                        </a:buClr>
                        <a:buSzPct val="80000"/>
                        <a:defRPr kumimoji="1" sz="1600" b="1">
                          <a:solidFill>
                            <a:schemeClr val="tx1"/>
                          </a:solidFill>
                          <a:latin typeface="Arial" charset="0"/>
                          <a:ea typeface="楷体_GB2312" pitchFamily="49" charset="-122"/>
                        </a:defRPr>
                      </a:lvl5pPr>
                      <a:lvl6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dirty="0" smtClean="0">
                          <a:ln>
                            <a:noFill/>
                          </a:ln>
                          <a:solidFill>
                            <a:schemeClr val="tx1"/>
                          </a:solidFill>
                          <a:effectLst/>
                          <a:latin typeface="Comic Sans MS" pitchFamily="66" charset="0"/>
                          <a:ea typeface="楷体_GB2312" pitchFamily="49" charset="-122"/>
                        </a:rPr>
                        <a:t>不移</a:t>
                      </a:r>
                    </a:p>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dirty="0" smtClean="0">
                          <a:ln>
                            <a:noFill/>
                          </a:ln>
                          <a:solidFill>
                            <a:schemeClr val="tx1"/>
                          </a:solidFill>
                          <a:effectLst/>
                          <a:latin typeface="Comic Sans MS" pitchFamily="66" charset="0"/>
                          <a:ea typeface="楷体_GB2312" pitchFamily="49" charset="-122"/>
                        </a:rPr>
                        <a:t>衡等</a:t>
                      </a:r>
                    </a:p>
                  </a:txBody>
                  <a:tcPr marL="0" marR="0" marT="19041" marB="19041" horzOverflow="overflow">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pSp>
        <p:nvGrpSpPr>
          <p:cNvPr id="959711" name="Group 223"/>
          <p:cNvGrpSpPr>
            <a:grpSpLocks/>
          </p:cNvGrpSpPr>
          <p:nvPr/>
        </p:nvGrpSpPr>
        <p:grpSpPr bwMode="auto">
          <a:xfrm>
            <a:off x="2514600" y="2486025"/>
            <a:ext cx="6110288" cy="2819400"/>
            <a:chOff x="1548" y="2208"/>
            <a:chExt cx="3849" cy="1632"/>
          </a:xfrm>
        </p:grpSpPr>
        <p:sp>
          <p:nvSpPr>
            <p:cNvPr id="77917" name="Rectangle 224"/>
            <p:cNvSpPr>
              <a:spLocks noChangeArrowheads="1"/>
            </p:cNvSpPr>
            <p:nvPr/>
          </p:nvSpPr>
          <p:spPr bwMode="auto">
            <a:xfrm>
              <a:off x="3360" y="2208"/>
              <a:ext cx="240" cy="816"/>
            </a:xfrm>
            <a:prstGeom prst="rect">
              <a:avLst/>
            </a:prstGeom>
            <a:noFill/>
            <a:ln w="28575">
              <a:solidFill>
                <a:srgbClr val="FF0000"/>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77918" name="Rectangle 225"/>
            <p:cNvSpPr>
              <a:spLocks noChangeArrowheads="1"/>
            </p:cNvSpPr>
            <p:nvPr/>
          </p:nvSpPr>
          <p:spPr bwMode="auto">
            <a:xfrm>
              <a:off x="3360" y="3072"/>
              <a:ext cx="240" cy="768"/>
            </a:xfrm>
            <a:prstGeom prst="rect">
              <a:avLst/>
            </a:prstGeom>
            <a:noFill/>
            <a:ln w="28575">
              <a:solidFill>
                <a:srgbClr val="FF0000"/>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77919" name="Rectangle 226"/>
            <p:cNvSpPr>
              <a:spLocks noChangeArrowheads="1"/>
            </p:cNvSpPr>
            <p:nvPr/>
          </p:nvSpPr>
          <p:spPr bwMode="auto">
            <a:xfrm>
              <a:off x="3984" y="2208"/>
              <a:ext cx="240" cy="816"/>
            </a:xfrm>
            <a:prstGeom prst="rect">
              <a:avLst/>
            </a:prstGeom>
            <a:noFill/>
            <a:ln w="28575">
              <a:solidFill>
                <a:srgbClr val="FF0000"/>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77920" name="Rectangle 227"/>
            <p:cNvSpPr>
              <a:spLocks noChangeArrowheads="1"/>
            </p:cNvSpPr>
            <p:nvPr/>
          </p:nvSpPr>
          <p:spPr bwMode="auto">
            <a:xfrm>
              <a:off x="3984" y="3072"/>
              <a:ext cx="240" cy="768"/>
            </a:xfrm>
            <a:prstGeom prst="rect">
              <a:avLst/>
            </a:prstGeom>
            <a:noFill/>
            <a:ln w="28575">
              <a:solidFill>
                <a:srgbClr val="FF0000"/>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77921" name="Rectangle 228"/>
            <p:cNvSpPr>
              <a:spLocks noChangeArrowheads="1"/>
            </p:cNvSpPr>
            <p:nvPr/>
          </p:nvSpPr>
          <p:spPr bwMode="auto">
            <a:xfrm>
              <a:off x="4578" y="2217"/>
              <a:ext cx="240" cy="336"/>
            </a:xfrm>
            <a:prstGeom prst="rect">
              <a:avLst/>
            </a:prstGeom>
            <a:noFill/>
            <a:ln w="28575">
              <a:solidFill>
                <a:srgbClr val="FF0000"/>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77922" name="Rectangle 229"/>
            <p:cNvSpPr>
              <a:spLocks noChangeArrowheads="1"/>
            </p:cNvSpPr>
            <p:nvPr/>
          </p:nvSpPr>
          <p:spPr bwMode="auto">
            <a:xfrm>
              <a:off x="4587" y="2640"/>
              <a:ext cx="240" cy="336"/>
            </a:xfrm>
            <a:prstGeom prst="rect">
              <a:avLst/>
            </a:prstGeom>
            <a:noFill/>
            <a:ln w="28575">
              <a:solidFill>
                <a:srgbClr val="FF0000"/>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77923" name="Rectangle 230"/>
            <p:cNvSpPr>
              <a:spLocks noChangeArrowheads="1"/>
            </p:cNvSpPr>
            <p:nvPr/>
          </p:nvSpPr>
          <p:spPr bwMode="auto">
            <a:xfrm>
              <a:off x="4581" y="3072"/>
              <a:ext cx="240" cy="336"/>
            </a:xfrm>
            <a:prstGeom prst="rect">
              <a:avLst/>
            </a:prstGeom>
            <a:noFill/>
            <a:ln w="28575">
              <a:solidFill>
                <a:srgbClr val="FF0000"/>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77924" name="Rectangle 231"/>
            <p:cNvSpPr>
              <a:spLocks noChangeArrowheads="1"/>
            </p:cNvSpPr>
            <p:nvPr/>
          </p:nvSpPr>
          <p:spPr bwMode="auto">
            <a:xfrm>
              <a:off x="4581" y="3474"/>
              <a:ext cx="240" cy="336"/>
            </a:xfrm>
            <a:prstGeom prst="rect">
              <a:avLst/>
            </a:prstGeom>
            <a:noFill/>
            <a:ln w="28575">
              <a:solidFill>
                <a:srgbClr val="FF0000"/>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77925" name="Rectangle 232"/>
            <p:cNvSpPr>
              <a:spLocks noChangeArrowheads="1"/>
            </p:cNvSpPr>
            <p:nvPr/>
          </p:nvSpPr>
          <p:spPr bwMode="auto">
            <a:xfrm>
              <a:off x="2754" y="2208"/>
              <a:ext cx="240" cy="1632"/>
            </a:xfrm>
            <a:prstGeom prst="rect">
              <a:avLst/>
            </a:prstGeom>
            <a:noFill/>
            <a:ln w="28575">
              <a:solidFill>
                <a:srgbClr val="FF0000"/>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77926" name="Rectangle 233"/>
            <p:cNvSpPr>
              <a:spLocks noChangeArrowheads="1"/>
            </p:cNvSpPr>
            <p:nvPr/>
          </p:nvSpPr>
          <p:spPr bwMode="auto">
            <a:xfrm>
              <a:off x="2178" y="2208"/>
              <a:ext cx="240" cy="1632"/>
            </a:xfrm>
            <a:prstGeom prst="rect">
              <a:avLst/>
            </a:prstGeom>
            <a:noFill/>
            <a:ln w="28575">
              <a:solidFill>
                <a:srgbClr val="FF0000"/>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77927" name="Rectangle 234"/>
            <p:cNvSpPr>
              <a:spLocks noChangeArrowheads="1"/>
            </p:cNvSpPr>
            <p:nvPr/>
          </p:nvSpPr>
          <p:spPr bwMode="auto">
            <a:xfrm>
              <a:off x="1548" y="2208"/>
              <a:ext cx="240" cy="1632"/>
            </a:xfrm>
            <a:prstGeom prst="rect">
              <a:avLst/>
            </a:prstGeom>
            <a:noFill/>
            <a:ln w="28575">
              <a:solidFill>
                <a:srgbClr val="FF0000"/>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77928" name="Rectangle 235"/>
            <p:cNvSpPr>
              <a:spLocks noChangeArrowheads="1"/>
            </p:cNvSpPr>
            <p:nvPr/>
          </p:nvSpPr>
          <p:spPr bwMode="auto">
            <a:xfrm>
              <a:off x="5157" y="2208"/>
              <a:ext cx="240" cy="1632"/>
            </a:xfrm>
            <a:prstGeom prst="rect">
              <a:avLst/>
            </a:prstGeom>
            <a:noFill/>
            <a:ln w="28575">
              <a:solidFill>
                <a:srgbClr val="FF0000"/>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grpSp>
      <p:sp>
        <p:nvSpPr>
          <p:cNvPr id="77916" name="Text Box 23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4 之 4</a:t>
            </a:r>
          </a:p>
        </p:txBody>
      </p:sp>
    </p:spTree>
  </p:cSld>
  <p:clrMapOvr>
    <a:masterClrMapping/>
  </p:clrMapOvr>
  <p:transition spd="slow">
    <p:random/>
    <p:sndAc>
      <p:stSnd>
        <p:snd r:embed="rId3" name="projctor.wav"/>
      </p:stSnd>
    </p:sndAc>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959711"/>
                                        </p:tgtEl>
                                        <p:attrNameLst>
                                          <p:attrName>style.visibility</p:attrName>
                                        </p:attrNameLst>
                                      </p:cBhvr>
                                      <p:to>
                                        <p:strVal val="visible"/>
                                      </p:to>
                                    </p:set>
                                    <p:animEffect transition="in" filter="wipe(up)">
                                      <p:cBhvr>
                                        <p:cTn id="7" dur="500"/>
                                        <p:tgtEl>
                                          <p:spTgt spid="9597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6418" name="Rectangle 2"/>
          <p:cNvSpPr>
            <a:spLocks noGrp="1" noChangeArrowheads="1"/>
          </p:cNvSpPr>
          <p:nvPr>
            <p:ph type="title"/>
          </p:nvPr>
        </p:nvSpPr>
        <p:spPr/>
        <p:txBody>
          <a:bodyPr/>
          <a:lstStyle/>
          <a:p>
            <a:pPr eaLnBrk="1" hangingPunct="1">
              <a:defRPr/>
            </a:pPr>
            <a:r>
              <a:rPr lang="zh-CN" altLang="en-US" smtClean="0"/>
              <a:t>间接二进制</a:t>
            </a:r>
            <a:r>
              <a:rPr lang="en-US" altLang="zh-CN" smtClean="0"/>
              <a:t>n</a:t>
            </a:r>
            <a:r>
              <a:rPr lang="zh-CN" altLang="en-US" smtClean="0"/>
              <a:t>方体</a:t>
            </a:r>
            <a:br>
              <a:rPr lang="zh-CN" altLang="en-US" smtClean="0"/>
            </a:br>
            <a:r>
              <a:rPr lang="zh-CN" altLang="en-US" smtClean="0"/>
              <a:t>网络</a:t>
            </a:r>
          </a:p>
        </p:txBody>
      </p:sp>
      <p:sp>
        <p:nvSpPr>
          <p:cNvPr id="7885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互连网络种类</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动态互连网络</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多级网络</a:t>
            </a:r>
            <a:endParaRPr lang="zh-CN" altLang="en-US" sz="1200" b="0">
              <a:latin typeface="Times New Roman" pitchFamily="18" charset="0"/>
              <a:ea typeface="幼圆" pitchFamily="49" charset="-122"/>
            </a:endParaRPr>
          </a:p>
        </p:txBody>
      </p:sp>
      <p:sp>
        <p:nvSpPr>
          <p:cNvPr id="78852" name="Rectangle 6"/>
          <p:cNvSpPr>
            <a:spLocks noGrp="1" noChangeArrowheads="1"/>
          </p:cNvSpPr>
          <p:nvPr>
            <p:ph type="body" idx="1"/>
          </p:nvPr>
        </p:nvSpPr>
        <p:spPr>
          <a:noFill/>
        </p:spPr>
        <p:txBody>
          <a:bodyPr/>
          <a:lstStyle/>
          <a:p>
            <a:pPr marL="0" indent="0" eaLnBrk="1" hangingPunct="1">
              <a:lnSpc>
                <a:spcPct val="110000"/>
              </a:lnSpc>
              <a:buFont typeface="Wingdings" pitchFamily="2" charset="2"/>
              <a:buNone/>
            </a:pPr>
            <a:r>
              <a:rPr lang="zh-CN" altLang="en-US" dirty="0" smtClean="0"/>
              <a:t>       采用2×2的二功能开关（交换开关），对于</a:t>
            </a:r>
            <a:r>
              <a:rPr lang="en-US" altLang="zh-CN" dirty="0" smtClean="0"/>
              <a:t>N×N</a:t>
            </a:r>
            <a:r>
              <a:rPr lang="zh-CN" altLang="en-US" dirty="0" smtClean="0"/>
              <a:t>网络，有</a:t>
            </a:r>
            <a:r>
              <a:rPr lang="en-US" altLang="zh-CN" dirty="0" smtClean="0"/>
              <a:t>n=log</a:t>
            </a:r>
            <a:r>
              <a:rPr lang="en-US" altLang="zh-CN" baseline="-25000" dirty="0" smtClean="0"/>
              <a:t>2</a:t>
            </a:r>
            <a:r>
              <a:rPr lang="en-US" altLang="zh-CN" dirty="0" smtClean="0"/>
              <a:t>N</a:t>
            </a:r>
            <a:r>
              <a:rPr lang="zh-CN" altLang="en-US" dirty="0" smtClean="0"/>
              <a:t>个开关级，每级有</a:t>
            </a:r>
            <a:r>
              <a:rPr lang="en-US" altLang="zh-CN" dirty="0" smtClean="0"/>
              <a:t>N/2</a:t>
            </a:r>
            <a:r>
              <a:rPr lang="zh-CN" altLang="en-US" dirty="0" smtClean="0"/>
              <a:t>个交换开关； </a:t>
            </a:r>
            <a:r>
              <a:rPr lang="en-US" altLang="zh-CN" dirty="0" smtClean="0"/>
              <a:t>n</a:t>
            </a:r>
            <a:r>
              <a:rPr lang="zh-CN" altLang="en-US" dirty="0" smtClean="0"/>
              <a:t>个开关级从输入端到输出端依次为</a:t>
            </a:r>
            <a:r>
              <a:rPr lang="en-US" altLang="zh-CN" dirty="0" smtClean="0"/>
              <a:t>K</a:t>
            </a:r>
            <a:r>
              <a:rPr lang="en-US" altLang="zh-CN" baseline="-25000" dirty="0" smtClean="0"/>
              <a:t>0</a:t>
            </a:r>
            <a:r>
              <a:rPr lang="en-US" altLang="zh-CN" dirty="0" smtClean="0"/>
              <a:t>、K</a:t>
            </a:r>
            <a:r>
              <a:rPr lang="en-US" altLang="zh-CN" baseline="-25000" dirty="0" smtClean="0"/>
              <a:t>1</a:t>
            </a:r>
            <a:r>
              <a:rPr lang="en-US" altLang="zh-CN" dirty="0" smtClean="0"/>
              <a:t>、…K</a:t>
            </a:r>
            <a:r>
              <a:rPr lang="en-US" altLang="zh-CN" baseline="-25000" dirty="0" smtClean="0"/>
              <a:t>n-1</a:t>
            </a:r>
            <a:r>
              <a:rPr lang="en-US" altLang="zh-CN" dirty="0" smtClean="0"/>
              <a:t>，n+1</a:t>
            </a:r>
            <a:r>
              <a:rPr lang="zh-CN" altLang="en-US" dirty="0" smtClean="0"/>
              <a:t>个级间连接依次为</a:t>
            </a:r>
            <a:r>
              <a:rPr lang="en-US" altLang="zh-CN" dirty="0" smtClean="0"/>
              <a:t>C</a:t>
            </a:r>
            <a:r>
              <a:rPr lang="en-US" altLang="zh-CN" baseline="-25000" dirty="0" smtClean="0"/>
              <a:t>0</a:t>
            </a:r>
            <a:r>
              <a:rPr lang="en-US" altLang="zh-CN" dirty="0" smtClean="0"/>
              <a:t>、C</a:t>
            </a:r>
            <a:r>
              <a:rPr lang="en-US" altLang="zh-CN" baseline="-25000" dirty="0" smtClean="0"/>
              <a:t>1</a:t>
            </a:r>
            <a:r>
              <a:rPr lang="en-US" altLang="zh-CN" dirty="0" smtClean="0"/>
              <a:t>、…C</a:t>
            </a:r>
            <a:r>
              <a:rPr lang="en-US" altLang="zh-CN" baseline="-25000" dirty="0" smtClean="0"/>
              <a:t>n</a:t>
            </a:r>
            <a:r>
              <a:rPr lang="zh-CN" altLang="en-US" dirty="0" smtClean="0"/>
              <a:t> </a:t>
            </a:r>
            <a:r>
              <a:rPr lang="en-US" altLang="zh-CN" dirty="0" smtClean="0"/>
              <a:t>，</a:t>
            </a:r>
            <a:r>
              <a:rPr lang="zh-CN" altLang="en-US" dirty="0" smtClean="0"/>
              <a:t> 其中</a:t>
            </a:r>
            <a:r>
              <a:rPr lang="en-US" altLang="zh-CN" dirty="0" smtClean="0"/>
              <a:t>C</a:t>
            </a:r>
            <a:r>
              <a:rPr lang="en-US" altLang="zh-CN" baseline="-25000" dirty="0" smtClean="0"/>
              <a:t>0</a:t>
            </a:r>
            <a:r>
              <a:rPr lang="zh-CN" altLang="en-US" dirty="0" smtClean="0"/>
              <a:t>为恒等置换， </a:t>
            </a:r>
            <a:r>
              <a:rPr lang="en-US" altLang="zh-CN" dirty="0" smtClean="0"/>
              <a:t>C</a:t>
            </a:r>
            <a:r>
              <a:rPr lang="en-US" altLang="zh-CN" baseline="-25000" dirty="0" smtClean="0"/>
              <a:t>1</a:t>
            </a:r>
            <a:r>
              <a:rPr lang="en-US" altLang="zh-CN" dirty="0" smtClean="0"/>
              <a:t>～C</a:t>
            </a:r>
            <a:r>
              <a:rPr lang="en-US" altLang="zh-CN" baseline="-25000" dirty="0" smtClean="0"/>
              <a:t>n-1</a:t>
            </a:r>
            <a:r>
              <a:rPr lang="zh-CN" altLang="en-US" dirty="0" smtClean="0"/>
              <a:t> 都是子蝶式置换，且</a:t>
            </a:r>
            <a:r>
              <a:rPr lang="en-US" altLang="zh-CN" dirty="0" smtClean="0"/>
              <a:t>C</a:t>
            </a:r>
            <a:r>
              <a:rPr lang="en-US" altLang="zh-CN" baseline="-25000" dirty="0" smtClean="0"/>
              <a:t>i</a:t>
            </a:r>
            <a:r>
              <a:rPr lang="zh-CN" altLang="en-US" dirty="0" smtClean="0"/>
              <a:t> =</a:t>
            </a:r>
            <a:r>
              <a:rPr lang="en-US" altLang="zh-CN" dirty="0" smtClean="0"/>
              <a:t>β</a:t>
            </a:r>
            <a:r>
              <a:rPr lang="en-US" altLang="zh-CN" baseline="-25000" dirty="0" smtClean="0"/>
              <a:t>(i+1)</a:t>
            </a:r>
            <a:r>
              <a:rPr lang="en-US" altLang="zh-CN" dirty="0" smtClean="0"/>
              <a:t> </a:t>
            </a:r>
            <a:r>
              <a:rPr lang="zh-CN" altLang="en-US" dirty="0" smtClean="0"/>
              <a:t>，</a:t>
            </a:r>
            <a:r>
              <a:rPr lang="en-US" altLang="zh-CN" dirty="0" smtClean="0"/>
              <a:t> C</a:t>
            </a:r>
            <a:r>
              <a:rPr lang="en-US" altLang="zh-CN" baseline="-25000" dirty="0" smtClean="0"/>
              <a:t>n</a:t>
            </a:r>
            <a:r>
              <a:rPr lang="zh-CN" altLang="en-US" dirty="0" smtClean="0"/>
              <a:t>为逆洗牌置换</a:t>
            </a:r>
            <a:r>
              <a:rPr lang="en-US" altLang="zh-CN" dirty="0" smtClean="0"/>
              <a:t>；</a:t>
            </a:r>
            <a:r>
              <a:rPr lang="zh-CN" altLang="en-US" dirty="0" smtClean="0"/>
              <a:t>开关采用单元控制方式。</a:t>
            </a:r>
          </a:p>
        </p:txBody>
      </p:sp>
      <p:sp>
        <p:nvSpPr>
          <p:cNvPr id="78853" name="Text Box 7"/>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3 之 1</a:t>
            </a:r>
          </a:p>
        </p:txBody>
      </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1538" name="Rectangle 2"/>
          <p:cNvSpPr>
            <a:spLocks noGrp="1" noChangeArrowheads="1"/>
          </p:cNvSpPr>
          <p:nvPr>
            <p:ph type="title"/>
          </p:nvPr>
        </p:nvSpPr>
        <p:spPr/>
        <p:txBody>
          <a:bodyPr/>
          <a:lstStyle/>
          <a:p>
            <a:pPr eaLnBrk="1" hangingPunct="1">
              <a:defRPr/>
            </a:pPr>
            <a:r>
              <a:rPr lang="zh-CN" altLang="en-US" sz="5400" smtClean="0"/>
              <a:t>网络结构</a:t>
            </a:r>
            <a:br>
              <a:rPr lang="zh-CN" altLang="en-US" sz="5400" smtClean="0"/>
            </a:br>
            <a:r>
              <a:rPr lang="zh-CN" altLang="en-US" sz="3200" smtClean="0"/>
              <a:t>（ </a:t>
            </a:r>
            <a:r>
              <a:rPr lang="en-US" altLang="zh-CN" sz="3200" smtClean="0"/>
              <a:t>N=8</a:t>
            </a:r>
            <a:r>
              <a:rPr lang="zh-CN" altLang="en-US" sz="3200" smtClean="0"/>
              <a:t> ）</a:t>
            </a:r>
          </a:p>
        </p:txBody>
      </p:sp>
      <p:sp>
        <p:nvSpPr>
          <p:cNvPr id="7987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互连网络种类</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动态互连网络</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多级网络</a:t>
            </a:r>
            <a:endParaRPr lang="zh-CN" altLang="en-US" sz="1200" b="0">
              <a:latin typeface="Times New Roman" pitchFamily="18" charset="0"/>
              <a:ea typeface="幼圆" pitchFamily="49" charset="-122"/>
            </a:endParaRPr>
          </a:p>
        </p:txBody>
      </p:sp>
      <p:sp>
        <p:nvSpPr>
          <p:cNvPr id="79876" name="Rectangle 4"/>
          <p:cNvSpPr>
            <a:spLocks noChangeArrowheads="1"/>
          </p:cNvSpPr>
          <p:nvPr/>
        </p:nvSpPr>
        <p:spPr bwMode="auto">
          <a:xfrm>
            <a:off x="1981200" y="2247900"/>
            <a:ext cx="533400" cy="60960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en-US" altLang="zh-CN" b="0">
                <a:latin typeface="Comic Sans MS" pitchFamily="66" charset="0"/>
                <a:ea typeface="宋体" charset="-122"/>
              </a:rPr>
              <a:t>A</a:t>
            </a:r>
          </a:p>
        </p:txBody>
      </p:sp>
      <p:sp>
        <p:nvSpPr>
          <p:cNvPr id="79877" name="Line 5"/>
          <p:cNvSpPr>
            <a:spLocks noChangeShapeType="1"/>
          </p:cNvSpPr>
          <p:nvPr/>
        </p:nvSpPr>
        <p:spPr bwMode="auto">
          <a:xfrm>
            <a:off x="2514600" y="2705100"/>
            <a:ext cx="304800" cy="0"/>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878" name="Line 6"/>
          <p:cNvSpPr>
            <a:spLocks noChangeShapeType="1"/>
          </p:cNvSpPr>
          <p:nvPr/>
        </p:nvSpPr>
        <p:spPr bwMode="auto">
          <a:xfrm>
            <a:off x="2514600" y="2400300"/>
            <a:ext cx="304800" cy="0"/>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879" name="Line 7"/>
          <p:cNvSpPr>
            <a:spLocks noChangeShapeType="1"/>
          </p:cNvSpPr>
          <p:nvPr/>
        </p:nvSpPr>
        <p:spPr bwMode="auto">
          <a:xfrm>
            <a:off x="1219200" y="2400300"/>
            <a:ext cx="762000" cy="0"/>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880" name="Line 8"/>
          <p:cNvSpPr>
            <a:spLocks noChangeShapeType="1"/>
          </p:cNvSpPr>
          <p:nvPr/>
        </p:nvSpPr>
        <p:spPr bwMode="auto">
          <a:xfrm>
            <a:off x="1219200" y="2705100"/>
            <a:ext cx="762000" cy="0"/>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881" name="Rectangle 9"/>
          <p:cNvSpPr>
            <a:spLocks noChangeArrowheads="1"/>
          </p:cNvSpPr>
          <p:nvPr/>
        </p:nvSpPr>
        <p:spPr bwMode="auto">
          <a:xfrm>
            <a:off x="4038600" y="2247900"/>
            <a:ext cx="533400" cy="609600"/>
          </a:xfrm>
          <a:prstGeom prst="rect">
            <a:avLst/>
          </a:prstGeom>
          <a:solidFill>
            <a:srgbClr val="FFFF00"/>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en-US" altLang="zh-CN" b="0">
                <a:latin typeface="Comic Sans MS" pitchFamily="66" charset="0"/>
                <a:ea typeface="宋体" charset="-122"/>
              </a:rPr>
              <a:t>E</a:t>
            </a:r>
          </a:p>
        </p:txBody>
      </p:sp>
      <p:sp>
        <p:nvSpPr>
          <p:cNvPr id="79882" name="Line 10"/>
          <p:cNvSpPr>
            <a:spLocks noChangeShapeType="1"/>
          </p:cNvSpPr>
          <p:nvPr/>
        </p:nvSpPr>
        <p:spPr bwMode="auto">
          <a:xfrm>
            <a:off x="4572000" y="2705100"/>
            <a:ext cx="304800" cy="0"/>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883" name="Line 11"/>
          <p:cNvSpPr>
            <a:spLocks noChangeShapeType="1"/>
          </p:cNvSpPr>
          <p:nvPr/>
        </p:nvSpPr>
        <p:spPr bwMode="auto">
          <a:xfrm>
            <a:off x="4572000" y="2400300"/>
            <a:ext cx="304800" cy="0"/>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884" name="Line 12"/>
          <p:cNvSpPr>
            <a:spLocks noChangeShapeType="1"/>
          </p:cNvSpPr>
          <p:nvPr/>
        </p:nvSpPr>
        <p:spPr bwMode="auto">
          <a:xfrm>
            <a:off x="3733800" y="2400300"/>
            <a:ext cx="304800" cy="0"/>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885" name="Line 13"/>
          <p:cNvSpPr>
            <a:spLocks noChangeShapeType="1"/>
          </p:cNvSpPr>
          <p:nvPr/>
        </p:nvSpPr>
        <p:spPr bwMode="auto">
          <a:xfrm>
            <a:off x="3733800" y="2705100"/>
            <a:ext cx="304800" cy="0"/>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886" name="Rectangle 14"/>
          <p:cNvSpPr>
            <a:spLocks noChangeArrowheads="1"/>
          </p:cNvSpPr>
          <p:nvPr/>
        </p:nvSpPr>
        <p:spPr bwMode="auto">
          <a:xfrm>
            <a:off x="6096000" y="2247900"/>
            <a:ext cx="533400" cy="609600"/>
          </a:xfrm>
          <a:prstGeom prst="rect">
            <a:avLst/>
          </a:prstGeom>
          <a:solidFill>
            <a:srgbClr val="99FF66"/>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en-US" altLang="zh-CN" b="0">
                <a:latin typeface="Comic Sans MS" pitchFamily="66" charset="0"/>
                <a:ea typeface="宋体" charset="-122"/>
              </a:rPr>
              <a:t>I</a:t>
            </a:r>
          </a:p>
        </p:txBody>
      </p:sp>
      <p:sp>
        <p:nvSpPr>
          <p:cNvPr id="79887" name="Line 15"/>
          <p:cNvSpPr>
            <a:spLocks noChangeShapeType="1"/>
          </p:cNvSpPr>
          <p:nvPr/>
        </p:nvSpPr>
        <p:spPr bwMode="auto">
          <a:xfrm>
            <a:off x="6629400" y="2705100"/>
            <a:ext cx="304800" cy="1588"/>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888" name="Line 16"/>
          <p:cNvSpPr>
            <a:spLocks noChangeShapeType="1"/>
          </p:cNvSpPr>
          <p:nvPr/>
        </p:nvSpPr>
        <p:spPr bwMode="auto">
          <a:xfrm>
            <a:off x="6629400" y="2400300"/>
            <a:ext cx="304800" cy="1588"/>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889" name="Line 17"/>
          <p:cNvSpPr>
            <a:spLocks noChangeShapeType="1"/>
          </p:cNvSpPr>
          <p:nvPr/>
        </p:nvSpPr>
        <p:spPr bwMode="auto">
          <a:xfrm>
            <a:off x="5791200" y="2400300"/>
            <a:ext cx="304800" cy="1588"/>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890" name="Line 18"/>
          <p:cNvSpPr>
            <a:spLocks noChangeShapeType="1"/>
          </p:cNvSpPr>
          <p:nvPr/>
        </p:nvSpPr>
        <p:spPr bwMode="auto">
          <a:xfrm>
            <a:off x="5791200" y="2705100"/>
            <a:ext cx="304800" cy="1588"/>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891" name="Rectangle 19"/>
          <p:cNvSpPr>
            <a:spLocks noChangeArrowheads="1"/>
          </p:cNvSpPr>
          <p:nvPr/>
        </p:nvSpPr>
        <p:spPr bwMode="auto">
          <a:xfrm>
            <a:off x="1981200" y="3162300"/>
            <a:ext cx="533400" cy="60960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en-US" altLang="zh-CN" b="0">
                <a:latin typeface="Comic Sans MS" pitchFamily="66" charset="0"/>
                <a:ea typeface="宋体" charset="-122"/>
              </a:rPr>
              <a:t>B</a:t>
            </a:r>
          </a:p>
        </p:txBody>
      </p:sp>
      <p:sp>
        <p:nvSpPr>
          <p:cNvPr id="79892" name="Line 20"/>
          <p:cNvSpPr>
            <a:spLocks noChangeShapeType="1"/>
          </p:cNvSpPr>
          <p:nvPr/>
        </p:nvSpPr>
        <p:spPr bwMode="auto">
          <a:xfrm>
            <a:off x="2514600" y="3619500"/>
            <a:ext cx="304800" cy="0"/>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893" name="Line 21"/>
          <p:cNvSpPr>
            <a:spLocks noChangeShapeType="1"/>
          </p:cNvSpPr>
          <p:nvPr/>
        </p:nvSpPr>
        <p:spPr bwMode="auto">
          <a:xfrm>
            <a:off x="2514600" y="3314700"/>
            <a:ext cx="304800" cy="0"/>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894" name="Line 22"/>
          <p:cNvSpPr>
            <a:spLocks noChangeShapeType="1"/>
          </p:cNvSpPr>
          <p:nvPr/>
        </p:nvSpPr>
        <p:spPr bwMode="auto">
          <a:xfrm>
            <a:off x="1219200" y="3314700"/>
            <a:ext cx="762000" cy="0"/>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895" name="Line 23"/>
          <p:cNvSpPr>
            <a:spLocks noChangeShapeType="1"/>
          </p:cNvSpPr>
          <p:nvPr/>
        </p:nvSpPr>
        <p:spPr bwMode="auto">
          <a:xfrm>
            <a:off x="1219200" y="3619500"/>
            <a:ext cx="762000" cy="0"/>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61560" name="Rectangle 24"/>
          <p:cNvSpPr>
            <a:spLocks noChangeArrowheads="1"/>
          </p:cNvSpPr>
          <p:nvPr/>
        </p:nvSpPr>
        <p:spPr bwMode="auto">
          <a:xfrm>
            <a:off x="4038600" y="3162300"/>
            <a:ext cx="533400" cy="609600"/>
          </a:xfrm>
          <a:prstGeom prst="rect">
            <a:avLst/>
          </a:prstGeom>
          <a:solidFill>
            <a:srgbClr val="FFFF00"/>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r>
              <a:rPr lang="en-US" altLang="zh-CN" b="1">
                <a:solidFill>
                  <a:srgbClr val="FF0000"/>
                </a:solidFill>
                <a:effectLst>
                  <a:outerShdw blurRad="38100" dist="38100" dir="2700000" algn="tl">
                    <a:srgbClr val="000000"/>
                  </a:outerShdw>
                </a:effectLst>
                <a:ea typeface="宋体" pitchFamily="2" charset="-122"/>
              </a:rPr>
              <a:t>G</a:t>
            </a:r>
          </a:p>
        </p:txBody>
      </p:sp>
      <p:sp>
        <p:nvSpPr>
          <p:cNvPr id="79897" name="Line 25"/>
          <p:cNvSpPr>
            <a:spLocks noChangeShapeType="1"/>
          </p:cNvSpPr>
          <p:nvPr/>
        </p:nvSpPr>
        <p:spPr bwMode="auto">
          <a:xfrm>
            <a:off x="4572000" y="3619500"/>
            <a:ext cx="304800" cy="0"/>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898" name="Line 26"/>
          <p:cNvSpPr>
            <a:spLocks noChangeShapeType="1"/>
          </p:cNvSpPr>
          <p:nvPr/>
        </p:nvSpPr>
        <p:spPr bwMode="auto">
          <a:xfrm>
            <a:off x="4572000" y="3314700"/>
            <a:ext cx="304800" cy="0"/>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899" name="Line 27"/>
          <p:cNvSpPr>
            <a:spLocks noChangeShapeType="1"/>
          </p:cNvSpPr>
          <p:nvPr/>
        </p:nvSpPr>
        <p:spPr bwMode="auto">
          <a:xfrm>
            <a:off x="3733800" y="3314700"/>
            <a:ext cx="304800" cy="0"/>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900" name="Line 28"/>
          <p:cNvSpPr>
            <a:spLocks noChangeShapeType="1"/>
          </p:cNvSpPr>
          <p:nvPr/>
        </p:nvSpPr>
        <p:spPr bwMode="auto">
          <a:xfrm>
            <a:off x="3733800" y="3619500"/>
            <a:ext cx="304800" cy="0"/>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901" name="Rectangle 29"/>
          <p:cNvSpPr>
            <a:spLocks noChangeArrowheads="1"/>
          </p:cNvSpPr>
          <p:nvPr/>
        </p:nvSpPr>
        <p:spPr bwMode="auto">
          <a:xfrm>
            <a:off x="6096000" y="3162300"/>
            <a:ext cx="533400" cy="609600"/>
          </a:xfrm>
          <a:prstGeom prst="rect">
            <a:avLst/>
          </a:prstGeom>
          <a:solidFill>
            <a:srgbClr val="99FF66"/>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en-US" altLang="zh-CN" b="0">
                <a:latin typeface="Comic Sans MS" pitchFamily="66" charset="0"/>
                <a:ea typeface="宋体" charset="-122"/>
              </a:rPr>
              <a:t>J</a:t>
            </a:r>
          </a:p>
        </p:txBody>
      </p:sp>
      <p:sp>
        <p:nvSpPr>
          <p:cNvPr id="79902" name="Line 30"/>
          <p:cNvSpPr>
            <a:spLocks noChangeShapeType="1"/>
          </p:cNvSpPr>
          <p:nvPr/>
        </p:nvSpPr>
        <p:spPr bwMode="auto">
          <a:xfrm>
            <a:off x="6629400" y="3619500"/>
            <a:ext cx="304800" cy="1588"/>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903" name="Line 31"/>
          <p:cNvSpPr>
            <a:spLocks noChangeShapeType="1"/>
          </p:cNvSpPr>
          <p:nvPr/>
        </p:nvSpPr>
        <p:spPr bwMode="auto">
          <a:xfrm>
            <a:off x="6629400" y="3314700"/>
            <a:ext cx="304800" cy="1588"/>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904" name="Line 32"/>
          <p:cNvSpPr>
            <a:spLocks noChangeShapeType="1"/>
          </p:cNvSpPr>
          <p:nvPr/>
        </p:nvSpPr>
        <p:spPr bwMode="auto">
          <a:xfrm>
            <a:off x="5791200" y="3314700"/>
            <a:ext cx="304800" cy="1588"/>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905" name="Line 33"/>
          <p:cNvSpPr>
            <a:spLocks noChangeShapeType="1"/>
          </p:cNvSpPr>
          <p:nvPr/>
        </p:nvSpPr>
        <p:spPr bwMode="auto">
          <a:xfrm>
            <a:off x="5791200" y="3619500"/>
            <a:ext cx="304800" cy="1588"/>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906" name="Rectangle 34"/>
          <p:cNvSpPr>
            <a:spLocks noChangeArrowheads="1"/>
          </p:cNvSpPr>
          <p:nvPr/>
        </p:nvSpPr>
        <p:spPr bwMode="auto">
          <a:xfrm>
            <a:off x="1981200" y="4076700"/>
            <a:ext cx="533400" cy="60960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en-US" altLang="zh-CN" b="0">
                <a:latin typeface="Comic Sans MS" pitchFamily="66" charset="0"/>
                <a:ea typeface="宋体" charset="-122"/>
              </a:rPr>
              <a:t>C</a:t>
            </a:r>
          </a:p>
        </p:txBody>
      </p:sp>
      <p:sp>
        <p:nvSpPr>
          <p:cNvPr id="79907" name="Line 35"/>
          <p:cNvSpPr>
            <a:spLocks noChangeShapeType="1"/>
          </p:cNvSpPr>
          <p:nvPr/>
        </p:nvSpPr>
        <p:spPr bwMode="auto">
          <a:xfrm>
            <a:off x="2514600" y="4533900"/>
            <a:ext cx="304800" cy="0"/>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908" name="Line 36"/>
          <p:cNvSpPr>
            <a:spLocks noChangeShapeType="1"/>
          </p:cNvSpPr>
          <p:nvPr/>
        </p:nvSpPr>
        <p:spPr bwMode="auto">
          <a:xfrm>
            <a:off x="2514600" y="4229100"/>
            <a:ext cx="304800" cy="0"/>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909" name="Line 37"/>
          <p:cNvSpPr>
            <a:spLocks noChangeShapeType="1"/>
          </p:cNvSpPr>
          <p:nvPr/>
        </p:nvSpPr>
        <p:spPr bwMode="auto">
          <a:xfrm>
            <a:off x="1219200" y="4229100"/>
            <a:ext cx="762000" cy="0"/>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910" name="Line 38"/>
          <p:cNvSpPr>
            <a:spLocks noChangeShapeType="1"/>
          </p:cNvSpPr>
          <p:nvPr/>
        </p:nvSpPr>
        <p:spPr bwMode="auto">
          <a:xfrm>
            <a:off x="1219200" y="4533900"/>
            <a:ext cx="762000" cy="0"/>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61575" name="Rectangle 39"/>
          <p:cNvSpPr>
            <a:spLocks noChangeArrowheads="1"/>
          </p:cNvSpPr>
          <p:nvPr/>
        </p:nvSpPr>
        <p:spPr bwMode="auto">
          <a:xfrm>
            <a:off x="4038600" y="4076700"/>
            <a:ext cx="533400" cy="609600"/>
          </a:xfrm>
          <a:prstGeom prst="rect">
            <a:avLst/>
          </a:prstGeom>
          <a:solidFill>
            <a:srgbClr val="FFFF00"/>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r>
              <a:rPr lang="en-US" altLang="zh-CN" b="1">
                <a:solidFill>
                  <a:srgbClr val="FF0000"/>
                </a:solidFill>
                <a:effectLst>
                  <a:outerShdw blurRad="38100" dist="38100" dir="2700000" algn="tl">
                    <a:srgbClr val="000000"/>
                  </a:outerShdw>
                </a:effectLst>
                <a:ea typeface="宋体" pitchFamily="2" charset="-122"/>
              </a:rPr>
              <a:t>F</a:t>
            </a:r>
          </a:p>
        </p:txBody>
      </p:sp>
      <p:sp>
        <p:nvSpPr>
          <p:cNvPr id="79912" name="Line 40"/>
          <p:cNvSpPr>
            <a:spLocks noChangeShapeType="1"/>
          </p:cNvSpPr>
          <p:nvPr/>
        </p:nvSpPr>
        <p:spPr bwMode="auto">
          <a:xfrm>
            <a:off x="4572000" y="4533900"/>
            <a:ext cx="304800" cy="0"/>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913" name="Line 41"/>
          <p:cNvSpPr>
            <a:spLocks noChangeShapeType="1"/>
          </p:cNvSpPr>
          <p:nvPr/>
        </p:nvSpPr>
        <p:spPr bwMode="auto">
          <a:xfrm>
            <a:off x="4572000" y="4229100"/>
            <a:ext cx="304800" cy="0"/>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914" name="Line 42"/>
          <p:cNvSpPr>
            <a:spLocks noChangeShapeType="1"/>
          </p:cNvSpPr>
          <p:nvPr/>
        </p:nvSpPr>
        <p:spPr bwMode="auto">
          <a:xfrm>
            <a:off x="3733800" y="4229100"/>
            <a:ext cx="304800" cy="0"/>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915" name="Line 43"/>
          <p:cNvSpPr>
            <a:spLocks noChangeShapeType="1"/>
          </p:cNvSpPr>
          <p:nvPr/>
        </p:nvSpPr>
        <p:spPr bwMode="auto">
          <a:xfrm>
            <a:off x="3733800" y="4533900"/>
            <a:ext cx="304800" cy="0"/>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916" name="Rectangle 44"/>
          <p:cNvSpPr>
            <a:spLocks noChangeArrowheads="1"/>
          </p:cNvSpPr>
          <p:nvPr/>
        </p:nvSpPr>
        <p:spPr bwMode="auto">
          <a:xfrm>
            <a:off x="6096000" y="4076700"/>
            <a:ext cx="533400" cy="609600"/>
          </a:xfrm>
          <a:prstGeom prst="rect">
            <a:avLst/>
          </a:prstGeom>
          <a:solidFill>
            <a:srgbClr val="99FF66"/>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en-US" altLang="zh-CN" b="0">
                <a:latin typeface="Comic Sans MS" pitchFamily="66" charset="0"/>
                <a:ea typeface="宋体" charset="-122"/>
              </a:rPr>
              <a:t>K</a:t>
            </a:r>
          </a:p>
        </p:txBody>
      </p:sp>
      <p:sp>
        <p:nvSpPr>
          <p:cNvPr id="79917" name="Line 45"/>
          <p:cNvSpPr>
            <a:spLocks noChangeShapeType="1"/>
          </p:cNvSpPr>
          <p:nvPr/>
        </p:nvSpPr>
        <p:spPr bwMode="auto">
          <a:xfrm>
            <a:off x="6629400" y="4533900"/>
            <a:ext cx="304800" cy="1588"/>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918" name="Line 46"/>
          <p:cNvSpPr>
            <a:spLocks noChangeShapeType="1"/>
          </p:cNvSpPr>
          <p:nvPr/>
        </p:nvSpPr>
        <p:spPr bwMode="auto">
          <a:xfrm>
            <a:off x="6629400" y="4229100"/>
            <a:ext cx="304800" cy="1588"/>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919" name="Line 47"/>
          <p:cNvSpPr>
            <a:spLocks noChangeShapeType="1"/>
          </p:cNvSpPr>
          <p:nvPr/>
        </p:nvSpPr>
        <p:spPr bwMode="auto">
          <a:xfrm>
            <a:off x="5791200" y="4229100"/>
            <a:ext cx="304800" cy="1588"/>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920" name="Line 48"/>
          <p:cNvSpPr>
            <a:spLocks noChangeShapeType="1"/>
          </p:cNvSpPr>
          <p:nvPr/>
        </p:nvSpPr>
        <p:spPr bwMode="auto">
          <a:xfrm>
            <a:off x="5791200" y="4533900"/>
            <a:ext cx="304800" cy="1588"/>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921" name="Rectangle 49"/>
          <p:cNvSpPr>
            <a:spLocks noChangeArrowheads="1"/>
          </p:cNvSpPr>
          <p:nvPr/>
        </p:nvSpPr>
        <p:spPr bwMode="auto">
          <a:xfrm>
            <a:off x="1981200" y="4991100"/>
            <a:ext cx="533400" cy="60960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en-US" altLang="zh-CN" b="0">
                <a:latin typeface="Comic Sans MS" pitchFamily="66" charset="0"/>
                <a:ea typeface="宋体" charset="-122"/>
              </a:rPr>
              <a:t>D</a:t>
            </a:r>
          </a:p>
        </p:txBody>
      </p:sp>
      <p:sp>
        <p:nvSpPr>
          <p:cNvPr id="79922" name="Line 50"/>
          <p:cNvSpPr>
            <a:spLocks noChangeShapeType="1"/>
          </p:cNvSpPr>
          <p:nvPr/>
        </p:nvSpPr>
        <p:spPr bwMode="auto">
          <a:xfrm>
            <a:off x="2514600" y="5448300"/>
            <a:ext cx="304800" cy="0"/>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923" name="Line 51"/>
          <p:cNvSpPr>
            <a:spLocks noChangeShapeType="1"/>
          </p:cNvSpPr>
          <p:nvPr/>
        </p:nvSpPr>
        <p:spPr bwMode="auto">
          <a:xfrm>
            <a:off x="2514600" y="5143500"/>
            <a:ext cx="304800" cy="0"/>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924" name="Line 52"/>
          <p:cNvSpPr>
            <a:spLocks noChangeShapeType="1"/>
          </p:cNvSpPr>
          <p:nvPr/>
        </p:nvSpPr>
        <p:spPr bwMode="auto">
          <a:xfrm>
            <a:off x="1219200" y="5143500"/>
            <a:ext cx="762000" cy="0"/>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925" name="Line 53"/>
          <p:cNvSpPr>
            <a:spLocks noChangeShapeType="1"/>
          </p:cNvSpPr>
          <p:nvPr/>
        </p:nvSpPr>
        <p:spPr bwMode="auto">
          <a:xfrm>
            <a:off x="1219200" y="5448300"/>
            <a:ext cx="762000" cy="0"/>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926" name="Rectangle 54"/>
          <p:cNvSpPr>
            <a:spLocks noChangeArrowheads="1"/>
          </p:cNvSpPr>
          <p:nvPr/>
        </p:nvSpPr>
        <p:spPr bwMode="auto">
          <a:xfrm>
            <a:off x="4038600" y="4991100"/>
            <a:ext cx="533400" cy="609600"/>
          </a:xfrm>
          <a:prstGeom prst="rect">
            <a:avLst/>
          </a:prstGeom>
          <a:solidFill>
            <a:srgbClr val="FFFF00"/>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en-US" altLang="zh-CN" b="0">
                <a:latin typeface="Comic Sans MS" pitchFamily="66" charset="0"/>
                <a:ea typeface="宋体" charset="-122"/>
              </a:rPr>
              <a:t>H</a:t>
            </a:r>
          </a:p>
        </p:txBody>
      </p:sp>
      <p:sp>
        <p:nvSpPr>
          <p:cNvPr id="79927" name="Line 55"/>
          <p:cNvSpPr>
            <a:spLocks noChangeShapeType="1"/>
          </p:cNvSpPr>
          <p:nvPr/>
        </p:nvSpPr>
        <p:spPr bwMode="auto">
          <a:xfrm>
            <a:off x="4572000" y="5448300"/>
            <a:ext cx="304800" cy="0"/>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928" name="Line 56"/>
          <p:cNvSpPr>
            <a:spLocks noChangeShapeType="1"/>
          </p:cNvSpPr>
          <p:nvPr/>
        </p:nvSpPr>
        <p:spPr bwMode="auto">
          <a:xfrm>
            <a:off x="4572000" y="5143500"/>
            <a:ext cx="304800" cy="0"/>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929" name="Line 57"/>
          <p:cNvSpPr>
            <a:spLocks noChangeShapeType="1"/>
          </p:cNvSpPr>
          <p:nvPr/>
        </p:nvSpPr>
        <p:spPr bwMode="auto">
          <a:xfrm>
            <a:off x="3733800" y="5143500"/>
            <a:ext cx="304800" cy="0"/>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930" name="Line 58"/>
          <p:cNvSpPr>
            <a:spLocks noChangeShapeType="1"/>
          </p:cNvSpPr>
          <p:nvPr/>
        </p:nvSpPr>
        <p:spPr bwMode="auto">
          <a:xfrm>
            <a:off x="3733800" y="5448300"/>
            <a:ext cx="304800" cy="0"/>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931" name="Rectangle 59"/>
          <p:cNvSpPr>
            <a:spLocks noChangeArrowheads="1"/>
          </p:cNvSpPr>
          <p:nvPr/>
        </p:nvSpPr>
        <p:spPr bwMode="auto">
          <a:xfrm>
            <a:off x="6096000" y="4991100"/>
            <a:ext cx="533400" cy="609600"/>
          </a:xfrm>
          <a:prstGeom prst="rect">
            <a:avLst/>
          </a:prstGeom>
          <a:solidFill>
            <a:srgbClr val="99FF66"/>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en-US" altLang="zh-CN" b="0">
                <a:latin typeface="Comic Sans MS" pitchFamily="66" charset="0"/>
                <a:ea typeface="宋体" charset="-122"/>
              </a:rPr>
              <a:t>L</a:t>
            </a:r>
          </a:p>
        </p:txBody>
      </p:sp>
      <p:sp>
        <p:nvSpPr>
          <p:cNvPr id="79932" name="Line 60"/>
          <p:cNvSpPr>
            <a:spLocks noChangeShapeType="1"/>
          </p:cNvSpPr>
          <p:nvPr/>
        </p:nvSpPr>
        <p:spPr bwMode="auto">
          <a:xfrm>
            <a:off x="6629400" y="5448300"/>
            <a:ext cx="304800" cy="1588"/>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933" name="Line 61"/>
          <p:cNvSpPr>
            <a:spLocks noChangeShapeType="1"/>
          </p:cNvSpPr>
          <p:nvPr/>
        </p:nvSpPr>
        <p:spPr bwMode="auto">
          <a:xfrm>
            <a:off x="6629400" y="5143500"/>
            <a:ext cx="304800" cy="1588"/>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934" name="Line 62"/>
          <p:cNvSpPr>
            <a:spLocks noChangeShapeType="1"/>
          </p:cNvSpPr>
          <p:nvPr/>
        </p:nvSpPr>
        <p:spPr bwMode="auto">
          <a:xfrm>
            <a:off x="5791200" y="5143500"/>
            <a:ext cx="304800" cy="1588"/>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935" name="Line 63"/>
          <p:cNvSpPr>
            <a:spLocks noChangeShapeType="1"/>
          </p:cNvSpPr>
          <p:nvPr/>
        </p:nvSpPr>
        <p:spPr bwMode="auto">
          <a:xfrm>
            <a:off x="5791200" y="5448300"/>
            <a:ext cx="304800" cy="1588"/>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936" name="Line 64"/>
          <p:cNvSpPr>
            <a:spLocks noChangeShapeType="1"/>
          </p:cNvSpPr>
          <p:nvPr/>
        </p:nvSpPr>
        <p:spPr bwMode="auto">
          <a:xfrm>
            <a:off x="2743200" y="2400300"/>
            <a:ext cx="9906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937" name="Line 65"/>
          <p:cNvSpPr>
            <a:spLocks noChangeShapeType="1"/>
          </p:cNvSpPr>
          <p:nvPr/>
        </p:nvSpPr>
        <p:spPr bwMode="auto">
          <a:xfrm>
            <a:off x="2743200" y="5448300"/>
            <a:ext cx="9906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938" name="Line 66"/>
          <p:cNvSpPr>
            <a:spLocks noChangeShapeType="1"/>
          </p:cNvSpPr>
          <p:nvPr/>
        </p:nvSpPr>
        <p:spPr bwMode="auto">
          <a:xfrm>
            <a:off x="4800600" y="5448300"/>
            <a:ext cx="9906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939" name="Line 67"/>
          <p:cNvSpPr>
            <a:spLocks noChangeShapeType="1"/>
          </p:cNvSpPr>
          <p:nvPr/>
        </p:nvSpPr>
        <p:spPr bwMode="auto">
          <a:xfrm>
            <a:off x="2819400" y="2705100"/>
            <a:ext cx="914400" cy="6096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940" name="Line 68"/>
          <p:cNvSpPr>
            <a:spLocks noChangeShapeType="1"/>
          </p:cNvSpPr>
          <p:nvPr/>
        </p:nvSpPr>
        <p:spPr bwMode="auto">
          <a:xfrm>
            <a:off x="2819400" y="3619500"/>
            <a:ext cx="9144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941" name="Line 69"/>
          <p:cNvSpPr>
            <a:spLocks noChangeShapeType="1"/>
          </p:cNvSpPr>
          <p:nvPr/>
        </p:nvSpPr>
        <p:spPr bwMode="auto">
          <a:xfrm>
            <a:off x="2819400" y="4533900"/>
            <a:ext cx="914400" cy="6096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942" name="Line 70"/>
          <p:cNvSpPr>
            <a:spLocks noChangeShapeType="1"/>
          </p:cNvSpPr>
          <p:nvPr/>
        </p:nvSpPr>
        <p:spPr bwMode="auto">
          <a:xfrm flipV="1">
            <a:off x="2819400" y="2705100"/>
            <a:ext cx="914400" cy="6096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943" name="Line 71"/>
          <p:cNvSpPr>
            <a:spLocks noChangeShapeType="1"/>
          </p:cNvSpPr>
          <p:nvPr/>
        </p:nvSpPr>
        <p:spPr bwMode="auto">
          <a:xfrm flipV="1">
            <a:off x="2819400" y="4229100"/>
            <a:ext cx="9906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944" name="Line 72"/>
          <p:cNvSpPr>
            <a:spLocks noChangeShapeType="1"/>
          </p:cNvSpPr>
          <p:nvPr/>
        </p:nvSpPr>
        <p:spPr bwMode="auto">
          <a:xfrm flipV="1">
            <a:off x="2819400" y="4533900"/>
            <a:ext cx="914400" cy="6096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945" name="Line 73"/>
          <p:cNvSpPr>
            <a:spLocks noChangeShapeType="1"/>
          </p:cNvSpPr>
          <p:nvPr/>
        </p:nvSpPr>
        <p:spPr bwMode="auto">
          <a:xfrm>
            <a:off x="4876800" y="2705100"/>
            <a:ext cx="914400" cy="15240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946" name="Line 74"/>
          <p:cNvSpPr>
            <a:spLocks noChangeShapeType="1"/>
          </p:cNvSpPr>
          <p:nvPr/>
        </p:nvSpPr>
        <p:spPr bwMode="auto">
          <a:xfrm>
            <a:off x="4876800" y="3619500"/>
            <a:ext cx="914400" cy="15240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947" name="Line 75"/>
          <p:cNvSpPr>
            <a:spLocks noChangeShapeType="1"/>
          </p:cNvSpPr>
          <p:nvPr/>
        </p:nvSpPr>
        <p:spPr bwMode="auto">
          <a:xfrm>
            <a:off x="4876800" y="4533900"/>
            <a:ext cx="9906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948" name="Line 76"/>
          <p:cNvSpPr>
            <a:spLocks noChangeShapeType="1"/>
          </p:cNvSpPr>
          <p:nvPr/>
        </p:nvSpPr>
        <p:spPr bwMode="auto">
          <a:xfrm flipV="1">
            <a:off x="4876800" y="3314700"/>
            <a:ext cx="9144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949" name="Line 77"/>
          <p:cNvSpPr>
            <a:spLocks noChangeShapeType="1"/>
          </p:cNvSpPr>
          <p:nvPr/>
        </p:nvSpPr>
        <p:spPr bwMode="auto">
          <a:xfrm flipV="1">
            <a:off x="4876800" y="2705100"/>
            <a:ext cx="914400" cy="15240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950" name="Line 78"/>
          <p:cNvSpPr>
            <a:spLocks noChangeShapeType="1"/>
          </p:cNvSpPr>
          <p:nvPr/>
        </p:nvSpPr>
        <p:spPr bwMode="auto">
          <a:xfrm flipV="1">
            <a:off x="4876800" y="3619500"/>
            <a:ext cx="914400" cy="15240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951" name="Line 79"/>
          <p:cNvSpPr>
            <a:spLocks noChangeShapeType="1"/>
          </p:cNvSpPr>
          <p:nvPr/>
        </p:nvSpPr>
        <p:spPr bwMode="auto">
          <a:xfrm>
            <a:off x="4800600" y="2400300"/>
            <a:ext cx="9906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952" name="Line 80"/>
          <p:cNvSpPr>
            <a:spLocks noChangeShapeType="1"/>
          </p:cNvSpPr>
          <p:nvPr/>
        </p:nvSpPr>
        <p:spPr bwMode="auto">
          <a:xfrm>
            <a:off x="7848600" y="2400300"/>
            <a:ext cx="304800" cy="1588"/>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953" name="Line 81"/>
          <p:cNvSpPr>
            <a:spLocks noChangeShapeType="1"/>
          </p:cNvSpPr>
          <p:nvPr/>
        </p:nvSpPr>
        <p:spPr bwMode="auto">
          <a:xfrm>
            <a:off x="7848600" y="2705100"/>
            <a:ext cx="304800" cy="1588"/>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954" name="Line 82"/>
          <p:cNvSpPr>
            <a:spLocks noChangeShapeType="1"/>
          </p:cNvSpPr>
          <p:nvPr/>
        </p:nvSpPr>
        <p:spPr bwMode="auto">
          <a:xfrm>
            <a:off x="7848600" y="3314700"/>
            <a:ext cx="304800" cy="1588"/>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955" name="Line 83"/>
          <p:cNvSpPr>
            <a:spLocks noChangeShapeType="1"/>
          </p:cNvSpPr>
          <p:nvPr/>
        </p:nvSpPr>
        <p:spPr bwMode="auto">
          <a:xfrm>
            <a:off x="7848600" y="3619500"/>
            <a:ext cx="304800" cy="1588"/>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956" name="Line 84"/>
          <p:cNvSpPr>
            <a:spLocks noChangeShapeType="1"/>
          </p:cNvSpPr>
          <p:nvPr/>
        </p:nvSpPr>
        <p:spPr bwMode="auto">
          <a:xfrm>
            <a:off x="7848600" y="4229100"/>
            <a:ext cx="304800" cy="1588"/>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957" name="Line 85"/>
          <p:cNvSpPr>
            <a:spLocks noChangeShapeType="1"/>
          </p:cNvSpPr>
          <p:nvPr/>
        </p:nvSpPr>
        <p:spPr bwMode="auto">
          <a:xfrm>
            <a:off x="7848600" y="4533900"/>
            <a:ext cx="304800" cy="1588"/>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958" name="Line 86"/>
          <p:cNvSpPr>
            <a:spLocks noChangeShapeType="1"/>
          </p:cNvSpPr>
          <p:nvPr/>
        </p:nvSpPr>
        <p:spPr bwMode="auto">
          <a:xfrm>
            <a:off x="7848600" y="5143500"/>
            <a:ext cx="304800" cy="1588"/>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959" name="Line 87"/>
          <p:cNvSpPr>
            <a:spLocks noChangeShapeType="1"/>
          </p:cNvSpPr>
          <p:nvPr/>
        </p:nvSpPr>
        <p:spPr bwMode="auto">
          <a:xfrm>
            <a:off x="7848600" y="5448300"/>
            <a:ext cx="304800" cy="1588"/>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960" name="Line 88"/>
          <p:cNvSpPr>
            <a:spLocks noChangeShapeType="1"/>
          </p:cNvSpPr>
          <p:nvPr/>
        </p:nvSpPr>
        <p:spPr bwMode="auto">
          <a:xfrm>
            <a:off x="6858000" y="5448300"/>
            <a:ext cx="9906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961" name="Line 89"/>
          <p:cNvSpPr>
            <a:spLocks noChangeShapeType="1"/>
          </p:cNvSpPr>
          <p:nvPr/>
        </p:nvSpPr>
        <p:spPr bwMode="auto">
          <a:xfrm>
            <a:off x="6934200" y="2705100"/>
            <a:ext cx="914400" cy="15240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962" name="Line 90"/>
          <p:cNvSpPr>
            <a:spLocks noChangeShapeType="1"/>
          </p:cNvSpPr>
          <p:nvPr/>
        </p:nvSpPr>
        <p:spPr bwMode="auto">
          <a:xfrm>
            <a:off x="6934200" y="3619500"/>
            <a:ext cx="914400" cy="9144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963" name="Line 91"/>
          <p:cNvSpPr>
            <a:spLocks noChangeShapeType="1"/>
          </p:cNvSpPr>
          <p:nvPr/>
        </p:nvSpPr>
        <p:spPr bwMode="auto">
          <a:xfrm>
            <a:off x="6934200" y="4533900"/>
            <a:ext cx="914400" cy="6096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964" name="Line 92"/>
          <p:cNvSpPr>
            <a:spLocks noChangeShapeType="1"/>
          </p:cNvSpPr>
          <p:nvPr/>
        </p:nvSpPr>
        <p:spPr bwMode="auto">
          <a:xfrm flipV="1">
            <a:off x="6934200" y="2705100"/>
            <a:ext cx="914400" cy="6096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965" name="Line 93"/>
          <p:cNvSpPr>
            <a:spLocks noChangeShapeType="1"/>
          </p:cNvSpPr>
          <p:nvPr/>
        </p:nvSpPr>
        <p:spPr bwMode="auto">
          <a:xfrm flipV="1">
            <a:off x="6934200" y="3314700"/>
            <a:ext cx="914400" cy="9144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966" name="Line 94"/>
          <p:cNvSpPr>
            <a:spLocks noChangeShapeType="1"/>
          </p:cNvSpPr>
          <p:nvPr/>
        </p:nvSpPr>
        <p:spPr bwMode="auto">
          <a:xfrm flipV="1">
            <a:off x="6934200" y="3619500"/>
            <a:ext cx="914400" cy="15240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967" name="Line 95"/>
          <p:cNvSpPr>
            <a:spLocks noChangeShapeType="1"/>
          </p:cNvSpPr>
          <p:nvPr/>
        </p:nvSpPr>
        <p:spPr bwMode="auto">
          <a:xfrm>
            <a:off x="6858000" y="2400300"/>
            <a:ext cx="9906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968" name="Text Box 96"/>
          <p:cNvSpPr txBox="1">
            <a:spLocks noChangeArrowheads="1"/>
          </p:cNvSpPr>
          <p:nvPr/>
        </p:nvSpPr>
        <p:spPr bwMode="auto">
          <a:xfrm>
            <a:off x="914400" y="2247900"/>
            <a:ext cx="304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000" b="0">
                <a:latin typeface="Comic Sans MS" pitchFamily="66" charset="0"/>
                <a:ea typeface="宋体" charset="-122"/>
              </a:rPr>
              <a:t>0</a:t>
            </a:r>
          </a:p>
        </p:txBody>
      </p:sp>
      <p:sp>
        <p:nvSpPr>
          <p:cNvPr id="79969" name="Text Box 97"/>
          <p:cNvSpPr txBox="1">
            <a:spLocks noChangeArrowheads="1"/>
          </p:cNvSpPr>
          <p:nvPr/>
        </p:nvSpPr>
        <p:spPr bwMode="auto">
          <a:xfrm>
            <a:off x="914400" y="2552700"/>
            <a:ext cx="304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000" b="0">
                <a:latin typeface="Comic Sans MS" pitchFamily="66" charset="0"/>
                <a:ea typeface="宋体" charset="-122"/>
              </a:rPr>
              <a:t>1</a:t>
            </a:r>
          </a:p>
        </p:txBody>
      </p:sp>
      <p:sp>
        <p:nvSpPr>
          <p:cNvPr id="79970" name="Text Box 98"/>
          <p:cNvSpPr txBox="1">
            <a:spLocks noChangeArrowheads="1"/>
          </p:cNvSpPr>
          <p:nvPr/>
        </p:nvSpPr>
        <p:spPr bwMode="auto">
          <a:xfrm>
            <a:off x="914400" y="3162300"/>
            <a:ext cx="304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000" b="0">
                <a:latin typeface="Comic Sans MS" pitchFamily="66" charset="0"/>
                <a:ea typeface="宋体" charset="-122"/>
              </a:rPr>
              <a:t>2</a:t>
            </a:r>
          </a:p>
        </p:txBody>
      </p:sp>
      <p:sp>
        <p:nvSpPr>
          <p:cNvPr id="79971" name="Text Box 99"/>
          <p:cNvSpPr txBox="1">
            <a:spLocks noChangeArrowheads="1"/>
          </p:cNvSpPr>
          <p:nvPr/>
        </p:nvSpPr>
        <p:spPr bwMode="auto">
          <a:xfrm>
            <a:off x="914400" y="3467100"/>
            <a:ext cx="304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000" b="0">
                <a:latin typeface="Comic Sans MS" pitchFamily="66" charset="0"/>
                <a:ea typeface="宋体" charset="-122"/>
              </a:rPr>
              <a:t>3</a:t>
            </a:r>
          </a:p>
        </p:txBody>
      </p:sp>
      <p:sp>
        <p:nvSpPr>
          <p:cNvPr id="79972" name="Text Box 100"/>
          <p:cNvSpPr txBox="1">
            <a:spLocks noChangeArrowheads="1"/>
          </p:cNvSpPr>
          <p:nvPr/>
        </p:nvSpPr>
        <p:spPr bwMode="auto">
          <a:xfrm>
            <a:off x="914400" y="4076700"/>
            <a:ext cx="304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000" b="0">
                <a:latin typeface="Comic Sans MS" pitchFamily="66" charset="0"/>
                <a:ea typeface="宋体" charset="-122"/>
              </a:rPr>
              <a:t>4</a:t>
            </a:r>
          </a:p>
        </p:txBody>
      </p:sp>
      <p:sp>
        <p:nvSpPr>
          <p:cNvPr id="79973" name="Text Box 101"/>
          <p:cNvSpPr txBox="1">
            <a:spLocks noChangeArrowheads="1"/>
          </p:cNvSpPr>
          <p:nvPr/>
        </p:nvSpPr>
        <p:spPr bwMode="auto">
          <a:xfrm>
            <a:off x="914400" y="4381500"/>
            <a:ext cx="304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000" b="0">
                <a:latin typeface="Comic Sans MS" pitchFamily="66" charset="0"/>
                <a:ea typeface="宋体" charset="-122"/>
              </a:rPr>
              <a:t>5</a:t>
            </a:r>
          </a:p>
        </p:txBody>
      </p:sp>
      <p:sp>
        <p:nvSpPr>
          <p:cNvPr id="79974" name="Text Box 102"/>
          <p:cNvSpPr txBox="1">
            <a:spLocks noChangeArrowheads="1"/>
          </p:cNvSpPr>
          <p:nvPr/>
        </p:nvSpPr>
        <p:spPr bwMode="auto">
          <a:xfrm>
            <a:off x="914400" y="4991100"/>
            <a:ext cx="304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000" b="0">
                <a:latin typeface="Comic Sans MS" pitchFamily="66" charset="0"/>
                <a:ea typeface="宋体" charset="-122"/>
              </a:rPr>
              <a:t>6</a:t>
            </a:r>
          </a:p>
        </p:txBody>
      </p:sp>
      <p:sp>
        <p:nvSpPr>
          <p:cNvPr id="79975" name="Text Box 103"/>
          <p:cNvSpPr txBox="1">
            <a:spLocks noChangeArrowheads="1"/>
          </p:cNvSpPr>
          <p:nvPr/>
        </p:nvSpPr>
        <p:spPr bwMode="auto">
          <a:xfrm>
            <a:off x="914400" y="5295900"/>
            <a:ext cx="304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000" b="0">
                <a:latin typeface="Comic Sans MS" pitchFamily="66" charset="0"/>
                <a:ea typeface="宋体" charset="-122"/>
              </a:rPr>
              <a:t>7</a:t>
            </a:r>
          </a:p>
        </p:txBody>
      </p:sp>
      <p:sp>
        <p:nvSpPr>
          <p:cNvPr id="79976" name="Text Box 104"/>
          <p:cNvSpPr txBox="1">
            <a:spLocks noChangeArrowheads="1"/>
          </p:cNvSpPr>
          <p:nvPr/>
        </p:nvSpPr>
        <p:spPr bwMode="auto">
          <a:xfrm>
            <a:off x="8229600" y="2247900"/>
            <a:ext cx="304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000" b="0">
                <a:latin typeface="Comic Sans MS" pitchFamily="66" charset="0"/>
                <a:ea typeface="宋体" charset="-122"/>
              </a:rPr>
              <a:t>0</a:t>
            </a:r>
          </a:p>
        </p:txBody>
      </p:sp>
      <p:sp>
        <p:nvSpPr>
          <p:cNvPr id="79977" name="Text Box 105"/>
          <p:cNvSpPr txBox="1">
            <a:spLocks noChangeArrowheads="1"/>
          </p:cNvSpPr>
          <p:nvPr/>
        </p:nvSpPr>
        <p:spPr bwMode="auto">
          <a:xfrm>
            <a:off x="8229600" y="2552700"/>
            <a:ext cx="304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000" b="0">
                <a:latin typeface="Comic Sans MS" pitchFamily="66" charset="0"/>
                <a:ea typeface="宋体" charset="-122"/>
              </a:rPr>
              <a:t>1</a:t>
            </a:r>
          </a:p>
        </p:txBody>
      </p:sp>
      <p:sp>
        <p:nvSpPr>
          <p:cNvPr id="79978" name="Text Box 106"/>
          <p:cNvSpPr txBox="1">
            <a:spLocks noChangeArrowheads="1"/>
          </p:cNvSpPr>
          <p:nvPr/>
        </p:nvSpPr>
        <p:spPr bwMode="auto">
          <a:xfrm>
            <a:off x="8229600" y="3162300"/>
            <a:ext cx="304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000" b="0">
                <a:latin typeface="Comic Sans MS" pitchFamily="66" charset="0"/>
                <a:ea typeface="宋体" charset="-122"/>
              </a:rPr>
              <a:t>2</a:t>
            </a:r>
          </a:p>
        </p:txBody>
      </p:sp>
      <p:sp>
        <p:nvSpPr>
          <p:cNvPr id="79979" name="Text Box 107"/>
          <p:cNvSpPr txBox="1">
            <a:spLocks noChangeArrowheads="1"/>
          </p:cNvSpPr>
          <p:nvPr/>
        </p:nvSpPr>
        <p:spPr bwMode="auto">
          <a:xfrm>
            <a:off x="8229600" y="3467100"/>
            <a:ext cx="304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000" b="0">
                <a:latin typeface="Comic Sans MS" pitchFamily="66" charset="0"/>
                <a:ea typeface="宋体" charset="-122"/>
              </a:rPr>
              <a:t>3</a:t>
            </a:r>
          </a:p>
        </p:txBody>
      </p:sp>
      <p:sp>
        <p:nvSpPr>
          <p:cNvPr id="79980" name="Text Box 108"/>
          <p:cNvSpPr txBox="1">
            <a:spLocks noChangeArrowheads="1"/>
          </p:cNvSpPr>
          <p:nvPr/>
        </p:nvSpPr>
        <p:spPr bwMode="auto">
          <a:xfrm>
            <a:off x="8229600" y="4076700"/>
            <a:ext cx="304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000" b="0">
                <a:latin typeface="Comic Sans MS" pitchFamily="66" charset="0"/>
                <a:ea typeface="宋体" charset="-122"/>
              </a:rPr>
              <a:t>4</a:t>
            </a:r>
          </a:p>
        </p:txBody>
      </p:sp>
      <p:sp>
        <p:nvSpPr>
          <p:cNvPr id="79981" name="Text Box 109"/>
          <p:cNvSpPr txBox="1">
            <a:spLocks noChangeArrowheads="1"/>
          </p:cNvSpPr>
          <p:nvPr/>
        </p:nvSpPr>
        <p:spPr bwMode="auto">
          <a:xfrm>
            <a:off x="8229600" y="4381500"/>
            <a:ext cx="304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000" b="0">
                <a:latin typeface="Comic Sans MS" pitchFamily="66" charset="0"/>
                <a:ea typeface="宋体" charset="-122"/>
              </a:rPr>
              <a:t>5</a:t>
            </a:r>
          </a:p>
        </p:txBody>
      </p:sp>
      <p:sp>
        <p:nvSpPr>
          <p:cNvPr id="79982" name="Text Box 110"/>
          <p:cNvSpPr txBox="1">
            <a:spLocks noChangeArrowheads="1"/>
          </p:cNvSpPr>
          <p:nvPr/>
        </p:nvSpPr>
        <p:spPr bwMode="auto">
          <a:xfrm>
            <a:off x="8229600" y="4991100"/>
            <a:ext cx="304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000" b="0">
                <a:latin typeface="Comic Sans MS" pitchFamily="66" charset="0"/>
                <a:ea typeface="宋体" charset="-122"/>
              </a:rPr>
              <a:t>6</a:t>
            </a:r>
          </a:p>
        </p:txBody>
      </p:sp>
      <p:sp>
        <p:nvSpPr>
          <p:cNvPr id="79983" name="Text Box 111"/>
          <p:cNvSpPr txBox="1">
            <a:spLocks noChangeArrowheads="1"/>
          </p:cNvSpPr>
          <p:nvPr/>
        </p:nvSpPr>
        <p:spPr bwMode="auto">
          <a:xfrm>
            <a:off x="8229600" y="5295900"/>
            <a:ext cx="304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000" b="0">
                <a:latin typeface="Comic Sans MS" pitchFamily="66" charset="0"/>
                <a:ea typeface="宋体" charset="-122"/>
              </a:rPr>
              <a:t>7</a:t>
            </a:r>
          </a:p>
        </p:txBody>
      </p:sp>
      <p:sp>
        <p:nvSpPr>
          <p:cNvPr id="79984" name="Rectangle 160"/>
          <p:cNvSpPr>
            <a:spLocks noChangeArrowheads="1"/>
          </p:cNvSpPr>
          <p:nvPr/>
        </p:nvSpPr>
        <p:spPr bwMode="auto">
          <a:xfrm>
            <a:off x="1371600" y="2095500"/>
            <a:ext cx="6553200" cy="4191000"/>
          </a:xfrm>
          <a:prstGeom prst="rect">
            <a:avLst/>
          </a:prstGeom>
          <a:noFill/>
          <a:ln w="76200">
            <a:solidFill>
              <a:srgbClr val="FF0000"/>
            </a:solidFill>
            <a:prstDash val="sys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79985" name="Text Box 161"/>
          <p:cNvSpPr txBox="1">
            <a:spLocks noChangeArrowheads="1"/>
          </p:cNvSpPr>
          <p:nvPr/>
        </p:nvSpPr>
        <p:spPr bwMode="auto">
          <a:xfrm>
            <a:off x="1981200" y="5600700"/>
            <a:ext cx="53340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400">
                <a:latin typeface="Comic Sans MS" pitchFamily="66" charset="0"/>
              </a:rPr>
              <a:t>级0</a:t>
            </a:r>
          </a:p>
        </p:txBody>
      </p:sp>
      <p:sp>
        <p:nvSpPr>
          <p:cNvPr id="79986" name="Text Box 162"/>
          <p:cNvSpPr txBox="1">
            <a:spLocks noChangeArrowheads="1"/>
          </p:cNvSpPr>
          <p:nvPr/>
        </p:nvSpPr>
        <p:spPr bwMode="auto">
          <a:xfrm>
            <a:off x="4038600" y="5600700"/>
            <a:ext cx="53340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400">
                <a:latin typeface="Comic Sans MS" pitchFamily="66" charset="0"/>
              </a:rPr>
              <a:t>级1</a:t>
            </a:r>
          </a:p>
        </p:txBody>
      </p:sp>
      <p:sp>
        <p:nvSpPr>
          <p:cNvPr id="79987" name="Text Box 163"/>
          <p:cNvSpPr txBox="1">
            <a:spLocks noChangeArrowheads="1"/>
          </p:cNvSpPr>
          <p:nvPr/>
        </p:nvSpPr>
        <p:spPr bwMode="auto">
          <a:xfrm>
            <a:off x="6096000" y="5600700"/>
            <a:ext cx="53340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400">
                <a:latin typeface="Comic Sans MS" pitchFamily="66" charset="0"/>
              </a:rPr>
              <a:t>级2</a:t>
            </a:r>
          </a:p>
        </p:txBody>
      </p:sp>
      <p:sp>
        <p:nvSpPr>
          <p:cNvPr id="79988" name="Text Box 164"/>
          <p:cNvSpPr txBox="1">
            <a:spLocks noChangeArrowheads="1"/>
          </p:cNvSpPr>
          <p:nvPr/>
        </p:nvSpPr>
        <p:spPr bwMode="auto">
          <a:xfrm>
            <a:off x="1447800" y="5753100"/>
            <a:ext cx="53340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en-US" altLang="zh-CN" sz="2400">
                <a:solidFill>
                  <a:srgbClr val="0000CC"/>
                </a:solidFill>
                <a:latin typeface="Comic Sans MS" pitchFamily="66" charset="0"/>
              </a:rPr>
              <a:t>C</a:t>
            </a:r>
            <a:r>
              <a:rPr lang="en-US" altLang="zh-CN" sz="2400" baseline="-25000">
                <a:solidFill>
                  <a:srgbClr val="0000CC"/>
                </a:solidFill>
                <a:latin typeface="Comic Sans MS" pitchFamily="66" charset="0"/>
              </a:rPr>
              <a:t>0</a:t>
            </a:r>
          </a:p>
        </p:txBody>
      </p:sp>
      <p:sp>
        <p:nvSpPr>
          <p:cNvPr id="79989" name="Text Box 165"/>
          <p:cNvSpPr txBox="1">
            <a:spLocks noChangeArrowheads="1"/>
          </p:cNvSpPr>
          <p:nvPr/>
        </p:nvSpPr>
        <p:spPr bwMode="auto">
          <a:xfrm>
            <a:off x="3048000" y="5753100"/>
            <a:ext cx="53340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en-US" altLang="zh-CN" sz="2400">
                <a:solidFill>
                  <a:srgbClr val="0000CC"/>
                </a:solidFill>
                <a:latin typeface="Comic Sans MS" pitchFamily="66" charset="0"/>
              </a:rPr>
              <a:t>C</a:t>
            </a:r>
            <a:r>
              <a:rPr lang="en-US" altLang="zh-CN" sz="2400" baseline="-25000">
                <a:solidFill>
                  <a:srgbClr val="0000CC"/>
                </a:solidFill>
                <a:latin typeface="Comic Sans MS" pitchFamily="66" charset="0"/>
              </a:rPr>
              <a:t>1</a:t>
            </a:r>
          </a:p>
        </p:txBody>
      </p:sp>
      <p:sp>
        <p:nvSpPr>
          <p:cNvPr id="79990" name="Text Box 166"/>
          <p:cNvSpPr txBox="1">
            <a:spLocks noChangeArrowheads="1"/>
          </p:cNvSpPr>
          <p:nvPr/>
        </p:nvSpPr>
        <p:spPr bwMode="auto">
          <a:xfrm>
            <a:off x="5105400" y="5753100"/>
            <a:ext cx="53340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en-US" altLang="zh-CN" sz="2400">
                <a:solidFill>
                  <a:srgbClr val="0000CC"/>
                </a:solidFill>
                <a:latin typeface="Comic Sans MS" pitchFamily="66" charset="0"/>
              </a:rPr>
              <a:t>C</a:t>
            </a:r>
            <a:r>
              <a:rPr lang="en-US" altLang="zh-CN" sz="2400" baseline="-25000">
                <a:solidFill>
                  <a:srgbClr val="0000CC"/>
                </a:solidFill>
                <a:latin typeface="Comic Sans MS" pitchFamily="66" charset="0"/>
              </a:rPr>
              <a:t>2</a:t>
            </a:r>
          </a:p>
        </p:txBody>
      </p:sp>
      <p:sp>
        <p:nvSpPr>
          <p:cNvPr id="79991" name="Text Box 167"/>
          <p:cNvSpPr txBox="1">
            <a:spLocks noChangeArrowheads="1"/>
          </p:cNvSpPr>
          <p:nvPr/>
        </p:nvSpPr>
        <p:spPr bwMode="auto">
          <a:xfrm>
            <a:off x="7162800" y="5753100"/>
            <a:ext cx="53340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en-US" altLang="zh-CN" sz="2400">
                <a:solidFill>
                  <a:srgbClr val="0000CC"/>
                </a:solidFill>
                <a:latin typeface="Comic Sans MS" pitchFamily="66" charset="0"/>
              </a:rPr>
              <a:t>C</a:t>
            </a:r>
            <a:r>
              <a:rPr lang="en-US" altLang="zh-CN" sz="2400" baseline="-25000">
                <a:solidFill>
                  <a:srgbClr val="0000CC"/>
                </a:solidFill>
                <a:latin typeface="Comic Sans MS" pitchFamily="66" charset="0"/>
              </a:rPr>
              <a:t>3</a:t>
            </a:r>
          </a:p>
        </p:txBody>
      </p:sp>
      <p:sp>
        <p:nvSpPr>
          <p:cNvPr id="79992" name="Text Box 168"/>
          <p:cNvSpPr txBox="1">
            <a:spLocks noChangeArrowheads="1"/>
          </p:cNvSpPr>
          <p:nvPr/>
        </p:nvSpPr>
        <p:spPr bwMode="auto">
          <a:xfrm>
            <a:off x="2057400" y="5905500"/>
            <a:ext cx="53340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en-US" altLang="zh-CN" sz="2400">
                <a:latin typeface="Comic Sans MS" pitchFamily="66" charset="0"/>
              </a:rPr>
              <a:t>K</a:t>
            </a:r>
            <a:r>
              <a:rPr lang="en-US" altLang="zh-CN" sz="2400" baseline="-25000">
                <a:latin typeface="Comic Sans MS" pitchFamily="66" charset="0"/>
              </a:rPr>
              <a:t>0</a:t>
            </a:r>
          </a:p>
        </p:txBody>
      </p:sp>
      <p:sp>
        <p:nvSpPr>
          <p:cNvPr id="79993" name="Text Box 169"/>
          <p:cNvSpPr txBox="1">
            <a:spLocks noChangeArrowheads="1"/>
          </p:cNvSpPr>
          <p:nvPr/>
        </p:nvSpPr>
        <p:spPr bwMode="auto">
          <a:xfrm>
            <a:off x="4114800" y="5905500"/>
            <a:ext cx="53340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en-US" altLang="zh-CN" sz="2400">
                <a:latin typeface="Comic Sans MS" pitchFamily="66" charset="0"/>
              </a:rPr>
              <a:t>K</a:t>
            </a:r>
            <a:r>
              <a:rPr lang="en-US" altLang="zh-CN" sz="2400" baseline="-25000">
                <a:latin typeface="Comic Sans MS" pitchFamily="66" charset="0"/>
              </a:rPr>
              <a:t>1</a:t>
            </a:r>
          </a:p>
        </p:txBody>
      </p:sp>
      <p:sp>
        <p:nvSpPr>
          <p:cNvPr id="79994" name="Text Box 170"/>
          <p:cNvSpPr txBox="1">
            <a:spLocks noChangeArrowheads="1"/>
          </p:cNvSpPr>
          <p:nvPr/>
        </p:nvSpPr>
        <p:spPr bwMode="auto">
          <a:xfrm>
            <a:off x="6172200" y="5905500"/>
            <a:ext cx="53340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en-US" altLang="zh-CN" sz="2400">
                <a:latin typeface="Comic Sans MS" pitchFamily="66" charset="0"/>
              </a:rPr>
              <a:t>K</a:t>
            </a:r>
            <a:r>
              <a:rPr lang="en-US" altLang="zh-CN" sz="2400" baseline="-25000">
                <a:latin typeface="Comic Sans MS" pitchFamily="66" charset="0"/>
              </a:rPr>
              <a:t>2</a:t>
            </a:r>
          </a:p>
        </p:txBody>
      </p:sp>
      <p:sp>
        <p:nvSpPr>
          <p:cNvPr id="79995" name="Text Box 171"/>
          <p:cNvSpPr txBox="1">
            <a:spLocks noChangeArrowheads="1"/>
          </p:cNvSpPr>
          <p:nvPr/>
        </p:nvSpPr>
        <p:spPr bwMode="auto">
          <a:xfrm>
            <a:off x="685800" y="3771900"/>
            <a:ext cx="53340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400">
                <a:latin typeface="Comic Sans MS" pitchFamily="66" charset="0"/>
              </a:rPr>
              <a:t>入</a:t>
            </a:r>
            <a:endParaRPr lang="zh-CN" altLang="en-US" sz="2400" baseline="-25000">
              <a:latin typeface="Comic Sans MS" pitchFamily="66" charset="0"/>
            </a:endParaRPr>
          </a:p>
        </p:txBody>
      </p:sp>
      <p:sp>
        <p:nvSpPr>
          <p:cNvPr id="79996" name="Text Box 172"/>
          <p:cNvSpPr txBox="1">
            <a:spLocks noChangeArrowheads="1"/>
          </p:cNvSpPr>
          <p:nvPr/>
        </p:nvSpPr>
        <p:spPr bwMode="auto">
          <a:xfrm>
            <a:off x="8229600" y="3695700"/>
            <a:ext cx="53340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400">
                <a:latin typeface="Comic Sans MS" pitchFamily="66" charset="0"/>
              </a:rPr>
              <a:t>出</a:t>
            </a:r>
            <a:endParaRPr lang="zh-CN" altLang="en-US" sz="2400" baseline="-25000">
              <a:latin typeface="Comic Sans MS" pitchFamily="66" charset="0"/>
            </a:endParaRPr>
          </a:p>
        </p:txBody>
      </p:sp>
      <p:sp>
        <p:nvSpPr>
          <p:cNvPr id="79997" name="Text Box 173"/>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3 之 2</a:t>
            </a:r>
          </a:p>
        </p:txBody>
      </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5938" name="Rectangle 2"/>
          <p:cNvSpPr>
            <a:spLocks noGrp="1" noChangeArrowheads="1"/>
          </p:cNvSpPr>
          <p:nvPr>
            <p:ph type="title"/>
          </p:nvPr>
        </p:nvSpPr>
        <p:spPr/>
        <p:txBody>
          <a:bodyPr/>
          <a:lstStyle/>
          <a:p>
            <a:pPr eaLnBrk="1" hangingPunct="1">
              <a:defRPr/>
            </a:pPr>
            <a:r>
              <a:rPr lang="zh-CN" altLang="en-US" smtClean="0"/>
              <a:t>提  示</a:t>
            </a:r>
          </a:p>
        </p:txBody>
      </p:sp>
      <p:sp>
        <p:nvSpPr>
          <p:cNvPr id="935939" name="Rectangle 3"/>
          <p:cNvSpPr>
            <a:spLocks noGrp="1" noChangeArrowheads="1"/>
          </p:cNvSpPr>
          <p:nvPr>
            <p:ph type="body" idx="1"/>
          </p:nvPr>
        </p:nvSpPr>
        <p:spPr>
          <a:xfrm>
            <a:off x="809625" y="1974850"/>
            <a:ext cx="7958138" cy="4622800"/>
          </a:xfrm>
        </p:spPr>
        <p:txBody>
          <a:bodyPr/>
          <a:lstStyle/>
          <a:p>
            <a:pPr marL="0" indent="0" eaLnBrk="1" hangingPunct="1">
              <a:lnSpc>
                <a:spcPct val="110000"/>
              </a:lnSpc>
              <a:buFont typeface="Wingdings" pitchFamily="2" charset="2"/>
              <a:buNone/>
              <a:defRPr/>
            </a:pPr>
            <a:r>
              <a:rPr lang="en-US" altLang="zh-CN" dirty="0" smtClean="0"/>
              <a:t>       STARAN</a:t>
            </a:r>
            <a:r>
              <a:rPr lang="zh-CN" altLang="en-US" dirty="0" smtClean="0"/>
              <a:t>网络和间接二进制</a:t>
            </a:r>
            <a:r>
              <a:rPr lang="en-US" altLang="zh-CN" dirty="0" smtClean="0"/>
              <a:t>n</a:t>
            </a:r>
            <a:r>
              <a:rPr lang="zh-CN" altLang="en-US" dirty="0" smtClean="0"/>
              <a:t>方体网络都是</a:t>
            </a:r>
            <a:r>
              <a:rPr lang="zh-CN" altLang="en-US" dirty="0" smtClean="0">
                <a:solidFill>
                  <a:srgbClr val="FF0000"/>
                </a:solidFill>
                <a:effectLst>
                  <a:outerShdw blurRad="38100" dist="38100" dir="2700000" algn="tl">
                    <a:srgbClr val="C0C0C0"/>
                  </a:outerShdw>
                </a:effectLst>
              </a:rPr>
              <a:t>多级立方体网络</a:t>
            </a:r>
            <a:r>
              <a:rPr lang="zh-CN" altLang="en-US" dirty="0" smtClean="0"/>
              <a:t>，因为当第</a:t>
            </a:r>
            <a:r>
              <a:rPr lang="en-US" altLang="zh-CN" dirty="0" err="1" smtClean="0"/>
              <a:t>i</a:t>
            </a:r>
            <a:r>
              <a:rPr lang="zh-CN" altLang="en-US" dirty="0" smtClean="0"/>
              <a:t>级（0≤</a:t>
            </a:r>
            <a:r>
              <a:rPr lang="en-US" altLang="zh-CN" dirty="0" smtClean="0"/>
              <a:t>i≤n-1）</a:t>
            </a:r>
            <a:r>
              <a:rPr lang="zh-CN" altLang="en-US" dirty="0" smtClean="0"/>
              <a:t>交换开关处于交换状态时实现的是</a:t>
            </a:r>
            <a:r>
              <a:rPr lang="en-US" altLang="zh-CN" dirty="0" err="1" smtClean="0"/>
              <a:t>Cube</a:t>
            </a:r>
            <a:r>
              <a:rPr lang="en-US" altLang="zh-CN" baseline="-25000" dirty="0" err="1" smtClean="0"/>
              <a:t>i</a:t>
            </a:r>
            <a:r>
              <a:rPr lang="zh-CN" altLang="en-US" dirty="0" smtClean="0"/>
              <a:t>函数。</a:t>
            </a:r>
          </a:p>
          <a:p>
            <a:pPr marL="0" indent="0" eaLnBrk="1" hangingPunct="1">
              <a:lnSpc>
                <a:spcPct val="110000"/>
              </a:lnSpc>
              <a:buFont typeface="Wingdings" pitchFamily="2" charset="2"/>
              <a:buNone/>
              <a:defRPr/>
            </a:pPr>
            <a:r>
              <a:rPr lang="zh-CN" altLang="en-US" dirty="0" smtClean="0"/>
              <a:t>       两个网络很相似（</a:t>
            </a:r>
            <a:r>
              <a:rPr lang="en-US" altLang="zh-CN" dirty="0" smtClean="0">
                <a:solidFill>
                  <a:srgbClr val="FF0000"/>
                </a:solidFill>
                <a:effectLst>
                  <a:outerShdw blurRad="38100" dist="38100" dir="2700000" algn="tl">
                    <a:srgbClr val="C0C0C0"/>
                  </a:outerShdw>
                </a:effectLst>
              </a:rPr>
              <a:t>F、G</a:t>
            </a:r>
            <a:r>
              <a:rPr lang="zh-CN" altLang="en-US" dirty="0" smtClean="0">
                <a:solidFill>
                  <a:srgbClr val="FF0000"/>
                </a:solidFill>
                <a:effectLst>
                  <a:outerShdw blurRad="38100" dist="38100" dir="2700000" algn="tl">
                    <a:srgbClr val="C0C0C0"/>
                  </a:outerShdw>
                </a:effectLst>
              </a:rPr>
              <a:t>交换位置</a:t>
            </a:r>
            <a:r>
              <a:rPr lang="zh-CN" altLang="en-US" dirty="0" smtClean="0"/>
              <a:t>），唯一不同之处在于：</a:t>
            </a:r>
            <a:r>
              <a:rPr lang="zh-CN" altLang="en-US" dirty="0" smtClean="0">
                <a:solidFill>
                  <a:srgbClr val="FF0000"/>
                </a:solidFill>
                <a:effectLst>
                  <a:outerShdw blurRad="38100" dist="38100" dir="2700000" algn="tl">
                    <a:srgbClr val="C0C0C0"/>
                  </a:outerShdw>
                </a:effectLst>
              </a:rPr>
              <a:t>交换开关的控制方式不同</a:t>
            </a:r>
            <a:r>
              <a:rPr lang="zh-CN" altLang="en-US" dirty="0" smtClean="0"/>
              <a:t>，前者采用级控制和部分级控制方式，后者采用单元控制方式。</a:t>
            </a:r>
          </a:p>
        </p:txBody>
      </p:sp>
      <p:sp>
        <p:nvSpPr>
          <p:cNvPr id="80900"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3 之 3</a:t>
            </a:r>
          </a:p>
        </p:txBody>
      </p:sp>
      <p:sp>
        <p:nvSpPr>
          <p:cNvPr id="80901" name="Text Box 6"/>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互连网络种类</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动态互连网络</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多级网络</a:t>
            </a:r>
            <a:endParaRPr lang="zh-CN" altLang="en-US" sz="1200" b="0">
              <a:latin typeface="Times New Roman" pitchFamily="18" charset="0"/>
              <a:ea typeface="幼圆" pitchFamily="49" charset="-122"/>
            </a:endParaRPr>
          </a:p>
        </p:txBody>
      </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62" name="Rectangle 2"/>
          <p:cNvSpPr>
            <a:spLocks noGrp="1" noChangeArrowheads="1"/>
          </p:cNvSpPr>
          <p:nvPr>
            <p:ph type="title"/>
          </p:nvPr>
        </p:nvSpPr>
        <p:spPr/>
        <p:txBody>
          <a:bodyPr/>
          <a:lstStyle/>
          <a:p>
            <a:pPr eaLnBrk="1" hangingPunct="1">
              <a:defRPr/>
            </a:pPr>
            <a:r>
              <a:rPr lang="en-US" altLang="zh-CN" smtClean="0"/>
              <a:t>Omega</a:t>
            </a:r>
            <a:r>
              <a:rPr lang="zh-CN" altLang="en-US" sz="5400" smtClean="0"/>
              <a:t>网络</a:t>
            </a:r>
          </a:p>
        </p:txBody>
      </p:sp>
      <p:sp>
        <p:nvSpPr>
          <p:cNvPr id="8192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互连网络种类</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动态互连网络</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多级网络</a:t>
            </a:r>
            <a:endParaRPr lang="zh-CN" altLang="en-US" sz="1200" b="0">
              <a:latin typeface="Times New Roman" pitchFamily="18" charset="0"/>
              <a:ea typeface="幼圆" pitchFamily="49" charset="-122"/>
            </a:endParaRPr>
          </a:p>
        </p:txBody>
      </p:sp>
      <p:sp>
        <p:nvSpPr>
          <p:cNvPr id="962564" name="Rectangle 4"/>
          <p:cNvSpPr>
            <a:spLocks noGrp="1" noChangeArrowheads="1"/>
          </p:cNvSpPr>
          <p:nvPr>
            <p:ph type="body" idx="1"/>
          </p:nvPr>
        </p:nvSpPr>
        <p:spPr/>
        <p:txBody>
          <a:bodyPr/>
          <a:lstStyle/>
          <a:p>
            <a:pPr marL="0" indent="0" eaLnBrk="1" hangingPunct="1">
              <a:lnSpc>
                <a:spcPct val="110000"/>
              </a:lnSpc>
              <a:buFont typeface="Wingdings" pitchFamily="2" charset="2"/>
              <a:buNone/>
              <a:defRPr/>
            </a:pPr>
            <a:r>
              <a:rPr lang="zh-CN" altLang="en-US" dirty="0" smtClean="0"/>
              <a:t>       采用2×2的四功能开关，对于</a:t>
            </a:r>
            <a:r>
              <a:rPr lang="en-US" altLang="zh-CN" dirty="0" smtClean="0"/>
              <a:t>N×N</a:t>
            </a:r>
            <a:r>
              <a:rPr lang="zh-CN" altLang="en-US" dirty="0" smtClean="0"/>
              <a:t>网络，有</a:t>
            </a:r>
            <a:r>
              <a:rPr lang="en-US" altLang="zh-CN" dirty="0" smtClean="0"/>
              <a:t>n=log</a:t>
            </a:r>
            <a:r>
              <a:rPr lang="en-US" altLang="zh-CN" baseline="-25000" dirty="0" smtClean="0"/>
              <a:t>2</a:t>
            </a:r>
            <a:r>
              <a:rPr lang="en-US" altLang="zh-CN" dirty="0" smtClean="0"/>
              <a:t>N</a:t>
            </a:r>
            <a:r>
              <a:rPr lang="zh-CN" altLang="en-US" dirty="0" smtClean="0"/>
              <a:t>个开关级，每级有</a:t>
            </a:r>
            <a:r>
              <a:rPr lang="en-US" altLang="zh-CN" dirty="0" smtClean="0"/>
              <a:t>N/2</a:t>
            </a:r>
            <a:r>
              <a:rPr lang="zh-CN" altLang="en-US" dirty="0" smtClean="0"/>
              <a:t>个开关； </a:t>
            </a:r>
            <a:r>
              <a:rPr lang="en-US" altLang="zh-CN" dirty="0" smtClean="0"/>
              <a:t>n</a:t>
            </a:r>
            <a:r>
              <a:rPr lang="zh-CN" altLang="en-US" dirty="0" smtClean="0"/>
              <a:t>个开关级从输入端到输出端依次为</a:t>
            </a:r>
            <a:r>
              <a:rPr lang="en-US" altLang="zh-CN" dirty="0" smtClean="0"/>
              <a:t>K</a:t>
            </a:r>
            <a:r>
              <a:rPr lang="en-US" altLang="zh-CN" baseline="-25000" dirty="0" smtClean="0"/>
              <a:t>n-1</a:t>
            </a:r>
            <a:r>
              <a:rPr lang="zh-CN" altLang="en-US" dirty="0" smtClean="0"/>
              <a:t> </a:t>
            </a:r>
            <a:r>
              <a:rPr lang="en-US" altLang="zh-CN" dirty="0" smtClean="0"/>
              <a:t>、</a:t>
            </a:r>
            <a:r>
              <a:rPr lang="zh-CN" altLang="en-US" dirty="0" smtClean="0"/>
              <a:t> </a:t>
            </a:r>
            <a:r>
              <a:rPr lang="en-US" altLang="zh-CN" dirty="0" smtClean="0"/>
              <a:t>…</a:t>
            </a:r>
            <a:r>
              <a:rPr lang="zh-CN" altLang="en-US" dirty="0" smtClean="0"/>
              <a:t> </a:t>
            </a:r>
            <a:r>
              <a:rPr lang="en-US" altLang="zh-CN" dirty="0" smtClean="0"/>
              <a:t>K</a:t>
            </a:r>
            <a:r>
              <a:rPr lang="en-US" altLang="zh-CN" baseline="-25000" dirty="0" smtClean="0"/>
              <a:t>1</a:t>
            </a:r>
            <a:r>
              <a:rPr lang="zh-CN" altLang="en-US" dirty="0" smtClean="0"/>
              <a:t> </a:t>
            </a:r>
            <a:r>
              <a:rPr lang="en-US" altLang="zh-CN" dirty="0" smtClean="0"/>
              <a:t>、</a:t>
            </a:r>
            <a:r>
              <a:rPr lang="zh-CN" altLang="en-US" dirty="0" smtClean="0"/>
              <a:t> </a:t>
            </a:r>
            <a:r>
              <a:rPr lang="en-US" altLang="zh-CN" dirty="0" smtClean="0"/>
              <a:t>K</a:t>
            </a:r>
            <a:r>
              <a:rPr lang="en-US" altLang="zh-CN" baseline="-25000" dirty="0" smtClean="0"/>
              <a:t>0</a:t>
            </a:r>
            <a:r>
              <a:rPr lang="en-US" altLang="zh-CN" dirty="0" smtClean="0"/>
              <a:t>，n+1</a:t>
            </a:r>
            <a:r>
              <a:rPr lang="zh-CN" altLang="en-US" dirty="0" smtClean="0"/>
              <a:t>个级间连接依次为</a:t>
            </a:r>
            <a:r>
              <a:rPr lang="en-US" altLang="zh-CN" dirty="0" smtClean="0"/>
              <a:t>C</a:t>
            </a:r>
            <a:r>
              <a:rPr lang="en-US" altLang="zh-CN" baseline="-25000" dirty="0" smtClean="0"/>
              <a:t>n</a:t>
            </a:r>
            <a:r>
              <a:rPr lang="zh-CN" altLang="en-US" dirty="0" smtClean="0"/>
              <a:t> </a:t>
            </a:r>
            <a:r>
              <a:rPr lang="en-US" altLang="zh-CN" dirty="0" smtClean="0"/>
              <a:t>、</a:t>
            </a:r>
            <a:r>
              <a:rPr lang="zh-CN" altLang="en-US" dirty="0" smtClean="0"/>
              <a:t> </a:t>
            </a:r>
            <a:r>
              <a:rPr lang="en-US" altLang="zh-CN" dirty="0" smtClean="0"/>
              <a:t>…</a:t>
            </a:r>
            <a:r>
              <a:rPr lang="zh-CN" altLang="en-US" dirty="0" smtClean="0"/>
              <a:t> </a:t>
            </a:r>
            <a:r>
              <a:rPr lang="en-US" altLang="zh-CN" dirty="0" smtClean="0"/>
              <a:t>C</a:t>
            </a:r>
            <a:r>
              <a:rPr lang="en-US" altLang="zh-CN" baseline="-25000" dirty="0" smtClean="0"/>
              <a:t>1</a:t>
            </a:r>
            <a:r>
              <a:rPr lang="en-US" altLang="zh-CN" dirty="0" smtClean="0"/>
              <a:t>、</a:t>
            </a:r>
            <a:r>
              <a:rPr lang="zh-CN" altLang="en-US" dirty="0" smtClean="0"/>
              <a:t> </a:t>
            </a:r>
            <a:r>
              <a:rPr lang="en-US" altLang="zh-CN" dirty="0" smtClean="0"/>
              <a:t>C</a:t>
            </a:r>
            <a:r>
              <a:rPr lang="en-US" altLang="zh-CN" baseline="-25000" dirty="0" smtClean="0"/>
              <a:t>0</a:t>
            </a:r>
            <a:r>
              <a:rPr lang="en-US" altLang="zh-CN" dirty="0" smtClean="0"/>
              <a:t>，</a:t>
            </a:r>
            <a:r>
              <a:rPr lang="zh-CN" altLang="en-US" dirty="0" smtClean="0"/>
              <a:t> 其中</a:t>
            </a:r>
            <a:r>
              <a:rPr lang="en-US" altLang="zh-CN" dirty="0" smtClean="0"/>
              <a:t>C</a:t>
            </a:r>
            <a:r>
              <a:rPr lang="en-US" altLang="zh-CN" baseline="-25000" dirty="0" smtClean="0"/>
              <a:t>0</a:t>
            </a:r>
            <a:r>
              <a:rPr lang="zh-CN" altLang="en-US" dirty="0" smtClean="0"/>
              <a:t>为恒等置换， </a:t>
            </a:r>
            <a:r>
              <a:rPr lang="en-US" altLang="zh-CN" dirty="0" smtClean="0"/>
              <a:t>C</a:t>
            </a:r>
            <a:r>
              <a:rPr lang="en-US" altLang="zh-CN" baseline="-25000" dirty="0" smtClean="0"/>
              <a:t>1</a:t>
            </a:r>
            <a:r>
              <a:rPr lang="en-US" altLang="zh-CN" dirty="0" smtClean="0"/>
              <a:t>～C</a:t>
            </a:r>
            <a:r>
              <a:rPr lang="en-US" altLang="zh-CN" baseline="-25000" dirty="0" smtClean="0"/>
              <a:t>n</a:t>
            </a:r>
            <a:r>
              <a:rPr lang="zh-CN" altLang="en-US" dirty="0" smtClean="0"/>
              <a:t>都为均匀洗牌置换</a:t>
            </a:r>
            <a:r>
              <a:rPr lang="en-US" altLang="zh-CN" dirty="0" smtClean="0"/>
              <a:t>；</a:t>
            </a:r>
            <a:r>
              <a:rPr lang="zh-CN" altLang="en-US" dirty="0" smtClean="0"/>
              <a:t>开关采用单元控制方式。本网络也称为：</a:t>
            </a:r>
            <a:r>
              <a:rPr lang="zh-CN" altLang="en-US" dirty="0" smtClean="0">
                <a:solidFill>
                  <a:srgbClr val="FF0000"/>
                </a:solidFill>
                <a:effectLst>
                  <a:outerShdw blurRad="38100" dist="38100" dir="2700000" algn="tl">
                    <a:srgbClr val="C0C0C0"/>
                  </a:outerShdw>
                </a:effectLst>
              </a:rPr>
              <a:t>多级洗牌置换网络</a:t>
            </a:r>
            <a:r>
              <a:rPr lang="zh-CN" altLang="en-US" dirty="0" smtClean="0"/>
              <a:t>或</a:t>
            </a:r>
            <a:r>
              <a:rPr lang="zh-CN" altLang="en-US" dirty="0" smtClean="0">
                <a:solidFill>
                  <a:srgbClr val="FF0000"/>
                </a:solidFill>
                <a:effectLst>
                  <a:outerShdw blurRad="38100" dist="38100" dir="2700000" algn="tl">
                    <a:srgbClr val="C0C0C0"/>
                  </a:outerShdw>
                </a:effectLst>
              </a:rPr>
              <a:t>多级混洗网络</a:t>
            </a:r>
            <a:r>
              <a:rPr lang="zh-CN" altLang="en-US" dirty="0" smtClean="0"/>
              <a:t>。</a:t>
            </a:r>
          </a:p>
        </p:txBody>
      </p:sp>
      <p:sp>
        <p:nvSpPr>
          <p:cNvPr id="81925"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3 之 1</a:t>
            </a:r>
          </a:p>
        </p:txBody>
      </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6658" name="Rectangle 2"/>
          <p:cNvSpPr>
            <a:spLocks noGrp="1" noChangeArrowheads="1"/>
          </p:cNvSpPr>
          <p:nvPr>
            <p:ph type="title"/>
          </p:nvPr>
        </p:nvSpPr>
        <p:spPr/>
        <p:txBody>
          <a:bodyPr/>
          <a:lstStyle/>
          <a:p>
            <a:pPr eaLnBrk="1" hangingPunct="1">
              <a:defRPr/>
            </a:pPr>
            <a:r>
              <a:rPr lang="zh-CN" altLang="en-US" sz="5400" smtClean="0"/>
              <a:t>网络结构</a:t>
            </a:r>
            <a:br>
              <a:rPr lang="zh-CN" altLang="en-US" sz="5400" smtClean="0"/>
            </a:br>
            <a:r>
              <a:rPr lang="zh-CN" altLang="en-US" sz="3200" smtClean="0"/>
              <a:t>（ </a:t>
            </a:r>
            <a:r>
              <a:rPr lang="en-US" altLang="zh-CN" sz="3200" smtClean="0"/>
              <a:t>N=8</a:t>
            </a:r>
            <a:r>
              <a:rPr lang="zh-CN" altLang="en-US" sz="3200" smtClean="0"/>
              <a:t> ）</a:t>
            </a:r>
          </a:p>
        </p:txBody>
      </p:sp>
      <p:sp>
        <p:nvSpPr>
          <p:cNvPr id="8294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互连网络种类</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动态互连网络</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多级网络</a:t>
            </a:r>
            <a:endParaRPr lang="zh-CN" altLang="en-US" sz="1200" b="0">
              <a:latin typeface="Times New Roman" pitchFamily="18" charset="0"/>
              <a:ea typeface="幼圆" pitchFamily="49" charset="-122"/>
            </a:endParaRPr>
          </a:p>
        </p:txBody>
      </p:sp>
      <p:grpSp>
        <p:nvGrpSpPr>
          <p:cNvPr id="82948" name="Group 175"/>
          <p:cNvGrpSpPr>
            <a:grpSpLocks/>
          </p:cNvGrpSpPr>
          <p:nvPr/>
        </p:nvGrpSpPr>
        <p:grpSpPr bwMode="auto">
          <a:xfrm>
            <a:off x="800100" y="2095500"/>
            <a:ext cx="8001000" cy="4191000"/>
            <a:chOff x="480" y="1392"/>
            <a:chExt cx="5040" cy="2640"/>
          </a:xfrm>
        </p:grpSpPr>
        <p:sp>
          <p:nvSpPr>
            <p:cNvPr id="82950" name="Rectangle 5"/>
            <p:cNvSpPr>
              <a:spLocks noChangeArrowheads="1"/>
            </p:cNvSpPr>
            <p:nvPr/>
          </p:nvSpPr>
          <p:spPr bwMode="auto">
            <a:xfrm flipH="1">
              <a:off x="4368" y="1488"/>
              <a:ext cx="336" cy="384"/>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en-US" altLang="zh-CN" b="0">
                  <a:latin typeface="Comic Sans MS" pitchFamily="66" charset="0"/>
                  <a:ea typeface="宋体" charset="-122"/>
                </a:rPr>
                <a:t>A</a:t>
              </a:r>
            </a:p>
          </p:txBody>
        </p:sp>
        <p:sp>
          <p:nvSpPr>
            <p:cNvPr id="82951" name="Line 6"/>
            <p:cNvSpPr>
              <a:spLocks noChangeShapeType="1"/>
            </p:cNvSpPr>
            <p:nvPr/>
          </p:nvSpPr>
          <p:spPr bwMode="auto">
            <a:xfrm flipH="1">
              <a:off x="4176" y="1776"/>
              <a:ext cx="192" cy="0"/>
            </a:xfrm>
            <a:prstGeom prst="line">
              <a:avLst/>
            </a:prstGeom>
            <a:noFill/>
            <a:ln w="38100">
              <a:solidFill>
                <a:schemeClr val="tx1"/>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952" name="Line 7"/>
            <p:cNvSpPr>
              <a:spLocks noChangeShapeType="1"/>
            </p:cNvSpPr>
            <p:nvPr/>
          </p:nvSpPr>
          <p:spPr bwMode="auto">
            <a:xfrm flipH="1">
              <a:off x="4176" y="1584"/>
              <a:ext cx="192" cy="0"/>
            </a:xfrm>
            <a:prstGeom prst="line">
              <a:avLst/>
            </a:prstGeom>
            <a:noFill/>
            <a:ln w="38100">
              <a:solidFill>
                <a:schemeClr val="tx1"/>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953" name="Line 8"/>
            <p:cNvSpPr>
              <a:spLocks noChangeShapeType="1"/>
            </p:cNvSpPr>
            <p:nvPr/>
          </p:nvSpPr>
          <p:spPr bwMode="auto">
            <a:xfrm flipH="1">
              <a:off x="4704" y="1584"/>
              <a:ext cx="528" cy="0"/>
            </a:xfrm>
            <a:prstGeom prst="line">
              <a:avLst/>
            </a:prstGeom>
            <a:noFill/>
            <a:ln w="38100">
              <a:solidFill>
                <a:schemeClr val="tx1"/>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954" name="Line 9"/>
            <p:cNvSpPr>
              <a:spLocks noChangeShapeType="1"/>
            </p:cNvSpPr>
            <p:nvPr/>
          </p:nvSpPr>
          <p:spPr bwMode="auto">
            <a:xfrm flipH="1">
              <a:off x="4704" y="1776"/>
              <a:ext cx="528" cy="0"/>
            </a:xfrm>
            <a:prstGeom prst="line">
              <a:avLst/>
            </a:prstGeom>
            <a:noFill/>
            <a:ln w="38100">
              <a:solidFill>
                <a:schemeClr val="tx1"/>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955" name="Rectangle 10"/>
            <p:cNvSpPr>
              <a:spLocks noChangeArrowheads="1"/>
            </p:cNvSpPr>
            <p:nvPr/>
          </p:nvSpPr>
          <p:spPr bwMode="auto">
            <a:xfrm flipH="1">
              <a:off x="3072" y="1488"/>
              <a:ext cx="336" cy="384"/>
            </a:xfrm>
            <a:prstGeom prst="rect">
              <a:avLst/>
            </a:prstGeom>
            <a:solidFill>
              <a:srgbClr val="FFFF00"/>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en-US" altLang="zh-CN" b="0">
                  <a:latin typeface="Comic Sans MS" pitchFamily="66" charset="0"/>
                  <a:ea typeface="宋体" charset="-122"/>
                </a:rPr>
                <a:t>E</a:t>
              </a:r>
            </a:p>
          </p:txBody>
        </p:sp>
        <p:sp>
          <p:nvSpPr>
            <p:cNvPr id="82956" name="Line 11"/>
            <p:cNvSpPr>
              <a:spLocks noChangeShapeType="1"/>
            </p:cNvSpPr>
            <p:nvPr/>
          </p:nvSpPr>
          <p:spPr bwMode="auto">
            <a:xfrm flipH="1">
              <a:off x="2880" y="1776"/>
              <a:ext cx="192" cy="0"/>
            </a:xfrm>
            <a:prstGeom prst="line">
              <a:avLst/>
            </a:prstGeom>
            <a:noFill/>
            <a:ln w="38100">
              <a:solidFill>
                <a:schemeClr val="tx1"/>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957" name="Line 12"/>
            <p:cNvSpPr>
              <a:spLocks noChangeShapeType="1"/>
            </p:cNvSpPr>
            <p:nvPr/>
          </p:nvSpPr>
          <p:spPr bwMode="auto">
            <a:xfrm flipH="1">
              <a:off x="2880" y="1584"/>
              <a:ext cx="192" cy="0"/>
            </a:xfrm>
            <a:prstGeom prst="line">
              <a:avLst/>
            </a:prstGeom>
            <a:noFill/>
            <a:ln w="38100">
              <a:solidFill>
                <a:schemeClr val="tx1"/>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958" name="Line 13"/>
            <p:cNvSpPr>
              <a:spLocks noChangeShapeType="1"/>
            </p:cNvSpPr>
            <p:nvPr/>
          </p:nvSpPr>
          <p:spPr bwMode="auto">
            <a:xfrm flipH="1">
              <a:off x="3408" y="1584"/>
              <a:ext cx="192" cy="0"/>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959" name="Line 14"/>
            <p:cNvSpPr>
              <a:spLocks noChangeShapeType="1"/>
            </p:cNvSpPr>
            <p:nvPr/>
          </p:nvSpPr>
          <p:spPr bwMode="auto">
            <a:xfrm flipH="1">
              <a:off x="3408" y="1776"/>
              <a:ext cx="192" cy="0"/>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960" name="Rectangle 15"/>
            <p:cNvSpPr>
              <a:spLocks noChangeArrowheads="1"/>
            </p:cNvSpPr>
            <p:nvPr/>
          </p:nvSpPr>
          <p:spPr bwMode="auto">
            <a:xfrm flipH="1">
              <a:off x="1776" y="1488"/>
              <a:ext cx="336" cy="384"/>
            </a:xfrm>
            <a:prstGeom prst="rect">
              <a:avLst/>
            </a:prstGeom>
            <a:solidFill>
              <a:srgbClr val="99FF66"/>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en-US" altLang="zh-CN" b="0">
                  <a:latin typeface="Comic Sans MS" pitchFamily="66" charset="0"/>
                  <a:ea typeface="宋体" charset="-122"/>
                </a:rPr>
                <a:t>I</a:t>
              </a:r>
            </a:p>
          </p:txBody>
        </p:sp>
        <p:sp>
          <p:nvSpPr>
            <p:cNvPr id="82961" name="Line 16"/>
            <p:cNvSpPr>
              <a:spLocks noChangeShapeType="1"/>
            </p:cNvSpPr>
            <p:nvPr/>
          </p:nvSpPr>
          <p:spPr bwMode="auto">
            <a:xfrm flipH="1">
              <a:off x="1584" y="1776"/>
              <a:ext cx="192" cy="1"/>
            </a:xfrm>
            <a:prstGeom prst="line">
              <a:avLst/>
            </a:prstGeom>
            <a:noFill/>
            <a:ln w="38100">
              <a:solidFill>
                <a:schemeClr val="tx1"/>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962" name="Line 17"/>
            <p:cNvSpPr>
              <a:spLocks noChangeShapeType="1"/>
            </p:cNvSpPr>
            <p:nvPr/>
          </p:nvSpPr>
          <p:spPr bwMode="auto">
            <a:xfrm flipH="1">
              <a:off x="1584" y="1584"/>
              <a:ext cx="192" cy="1"/>
            </a:xfrm>
            <a:prstGeom prst="line">
              <a:avLst/>
            </a:prstGeom>
            <a:noFill/>
            <a:ln w="38100">
              <a:solidFill>
                <a:schemeClr val="tx1"/>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963" name="Line 18"/>
            <p:cNvSpPr>
              <a:spLocks noChangeShapeType="1"/>
            </p:cNvSpPr>
            <p:nvPr/>
          </p:nvSpPr>
          <p:spPr bwMode="auto">
            <a:xfrm flipH="1">
              <a:off x="2112" y="1584"/>
              <a:ext cx="192" cy="1"/>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964" name="Line 19"/>
            <p:cNvSpPr>
              <a:spLocks noChangeShapeType="1"/>
            </p:cNvSpPr>
            <p:nvPr/>
          </p:nvSpPr>
          <p:spPr bwMode="auto">
            <a:xfrm flipH="1">
              <a:off x="2112" y="1776"/>
              <a:ext cx="192" cy="1"/>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965" name="Rectangle 20"/>
            <p:cNvSpPr>
              <a:spLocks noChangeArrowheads="1"/>
            </p:cNvSpPr>
            <p:nvPr/>
          </p:nvSpPr>
          <p:spPr bwMode="auto">
            <a:xfrm flipH="1">
              <a:off x="4368" y="2064"/>
              <a:ext cx="336" cy="384"/>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en-US" altLang="zh-CN" b="0">
                  <a:latin typeface="Comic Sans MS" pitchFamily="66" charset="0"/>
                  <a:ea typeface="宋体" charset="-122"/>
                </a:rPr>
                <a:t>B</a:t>
              </a:r>
            </a:p>
          </p:txBody>
        </p:sp>
        <p:sp>
          <p:nvSpPr>
            <p:cNvPr id="82966" name="Line 21"/>
            <p:cNvSpPr>
              <a:spLocks noChangeShapeType="1"/>
            </p:cNvSpPr>
            <p:nvPr/>
          </p:nvSpPr>
          <p:spPr bwMode="auto">
            <a:xfrm flipH="1">
              <a:off x="4176" y="2352"/>
              <a:ext cx="192" cy="0"/>
            </a:xfrm>
            <a:prstGeom prst="line">
              <a:avLst/>
            </a:prstGeom>
            <a:noFill/>
            <a:ln w="38100">
              <a:solidFill>
                <a:schemeClr val="tx1"/>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967" name="Line 22"/>
            <p:cNvSpPr>
              <a:spLocks noChangeShapeType="1"/>
            </p:cNvSpPr>
            <p:nvPr/>
          </p:nvSpPr>
          <p:spPr bwMode="auto">
            <a:xfrm flipH="1">
              <a:off x="4176" y="2160"/>
              <a:ext cx="192" cy="0"/>
            </a:xfrm>
            <a:prstGeom prst="line">
              <a:avLst/>
            </a:prstGeom>
            <a:noFill/>
            <a:ln w="38100">
              <a:solidFill>
                <a:schemeClr val="tx1"/>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968" name="Line 23"/>
            <p:cNvSpPr>
              <a:spLocks noChangeShapeType="1"/>
            </p:cNvSpPr>
            <p:nvPr/>
          </p:nvSpPr>
          <p:spPr bwMode="auto">
            <a:xfrm flipH="1">
              <a:off x="4704" y="2160"/>
              <a:ext cx="528" cy="0"/>
            </a:xfrm>
            <a:prstGeom prst="line">
              <a:avLst/>
            </a:prstGeom>
            <a:noFill/>
            <a:ln w="38100">
              <a:solidFill>
                <a:schemeClr val="tx1"/>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969" name="Line 24"/>
            <p:cNvSpPr>
              <a:spLocks noChangeShapeType="1"/>
            </p:cNvSpPr>
            <p:nvPr/>
          </p:nvSpPr>
          <p:spPr bwMode="auto">
            <a:xfrm flipH="1">
              <a:off x="4704" y="2352"/>
              <a:ext cx="528" cy="0"/>
            </a:xfrm>
            <a:prstGeom prst="line">
              <a:avLst/>
            </a:prstGeom>
            <a:noFill/>
            <a:ln w="38100">
              <a:solidFill>
                <a:schemeClr val="tx1"/>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66681" name="Rectangle 25"/>
            <p:cNvSpPr>
              <a:spLocks noChangeArrowheads="1"/>
            </p:cNvSpPr>
            <p:nvPr/>
          </p:nvSpPr>
          <p:spPr bwMode="auto">
            <a:xfrm flipH="1">
              <a:off x="3072" y="2064"/>
              <a:ext cx="336" cy="384"/>
            </a:xfrm>
            <a:prstGeom prst="rect">
              <a:avLst/>
            </a:prstGeom>
            <a:solidFill>
              <a:srgbClr val="FFFF00"/>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r>
                <a:rPr lang="en-US" altLang="zh-CN" b="1">
                  <a:solidFill>
                    <a:srgbClr val="FF0000"/>
                  </a:solidFill>
                  <a:effectLst>
                    <a:outerShdw blurRad="38100" dist="38100" dir="2700000" algn="tl">
                      <a:srgbClr val="000000"/>
                    </a:outerShdw>
                  </a:effectLst>
                  <a:ea typeface="宋体" pitchFamily="2" charset="-122"/>
                </a:rPr>
                <a:t>F</a:t>
              </a:r>
            </a:p>
          </p:txBody>
        </p:sp>
        <p:sp>
          <p:nvSpPr>
            <p:cNvPr id="82971" name="Line 26"/>
            <p:cNvSpPr>
              <a:spLocks noChangeShapeType="1"/>
            </p:cNvSpPr>
            <p:nvPr/>
          </p:nvSpPr>
          <p:spPr bwMode="auto">
            <a:xfrm flipH="1">
              <a:off x="2880" y="2352"/>
              <a:ext cx="192" cy="0"/>
            </a:xfrm>
            <a:prstGeom prst="line">
              <a:avLst/>
            </a:prstGeom>
            <a:noFill/>
            <a:ln w="38100">
              <a:solidFill>
                <a:schemeClr val="tx1"/>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972" name="Line 27"/>
            <p:cNvSpPr>
              <a:spLocks noChangeShapeType="1"/>
            </p:cNvSpPr>
            <p:nvPr/>
          </p:nvSpPr>
          <p:spPr bwMode="auto">
            <a:xfrm flipH="1">
              <a:off x="2880" y="2160"/>
              <a:ext cx="192" cy="0"/>
            </a:xfrm>
            <a:prstGeom prst="line">
              <a:avLst/>
            </a:prstGeom>
            <a:noFill/>
            <a:ln w="38100">
              <a:solidFill>
                <a:schemeClr val="tx1"/>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973" name="Line 28"/>
            <p:cNvSpPr>
              <a:spLocks noChangeShapeType="1"/>
            </p:cNvSpPr>
            <p:nvPr/>
          </p:nvSpPr>
          <p:spPr bwMode="auto">
            <a:xfrm flipH="1">
              <a:off x="3408" y="2160"/>
              <a:ext cx="192" cy="0"/>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974" name="Line 29"/>
            <p:cNvSpPr>
              <a:spLocks noChangeShapeType="1"/>
            </p:cNvSpPr>
            <p:nvPr/>
          </p:nvSpPr>
          <p:spPr bwMode="auto">
            <a:xfrm flipH="1">
              <a:off x="3408" y="2352"/>
              <a:ext cx="192" cy="0"/>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975" name="Rectangle 30"/>
            <p:cNvSpPr>
              <a:spLocks noChangeArrowheads="1"/>
            </p:cNvSpPr>
            <p:nvPr/>
          </p:nvSpPr>
          <p:spPr bwMode="auto">
            <a:xfrm flipH="1">
              <a:off x="1776" y="2064"/>
              <a:ext cx="336" cy="384"/>
            </a:xfrm>
            <a:prstGeom prst="rect">
              <a:avLst/>
            </a:prstGeom>
            <a:solidFill>
              <a:srgbClr val="99FF66"/>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en-US" altLang="zh-CN" b="0">
                  <a:latin typeface="Comic Sans MS" pitchFamily="66" charset="0"/>
                  <a:ea typeface="宋体" charset="-122"/>
                </a:rPr>
                <a:t>J</a:t>
              </a:r>
            </a:p>
          </p:txBody>
        </p:sp>
        <p:sp>
          <p:nvSpPr>
            <p:cNvPr id="82976" name="Line 31"/>
            <p:cNvSpPr>
              <a:spLocks noChangeShapeType="1"/>
            </p:cNvSpPr>
            <p:nvPr/>
          </p:nvSpPr>
          <p:spPr bwMode="auto">
            <a:xfrm flipH="1">
              <a:off x="1584" y="2352"/>
              <a:ext cx="192" cy="1"/>
            </a:xfrm>
            <a:prstGeom prst="line">
              <a:avLst/>
            </a:prstGeom>
            <a:noFill/>
            <a:ln w="38100">
              <a:solidFill>
                <a:schemeClr val="tx1"/>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977" name="Line 32"/>
            <p:cNvSpPr>
              <a:spLocks noChangeShapeType="1"/>
            </p:cNvSpPr>
            <p:nvPr/>
          </p:nvSpPr>
          <p:spPr bwMode="auto">
            <a:xfrm flipH="1">
              <a:off x="1584" y="2160"/>
              <a:ext cx="192" cy="1"/>
            </a:xfrm>
            <a:prstGeom prst="line">
              <a:avLst/>
            </a:prstGeom>
            <a:noFill/>
            <a:ln w="38100">
              <a:solidFill>
                <a:schemeClr val="tx1"/>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978" name="Line 33"/>
            <p:cNvSpPr>
              <a:spLocks noChangeShapeType="1"/>
            </p:cNvSpPr>
            <p:nvPr/>
          </p:nvSpPr>
          <p:spPr bwMode="auto">
            <a:xfrm flipH="1">
              <a:off x="2112" y="2160"/>
              <a:ext cx="192" cy="1"/>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979" name="Line 34"/>
            <p:cNvSpPr>
              <a:spLocks noChangeShapeType="1"/>
            </p:cNvSpPr>
            <p:nvPr/>
          </p:nvSpPr>
          <p:spPr bwMode="auto">
            <a:xfrm flipH="1">
              <a:off x="2112" y="2352"/>
              <a:ext cx="192" cy="1"/>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980" name="Rectangle 35"/>
            <p:cNvSpPr>
              <a:spLocks noChangeArrowheads="1"/>
            </p:cNvSpPr>
            <p:nvPr/>
          </p:nvSpPr>
          <p:spPr bwMode="auto">
            <a:xfrm flipH="1">
              <a:off x="4368" y="2640"/>
              <a:ext cx="336" cy="384"/>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en-US" altLang="zh-CN" b="0">
                  <a:latin typeface="Comic Sans MS" pitchFamily="66" charset="0"/>
                  <a:ea typeface="宋体" charset="-122"/>
                </a:rPr>
                <a:t>C</a:t>
              </a:r>
            </a:p>
          </p:txBody>
        </p:sp>
        <p:sp>
          <p:nvSpPr>
            <p:cNvPr id="82981" name="Line 36"/>
            <p:cNvSpPr>
              <a:spLocks noChangeShapeType="1"/>
            </p:cNvSpPr>
            <p:nvPr/>
          </p:nvSpPr>
          <p:spPr bwMode="auto">
            <a:xfrm flipH="1">
              <a:off x="4176" y="2928"/>
              <a:ext cx="192" cy="0"/>
            </a:xfrm>
            <a:prstGeom prst="line">
              <a:avLst/>
            </a:prstGeom>
            <a:noFill/>
            <a:ln w="38100">
              <a:solidFill>
                <a:schemeClr val="tx1"/>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982" name="Line 37"/>
            <p:cNvSpPr>
              <a:spLocks noChangeShapeType="1"/>
            </p:cNvSpPr>
            <p:nvPr/>
          </p:nvSpPr>
          <p:spPr bwMode="auto">
            <a:xfrm flipH="1">
              <a:off x="4176" y="2736"/>
              <a:ext cx="192" cy="0"/>
            </a:xfrm>
            <a:prstGeom prst="line">
              <a:avLst/>
            </a:prstGeom>
            <a:noFill/>
            <a:ln w="38100">
              <a:solidFill>
                <a:schemeClr val="tx1"/>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983" name="Line 38"/>
            <p:cNvSpPr>
              <a:spLocks noChangeShapeType="1"/>
            </p:cNvSpPr>
            <p:nvPr/>
          </p:nvSpPr>
          <p:spPr bwMode="auto">
            <a:xfrm flipH="1">
              <a:off x="4704" y="2736"/>
              <a:ext cx="528" cy="0"/>
            </a:xfrm>
            <a:prstGeom prst="line">
              <a:avLst/>
            </a:prstGeom>
            <a:noFill/>
            <a:ln w="38100">
              <a:solidFill>
                <a:schemeClr val="tx1"/>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984" name="Line 39"/>
            <p:cNvSpPr>
              <a:spLocks noChangeShapeType="1"/>
            </p:cNvSpPr>
            <p:nvPr/>
          </p:nvSpPr>
          <p:spPr bwMode="auto">
            <a:xfrm flipH="1">
              <a:off x="4704" y="2928"/>
              <a:ext cx="528" cy="0"/>
            </a:xfrm>
            <a:prstGeom prst="line">
              <a:avLst/>
            </a:prstGeom>
            <a:noFill/>
            <a:ln w="38100">
              <a:solidFill>
                <a:schemeClr val="tx1"/>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66696" name="Rectangle 40"/>
            <p:cNvSpPr>
              <a:spLocks noChangeArrowheads="1"/>
            </p:cNvSpPr>
            <p:nvPr/>
          </p:nvSpPr>
          <p:spPr bwMode="auto">
            <a:xfrm flipH="1">
              <a:off x="3072" y="2640"/>
              <a:ext cx="336" cy="384"/>
            </a:xfrm>
            <a:prstGeom prst="rect">
              <a:avLst/>
            </a:prstGeom>
            <a:solidFill>
              <a:srgbClr val="FFFF00"/>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r>
                <a:rPr lang="en-US" altLang="zh-CN" b="1">
                  <a:solidFill>
                    <a:srgbClr val="FF0000"/>
                  </a:solidFill>
                  <a:effectLst>
                    <a:outerShdw blurRad="38100" dist="38100" dir="2700000" algn="tl">
                      <a:srgbClr val="000000"/>
                    </a:outerShdw>
                  </a:effectLst>
                  <a:ea typeface="宋体" pitchFamily="2" charset="-122"/>
                </a:rPr>
                <a:t>G</a:t>
              </a:r>
            </a:p>
          </p:txBody>
        </p:sp>
        <p:sp>
          <p:nvSpPr>
            <p:cNvPr id="82986" name="Line 41"/>
            <p:cNvSpPr>
              <a:spLocks noChangeShapeType="1"/>
            </p:cNvSpPr>
            <p:nvPr/>
          </p:nvSpPr>
          <p:spPr bwMode="auto">
            <a:xfrm flipH="1">
              <a:off x="2880" y="2928"/>
              <a:ext cx="192" cy="0"/>
            </a:xfrm>
            <a:prstGeom prst="line">
              <a:avLst/>
            </a:prstGeom>
            <a:noFill/>
            <a:ln w="38100">
              <a:solidFill>
                <a:schemeClr val="tx1"/>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987" name="Line 42"/>
            <p:cNvSpPr>
              <a:spLocks noChangeShapeType="1"/>
            </p:cNvSpPr>
            <p:nvPr/>
          </p:nvSpPr>
          <p:spPr bwMode="auto">
            <a:xfrm flipH="1">
              <a:off x="2880" y="2736"/>
              <a:ext cx="192" cy="0"/>
            </a:xfrm>
            <a:prstGeom prst="line">
              <a:avLst/>
            </a:prstGeom>
            <a:noFill/>
            <a:ln w="38100">
              <a:solidFill>
                <a:schemeClr val="tx1"/>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988" name="Line 43"/>
            <p:cNvSpPr>
              <a:spLocks noChangeShapeType="1"/>
            </p:cNvSpPr>
            <p:nvPr/>
          </p:nvSpPr>
          <p:spPr bwMode="auto">
            <a:xfrm flipH="1">
              <a:off x="3408" y="2736"/>
              <a:ext cx="192" cy="0"/>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989" name="Line 44"/>
            <p:cNvSpPr>
              <a:spLocks noChangeShapeType="1"/>
            </p:cNvSpPr>
            <p:nvPr/>
          </p:nvSpPr>
          <p:spPr bwMode="auto">
            <a:xfrm flipH="1">
              <a:off x="3408" y="2928"/>
              <a:ext cx="192" cy="0"/>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990" name="Rectangle 45"/>
            <p:cNvSpPr>
              <a:spLocks noChangeArrowheads="1"/>
            </p:cNvSpPr>
            <p:nvPr/>
          </p:nvSpPr>
          <p:spPr bwMode="auto">
            <a:xfrm flipH="1">
              <a:off x="1776" y="2640"/>
              <a:ext cx="336" cy="384"/>
            </a:xfrm>
            <a:prstGeom prst="rect">
              <a:avLst/>
            </a:prstGeom>
            <a:solidFill>
              <a:srgbClr val="99FF66"/>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en-US" altLang="zh-CN" b="0">
                  <a:latin typeface="Comic Sans MS" pitchFamily="66" charset="0"/>
                  <a:ea typeface="宋体" charset="-122"/>
                </a:rPr>
                <a:t>K</a:t>
              </a:r>
            </a:p>
          </p:txBody>
        </p:sp>
        <p:sp>
          <p:nvSpPr>
            <p:cNvPr id="82991" name="Line 46"/>
            <p:cNvSpPr>
              <a:spLocks noChangeShapeType="1"/>
            </p:cNvSpPr>
            <p:nvPr/>
          </p:nvSpPr>
          <p:spPr bwMode="auto">
            <a:xfrm flipH="1">
              <a:off x="1584" y="2928"/>
              <a:ext cx="192" cy="1"/>
            </a:xfrm>
            <a:prstGeom prst="line">
              <a:avLst/>
            </a:prstGeom>
            <a:noFill/>
            <a:ln w="38100">
              <a:solidFill>
                <a:schemeClr val="tx1"/>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992" name="Line 47"/>
            <p:cNvSpPr>
              <a:spLocks noChangeShapeType="1"/>
            </p:cNvSpPr>
            <p:nvPr/>
          </p:nvSpPr>
          <p:spPr bwMode="auto">
            <a:xfrm flipH="1">
              <a:off x="1584" y="2736"/>
              <a:ext cx="192" cy="1"/>
            </a:xfrm>
            <a:prstGeom prst="line">
              <a:avLst/>
            </a:prstGeom>
            <a:noFill/>
            <a:ln w="38100">
              <a:solidFill>
                <a:schemeClr val="tx1"/>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993" name="Line 48"/>
            <p:cNvSpPr>
              <a:spLocks noChangeShapeType="1"/>
            </p:cNvSpPr>
            <p:nvPr/>
          </p:nvSpPr>
          <p:spPr bwMode="auto">
            <a:xfrm flipH="1">
              <a:off x="2112" y="2736"/>
              <a:ext cx="192" cy="1"/>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994" name="Line 49"/>
            <p:cNvSpPr>
              <a:spLocks noChangeShapeType="1"/>
            </p:cNvSpPr>
            <p:nvPr/>
          </p:nvSpPr>
          <p:spPr bwMode="auto">
            <a:xfrm flipH="1">
              <a:off x="2112" y="2928"/>
              <a:ext cx="192" cy="1"/>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995" name="Rectangle 50"/>
            <p:cNvSpPr>
              <a:spLocks noChangeArrowheads="1"/>
            </p:cNvSpPr>
            <p:nvPr/>
          </p:nvSpPr>
          <p:spPr bwMode="auto">
            <a:xfrm flipH="1">
              <a:off x="4368" y="3216"/>
              <a:ext cx="336" cy="384"/>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en-US" altLang="zh-CN" b="0">
                  <a:latin typeface="Comic Sans MS" pitchFamily="66" charset="0"/>
                  <a:ea typeface="宋体" charset="-122"/>
                </a:rPr>
                <a:t>D</a:t>
              </a:r>
            </a:p>
          </p:txBody>
        </p:sp>
        <p:sp>
          <p:nvSpPr>
            <p:cNvPr id="82996" name="Line 51"/>
            <p:cNvSpPr>
              <a:spLocks noChangeShapeType="1"/>
            </p:cNvSpPr>
            <p:nvPr/>
          </p:nvSpPr>
          <p:spPr bwMode="auto">
            <a:xfrm flipH="1">
              <a:off x="4176" y="3504"/>
              <a:ext cx="192" cy="0"/>
            </a:xfrm>
            <a:prstGeom prst="line">
              <a:avLst/>
            </a:prstGeom>
            <a:noFill/>
            <a:ln w="38100">
              <a:solidFill>
                <a:schemeClr val="tx1"/>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997" name="Line 52"/>
            <p:cNvSpPr>
              <a:spLocks noChangeShapeType="1"/>
            </p:cNvSpPr>
            <p:nvPr/>
          </p:nvSpPr>
          <p:spPr bwMode="auto">
            <a:xfrm flipH="1">
              <a:off x="4176" y="3312"/>
              <a:ext cx="192" cy="0"/>
            </a:xfrm>
            <a:prstGeom prst="line">
              <a:avLst/>
            </a:prstGeom>
            <a:noFill/>
            <a:ln w="38100">
              <a:solidFill>
                <a:schemeClr val="tx1"/>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998" name="Line 53"/>
            <p:cNvSpPr>
              <a:spLocks noChangeShapeType="1"/>
            </p:cNvSpPr>
            <p:nvPr/>
          </p:nvSpPr>
          <p:spPr bwMode="auto">
            <a:xfrm flipH="1">
              <a:off x="4704" y="3312"/>
              <a:ext cx="528" cy="0"/>
            </a:xfrm>
            <a:prstGeom prst="line">
              <a:avLst/>
            </a:prstGeom>
            <a:noFill/>
            <a:ln w="38100">
              <a:solidFill>
                <a:schemeClr val="tx1"/>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999" name="Line 54"/>
            <p:cNvSpPr>
              <a:spLocks noChangeShapeType="1"/>
            </p:cNvSpPr>
            <p:nvPr/>
          </p:nvSpPr>
          <p:spPr bwMode="auto">
            <a:xfrm flipH="1">
              <a:off x="4704" y="3504"/>
              <a:ext cx="528" cy="0"/>
            </a:xfrm>
            <a:prstGeom prst="line">
              <a:avLst/>
            </a:prstGeom>
            <a:noFill/>
            <a:ln w="38100">
              <a:solidFill>
                <a:schemeClr val="tx1"/>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000" name="Rectangle 55"/>
            <p:cNvSpPr>
              <a:spLocks noChangeArrowheads="1"/>
            </p:cNvSpPr>
            <p:nvPr/>
          </p:nvSpPr>
          <p:spPr bwMode="auto">
            <a:xfrm flipH="1">
              <a:off x="3072" y="3216"/>
              <a:ext cx="336" cy="384"/>
            </a:xfrm>
            <a:prstGeom prst="rect">
              <a:avLst/>
            </a:prstGeom>
            <a:solidFill>
              <a:srgbClr val="FFFF00"/>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en-US" altLang="zh-CN" b="0">
                  <a:latin typeface="Comic Sans MS" pitchFamily="66" charset="0"/>
                  <a:ea typeface="宋体" charset="-122"/>
                </a:rPr>
                <a:t>H</a:t>
              </a:r>
            </a:p>
          </p:txBody>
        </p:sp>
        <p:sp>
          <p:nvSpPr>
            <p:cNvPr id="83001" name="Line 56"/>
            <p:cNvSpPr>
              <a:spLocks noChangeShapeType="1"/>
            </p:cNvSpPr>
            <p:nvPr/>
          </p:nvSpPr>
          <p:spPr bwMode="auto">
            <a:xfrm flipH="1">
              <a:off x="2880" y="3504"/>
              <a:ext cx="192" cy="0"/>
            </a:xfrm>
            <a:prstGeom prst="line">
              <a:avLst/>
            </a:prstGeom>
            <a:noFill/>
            <a:ln w="38100">
              <a:solidFill>
                <a:schemeClr val="tx1"/>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002" name="Line 57"/>
            <p:cNvSpPr>
              <a:spLocks noChangeShapeType="1"/>
            </p:cNvSpPr>
            <p:nvPr/>
          </p:nvSpPr>
          <p:spPr bwMode="auto">
            <a:xfrm flipH="1">
              <a:off x="2880" y="3312"/>
              <a:ext cx="192" cy="0"/>
            </a:xfrm>
            <a:prstGeom prst="line">
              <a:avLst/>
            </a:prstGeom>
            <a:noFill/>
            <a:ln w="38100">
              <a:solidFill>
                <a:schemeClr val="tx1"/>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003" name="Line 58"/>
            <p:cNvSpPr>
              <a:spLocks noChangeShapeType="1"/>
            </p:cNvSpPr>
            <p:nvPr/>
          </p:nvSpPr>
          <p:spPr bwMode="auto">
            <a:xfrm flipH="1">
              <a:off x="3408" y="3312"/>
              <a:ext cx="192" cy="0"/>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004" name="Line 59"/>
            <p:cNvSpPr>
              <a:spLocks noChangeShapeType="1"/>
            </p:cNvSpPr>
            <p:nvPr/>
          </p:nvSpPr>
          <p:spPr bwMode="auto">
            <a:xfrm flipH="1">
              <a:off x="3408" y="3504"/>
              <a:ext cx="192" cy="0"/>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005" name="Rectangle 60"/>
            <p:cNvSpPr>
              <a:spLocks noChangeArrowheads="1"/>
            </p:cNvSpPr>
            <p:nvPr/>
          </p:nvSpPr>
          <p:spPr bwMode="auto">
            <a:xfrm flipH="1">
              <a:off x="1776" y="3216"/>
              <a:ext cx="336" cy="384"/>
            </a:xfrm>
            <a:prstGeom prst="rect">
              <a:avLst/>
            </a:prstGeom>
            <a:solidFill>
              <a:srgbClr val="99FF66"/>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en-US" altLang="zh-CN" b="0">
                  <a:latin typeface="Comic Sans MS" pitchFamily="66" charset="0"/>
                  <a:ea typeface="宋体" charset="-122"/>
                </a:rPr>
                <a:t>L</a:t>
              </a:r>
            </a:p>
          </p:txBody>
        </p:sp>
        <p:sp>
          <p:nvSpPr>
            <p:cNvPr id="83006" name="Line 61"/>
            <p:cNvSpPr>
              <a:spLocks noChangeShapeType="1"/>
            </p:cNvSpPr>
            <p:nvPr/>
          </p:nvSpPr>
          <p:spPr bwMode="auto">
            <a:xfrm flipH="1">
              <a:off x="1584" y="3504"/>
              <a:ext cx="192" cy="1"/>
            </a:xfrm>
            <a:prstGeom prst="line">
              <a:avLst/>
            </a:prstGeom>
            <a:noFill/>
            <a:ln w="38100">
              <a:solidFill>
                <a:schemeClr val="tx1"/>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007" name="Line 62"/>
            <p:cNvSpPr>
              <a:spLocks noChangeShapeType="1"/>
            </p:cNvSpPr>
            <p:nvPr/>
          </p:nvSpPr>
          <p:spPr bwMode="auto">
            <a:xfrm flipH="1">
              <a:off x="1584" y="3312"/>
              <a:ext cx="192" cy="1"/>
            </a:xfrm>
            <a:prstGeom prst="line">
              <a:avLst/>
            </a:prstGeom>
            <a:noFill/>
            <a:ln w="38100">
              <a:solidFill>
                <a:schemeClr val="tx1"/>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008" name="Line 63"/>
            <p:cNvSpPr>
              <a:spLocks noChangeShapeType="1"/>
            </p:cNvSpPr>
            <p:nvPr/>
          </p:nvSpPr>
          <p:spPr bwMode="auto">
            <a:xfrm flipH="1">
              <a:off x="2112" y="3312"/>
              <a:ext cx="192" cy="1"/>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009" name="Line 64"/>
            <p:cNvSpPr>
              <a:spLocks noChangeShapeType="1"/>
            </p:cNvSpPr>
            <p:nvPr/>
          </p:nvSpPr>
          <p:spPr bwMode="auto">
            <a:xfrm flipH="1">
              <a:off x="2112" y="3504"/>
              <a:ext cx="192" cy="1"/>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010" name="Line 65"/>
            <p:cNvSpPr>
              <a:spLocks noChangeShapeType="1"/>
            </p:cNvSpPr>
            <p:nvPr/>
          </p:nvSpPr>
          <p:spPr bwMode="auto">
            <a:xfrm flipH="1">
              <a:off x="3600" y="1584"/>
              <a:ext cx="624"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011" name="Line 66"/>
            <p:cNvSpPr>
              <a:spLocks noChangeShapeType="1"/>
            </p:cNvSpPr>
            <p:nvPr/>
          </p:nvSpPr>
          <p:spPr bwMode="auto">
            <a:xfrm flipH="1">
              <a:off x="3600" y="3504"/>
              <a:ext cx="624"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012" name="Line 67"/>
            <p:cNvSpPr>
              <a:spLocks noChangeShapeType="1"/>
            </p:cNvSpPr>
            <p:nvPr/>
          </p:nvSpPr>
          <p:spPr bwMode="auto">
            <a:xfrm flipH="1">
              <a:off x="2304" y="3504"/>
              <a:ext cx="624"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013" name="Line 68"/>
            <p:cNvSpPr>
              <a:spLocks noChangeShapeType="1"/>
            </p:cNvSpPr>
            <p:nvPr/>
          </p:nvSpPr>
          <p:spPr bwMode="auto">
            <a:xfrm flipH="1">
              <a:off x="3600" y="1776"/>
              <a:ext cx="576" cy="96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014" name="Line 69"/>
            <p:cNvSpPr>
              <a:spLocks noChangeShapeType="1"/>
            </p:cNvSpPr>
            <p:nvPr/>
          </p:nvSpPr>
          <p:spPr bwMode="auto">
            <a:xfrm flipH="1">
              <a:off x="3600" y="2352"/>
              <a:ext cx="576" cy="57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015" name="Line 70"/>
            <p:cNvSpPr>
              <a:spLocks noChangeShapeType="1"/>
            </p:cNvSpPr>
            <p:nvPr/>
          </p:nvSpPr>
          <p:spPr bwMode="auto">
            <a:xfrm flipH="1">
              <a:off x="3600" y="2928"/>
              <a:ext cx="576" cy="38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016" name="Line 71"/>
            <p:cNvSpPr>
              <a:spLocks noChangeShapeType="1"/>
            </p:cNvSpPr>
            <p:nvPr/>
          </p:nvSpPr>
          <p:spPr bwMode="auto">
            <a:xfrm flipH="1" flipV="1">
              <a:off x="3600" y="1776"/>
              <a:ext cx="576" cy="38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017" name="Line 72"/>
            <p:cNvSpPr>
              <a:spLocks noChangeShapeType="1"/>
            </p:cNvSpPr>
            <p:nvPr/>
          </p:nvSpPr>
          <p:spPr bwMode="auto">
            <a:xfrm flipH="1" flipV="1">
              <a:off x="3600" y="2160"/>
              <a:ext cx="576" cy="57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018" name="Line 73"/>
            <p:cNvSpPr>
              <a:spLocks noChangeShapeType="1"/>
            </p:cNvSpPr>
            <p:nvPr/>
          </p:nvSpPr>
          <p:spPr bwMode="auto">
            <a:xfrm flipH="1" flipV="1">
              <a:off x="3600" y="2352"/>
              <a:ext cx="576" cy="96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019" name="Line 74"/>
            <p:cNvSpPr>
              <a:spLocks noChangeShapeType="1"/>
            </p:cNvSpPr>
            <p:nvPr/>
          </p:nvSpPr>
          <p:spPr bwMode="auto">
            <a:xfrm flipH="1">
              <a:off x="2304" y="1776"/>
              <a:ext cx="576" cy="96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020" name="Line 75"/>
            <p:cNvSpPr>
              <a:spLocks noChangeShapeType="1"/>
            </p:cNvSpPr>
            <p:nvPr/>
          </p:nvSpPr>
          <p:spPr bwMode="auto">
            <a:xfrm flipH="1">
              <a:off x="2304" y="2352"/>
              <a:ext cx="576" cy="57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021" name="Line 76"/>
            <p:cNvSpPr>
              <a:spLocks noChangeShapeType="1"/>
            </p:cNvSpPr>
            <p:nvPr/>
          </p:nvSpPr>
          <p:spPr bwMode="auto">
            <a:xfrm flipH="1">
              <a:off x="2304" y="2928"/>
              <a:ext cx="576" cy="38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022" name="Line 77"/>
            <p:cNvSpPr>
              <a:spLocks noChangeShapeType="1"/>
            </p:cNvSpPr>
            <p:nvPr/>
          </p:nvSpPr>
          <p:spPr bwMode="auto">
            <a:xfrm flipH="1" flipV="1">
              <a:off x="2304" y="1776"/>
              <a:ext cx="576" cy="38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023" name="Line 78"/>
            <p:cNvSpPr>
              <a:spLocks noChangeShapeType="1"/>
            </p:cNvSpPr>
            <p:nvPr/>
          </p:nvSpPr>
          <p:spPr bwMode="auto">
            <a:xfrm flipH="1" flipV="1">
              <a:off x="2304" y="2160"/>
              <a:ext cx="576" cy="57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024" name="Line 79"/>
            <p:cNvSpPr>
              <a:spLocks noChangeShapeType="1"/>
            </p:cNvSpPr>
            <p:nvPr/>
          </p:nvSpPr>
          <p:spPr bwMode="auto">
            <a:xfrm flipH="1" flipV="1">
              <a:off x="2304" y="2352"/>
              <a:ext cx="576" cy="96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025" name="Line 80"/>
            <p:cNvSpPr>
              <a:spLocks noChangeShapeType="1"/>
            </p:cNvSpPr>
            <p:nvPr/>
          </p:nvSpPr>
          <p:spPr bwMode="auto">
            <a:xfrm flipH="1">
              <a:off x="2304" y="1584"/>
              <a:ext cx="624"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026" name="Line 81"/>
            <p:cNvSpPr>
              <a:spLocks noChangeShapeType="1"/>
            </p:cNvSpPr>
            <p:nvPr/>
          </p:nvSpPr>
          <p:spPr bwMode="auto">
            <a:xfrm flipH="1">
              <a:off x="816" y="1584"/>
              <a:ext cx="192" cy="1"/>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027" name="Line 82"/>
            <p:cNvSpPr>
              <a:spLocks noChangeShapeType="1"/>
            </p:cNvSpPr>
            <p:nvPr/>
          </p:nvSpPr>
          <p:spPr bwMode="auto">
            <a:xfrm flipH="1">
              <a:off x="816" y="1776"/>
              <a:ext cx="192" cy="1"/>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028" name="Line 83"/>
            <p:cNvSpPr>
              <a:spLocks noChangeShapeType="1"/>
            </p:cNvSpPr>
            <p:nvPr/>
          </p:nvSpPr>
          <p:spPr bwMode="auto">
            <a:xfrm flipH="1">
              <a:off x="816" y="2160"/>
              <a:ext cx="192" cy="1"/>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029" name="Line 84"/>
            <p:cNvSpPr>
              <a:spLocks noChangeShapeType="1"/>
            </p:cNvSpPr>
            <p:nvPr/>
          </p:nvSpPr>
          <p:spPr bwMode="auto">
            <a:xfrm flipH="1">
              <a:off x="816" y="2352"/>
              <a:ext cx="192" cy="1"/>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030" name="Line 85"/>
            <p:cNvSpPr>
              <a:spLocks noChangeShapeType="1"/>
            </p:cNvSpPr>
            <p:nvPr/>
          </p:nvSpPr>
          <p:spPr bwMode="auto">
            <a:xfrm flipH="1">
              <a:off x="816" y="2736"/>
              <a:ext cx="192" cy="1"/>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031" name="Line 86"/>
            <p:cNvSpPr>
              <a:spLocks noChangeShapeType="1"/>
            </p:cNvSpPr>
            <p:nvPr/>
          </p:nvSpPr>
          <p:spPr bwMode="auto">
            <a:xfrm flipH="1">
              <a:off x="816" y="2928"/>
              <a:ext cx="192" cy="1"/>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032" name="Line 87"/>
            <p:cNvSpPr>
              <a:spLocks noChangeShapeType="1"/>
            </p:cNvSpPr>
            <p:nvPr/>
          </p:nvSpPr>
          <p:spPr bwMode="auto">
            <a:xfrm flipH="1">
              <a:off x="816" y="3312"/>
              <a:ext cx="192" cy="1"/>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033" name="Line 88"/>
            <p:cNvSpPr>
              <a:spLocks noChangeShapeType="1"/>
            </p:cNvSpPr>
            <p:nvPr/>
          </p:nvSpPr>
          <p:spPr bwMode="auto">
            <a:xfrm flipH="1">
              <a:off x="816" y="3504"/>
              <a:ext cx="192" cy="1"/>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034" name="Line 89"/>
            <p:cNvSpPr>
              <a:spLocks noChangeShapeType="1"/>
            </p:cNvSpPr>
            <p:nvPr/>
          </p:nvSpPr>
          <p:spPr bwMode="auto">
            <a:xfrm flipH="1">
              <a:off x="1008" y="3504"/>
              <a:ext cx="624"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035" name="Line 90"/>
            <p:cNvSpPr>
              <a:spLocks noChangeShapeType="1"/>
            </p:cNvSpPr>
            <p:nvPr/>
          </p:nvSpPr>
          <p:spPr bwMode="auto">
            <a:xfrm flipH="1">
              <a:off x="1008" y="1776"/>
              <a:ext cx="576" cy="96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036" name="Line 91"/>
            <p:cNvSpPr>
              <a:spLocks noChangeShapeType="1"/>
            </p:cNvSpPr>
            <p:nvPr/>
          </p:nvSpPr>
          <p:spPr bwMode="auto">
            <a:xfrm flipH="1">
              <a:off x="1008" y="2352"/>
              <a:ext cx="576" cy="57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037" name="Line 92"/>
            <p:cNvSpPr>
              <a:spLocks noChangeShapeType="1"/>
            </p:cNvSpPr>
            <p:nvPr/>
          </p:nvSpPr>
          <p:spPr bwMode="auto">
            <a:xfrm flipH="1">
              <a:off x="1008" y="2928"/>
              <a:ext cx="576" cy="38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038" name="Line 93"/>
            <p:cNvSpPr>
              <a:spLocks noChangeShapeType="1"/>
            </p:cNvSpPr>
            <p:nvPr/>
          </p:nvSpPr>
          <p:spPr bwMode="auto">
            <a:xfrm flipH="1" flipV="1">
              <a:off x="1008" y="1776"/>
              <a:ext cx="576" cy="38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039" name="Line 94"/>
            <p:cNvSpPr>
              <a:spLocks noChangeShapeType="1"/>
            </p:cNvSpPr>
            <p:nvPr/>
          </p:nvSpPr>
          <p:spPr bwMode="auto">
            <a:xfrm flipH="1" flipV="1">
              <a:off x="1008" y="2160"/>
              <a:ext cx="576" cy="57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040" name="Line 95"/>
            <p:cNvSpPr>
              <a:spLocks noChangeShapeType="1"/>
            </p:cNvSpPr>
            <p:nvPr/>
          </p:nvSpPr>
          <p:spPr bwMode="auto">
            <a:xfrm flipH="1" flipV="1">
              <a:off x="1008" y="2352"/>
              <a:ext cx="576" cy="96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041" name="Line 96"/>
            <p:cNvSpPr>
              <a:spLocks noChangeShapeType="1"/>
            </p:cNvSpPr>
            <p:nvPr/>
          </p:nvSpPr>
          <p:spPr bwMode="auto">
            <a:xfrm flipH="1">
              <a:off x="1008" y="1584"/>
              <a:ext cx="624"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042" name="Text Box 97"/>
            <p:cNvSpPr txBox="1">
              <a:spLocks noChangeArrowheads="1"/>
            </p:cNvSpPr>
            <p:nvPr/>
          </p:nvSpPr>
          <p:spPr bwMode="auto">
            <a:xfrm flipH="1">
              <a:off x="5232" y="1488"/>
              <a:ext cx="19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000" b="0">
                  <a:latin typeface="Comic Sans MS" pitchFamily="66" charset="0"/>
                  <a:ea typeface="宋体" charset="-122"/>
                </a:rPr>
                <a:t>0</a:t>
              </a:r>
            </a:p>
          </p:txBody>
        </p:sp>
        <p:sp>
          <p:nvSpPr>
            <p:cNvPr id="83043" name="Text Box 98"/>
            <p:cNvSpPr txBox="1">
              <a:spLocks noChangeArrowheads="1"/>
            </p:cNvSpPr>
            <p:nvPr/>
          </p:nvSpPr>
          <p:spPr bwMode="auto">
            <a:xfrm flipH="1">
              <a:off x="5232" y="1680"/>
              <a:ext cx="19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000" b="0">
                  <a:latin typeface="Comic Sans MS" pitchFamily="66" charset="0"/>
                  <a:ea typeface="宋体" charset="-122"/>
                </a:rPr>
                <a:t>1</a:t>
              </a:r>
            </a:p>
          </p:txBody>
        </p:sp>
        <p:sp>
          <p:nvSpPr>
            <p:cNvPr id="83044" name="Text Box 99"/>
            <p:cNvSpPr txBox="1">
              <a:spLocks noChangeArrowheads="1"/>
            </p:cNvSpPr>
            <p:nvPr/>
          </p:nvSpPr>
          <p:spPr bwMode="auto">
            <a:xfrm flipH="1">
              <a:off x="5232" y="2064"/>
              <a:ext cx="19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000" b="0">
                  <a:latin typeface="Comic Sans MS" pitchFamily="66" charset="0"/>
                  <a:ea typeface="宋体" charset="-122"/>
                </a:rPr>
                <a:t>2</a:t>
              </a:r>
            </a:p>
          </p:txBody>
        </p:sp>
        <p:sp>
          <p:nvSpPr>
            <p:cNvPr id="83045" name="Text Box 100"/>
            <p:cNvSpPr txBox="1">
              <a:spLocks noChangeArrowheads="1"/>
            </p:cNvSpPr>
            <p:nvPr/>
          </p:nvSpPr>
          <p:spPr bwMode="auto">
            <a:xfrm flipH="1">
              <a:off x="5232" y="2256"/>
              <a:ext cx="19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000" b="0">
                  <a:latin typeface="Comic Sans MS" pitchFamily="66" charset="0"/>
                  <a:ea typeface="宋体" charset="-122"/>
                </a:rPr>
                <a:t>3</a:t>
              </a:r>
            </a:p>
          </p:txBody>
        </p:sp>
        <p:sp>
          <p:nvSpPr>
            <p:cNvPr id="83046" name="Text Box 101"/>
            <p:cNvSpPr txBox="1">
              <a:spLocks noChangeArrowheads="1"/>
            </p:cNvSpPr>
            <p:nvPr/>
          </p:nvSpPr>
          <p:spPr bwMode="auto">
            <a:xfrm flipH="1">
              <a:off x="5232" y="2640"/>
              <a:ext cx="19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000" b="0">
                  <a:latin typeface="Comic Sans MS" pitchFamily="66" charset="0"/>
                  <a:ea typeface="宋体" charset="-122"/>
                </a:rPr>
                <a:t>4</a:t>
              </a:r>
            </a:p>
          </p:txBody>
        </p:sp>
        <p:sp>
          <p:nvSpPr>
            <p:cNvPr id="83047" name="Text Box 102"/>
            <p:cNvSpPr txBox="1">
              <a:spLocks noChangeArrowheads="1"/>
            </p:cNvSpPr>
            <p:nvPr/>
          </p:nvSpPr>
          <p:spPr bwMode="auto">
            <a:xfrm flipH="1">
              <a:off x="5232" y="2832"/>
              <a:ext cx="19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000" b="0">
                  <a:latin typeface="Comic Sans MS" pitchFamily="66" charset="0"/>
                  <a:ea typeface="宋体" charset="-122"/>
                </a:rPr>
                <a:t>5</a:t>
              </a:r>
            </a:p>
          </p:txBody>
        </p:sp>
        <p:sp>
          <p:nvSpPr>
            <p:cNvPr id="83048" name="Text Box 103"/>
            <p:cNvSpPr txBox="1">
              <a:spLocks noChangeArrowheads="1"/>
            </p:cNvSpPr>
            <p:nvPr/>
          </p:nvSpPr>
          <p:spPr bwMode="auto">
            <a:xfrm flipH="1">
              <a:off x="5232" y="3216"/>
              <a:ext cx="19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000" b="0">
                  <a:latin typeface="Comic Sans MS" pitchFamily="66" charset="0"/>
                  <a:ea typeface="宋体" charset="-122"/>
                </a:rPr>
                <a:t>6</a:t>
              </a:r>
            </a:p>
          </p:txBody>
        </p:sp>
        <p:sp>
          <p:nvSpPr>
            <p:cNvPr id="83049" name="Text Box 104"/>
            <p:cNvSpPr txBox="1">
              <a:spLocks noChangeArrowheads="1"/>
            </p:cNvSpPr>
            <p:nvPr/>
          </p:nvSpPr>
          <p:spPr bwMode="auto">
            <a:xfrm flipH="1">
              <a:off x="5232" y="3408"/>
              <a:ext cx="19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000" b="0">
                  <a:latin typeface="Comic Sans MS" pitchFamily="66" charset="0"/>
                  <a:ea typeface="宋体" charset="-122"/>
                </a:rPr>
                <a:t>7</a:t>
              </a:r>
            </a:p>
          </p:txBody>
        </p:sp>
        <p:sp>
          <p:nvSpPr>
            <p:cNvPr id="83050" name="Text Box 105"/>
            <p:cNvSpPr txBox="1">
              <a:spLocks noChangeArrowheads="1"/>
            </p:cNvSpPr>
            <p:nvPr/>
          </p:nvSpPr>
          <p:spPr bwMode="auto">
            <a:xfrm flipH="1">
              <a:off x="576" y="1488"/>
              <a:ext cx="19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000" b="0">
                  <a:latin typeface="Comic Sans MS" pitchFamily="66" charset="0"/>
                  <a:ea typeface="宋体" charset="-122"/>
                </a:rPr>
                <a:t>0</a:t>
              </a:r>
            </a:p>
          </p:txBody>
        </p:sp>
        <p:sp>
          <p:nvSpPr>
            <p:cNvPr id="83051" name="Text Box 106"/>
            <p:cNvSpPr txBox="1">
              <a:spLocks noChangeArrowheads="1"/>
            </p:cNvSpPr>
            <p:nvPr/>
          </p:nvSpPr>
          <p:spPr bwMode="auto">
            <a:xfrm flipH="1">
              <a:off x="576" y="1680"/>
              <a:ext cx="19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000" b="0">
                  <a:latin typeface="Comic Sans MS" pitchFamily="66" charset="0"/>
                  <a:ea typeface="宋体" charset="-122"/>
                </a:rPr>
                <a:t>1</a:t>
              </a:r>
            </a:p>
          </p:txBody>
        </p:sp>
        <p:sp>
          <p:nvSpPr>
            <p:cNvPr id="83052" name="Text Box 107"/>
            <p:cNvSpPr txBox="1">
              <a:spLocks noChangeArrowheads="1"/>
            </p:cNvSpPr>
            <p:nvPr/>
          </p:nvSpPr>
          <p:spPr bwMode="auto">
            <a:xfrm flipH="1">
              <a:off x="576" y="2064"/>
              <a:ext cx="19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000" b="0">
                  <a:latin typeface="Comic Sans MS" pitchFamily="66" charset="0"/>
                  <a:ea typeface="宋体" charset="-122"/>
                </a:rPr>
                <a:t>2</a:t>
              </a:r>
            </a:p>
          </p:txBody>
        </p:sp>
        <p:sp>
          <p:nvSpPr>
            <p:cNvPr id="83053" name="Text Box 108"/>
            <p:cNvSpPr txBox="1">
              <a:spLocks noChangeArrowheads="1"/>
            </p:cNvSpPr>
            <p:nvPr/>
          </p:nvSpPr>
          <p:spPr bwMode="auto">
            <a:xfrm flipH="1">
              <a:off x="576" y="2256"/>
              <a:ext cx="19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000" b="0">
                  <a:latin typeface="Comic Sans MS" pitchFamily="66" charset="0"/>
                  <a:ea typeface="宋体" charset="-122"/>
                </a:rPr>
                <a:t>3</a:t>
              </a:r>
            </a:p>
          </p:txBody>
        </p:sp>
        <p:sp>
          <p:nvSpPr>
            <p:cNvPr id="83054" name="Text Box 109"/>
            <p:cNvSpPr txBox="1">
              <a:spLocks noChangeArrowheads="1"/>
            </p:cNvSpPr>
            <p:nvPr/>
          </p:nvSpPr>
          <p:spPr bwMode="auto">
            <a:xfrm flipH="1">
              <a:off x="576" y="2640"/>
              <a:ext cx="19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000" b="0">
                  <a:latin typeface="Comic Sans MS" pitchFamily="66" charset="0"/>
                  <a:ea typeface="宋体" charset="-122"/>
                </a:rPr>
                <a:t>4</a:t>
              </a:r>
            </a:p>
          </p:txBody>
        </p:sp>
        <p:sp>
          <p:nvSpPr>
            <p:cNvPr id="83055" name="Text Box 110"/>
            <p:cNvSpPr txBox="1">
              <a:spLocks noChangeArrowheads="1"/>
            </p:cNvSpPr>
            <p:nvPr/>
          </p:nvSpPr>
          <p:spPr bwMode="auto">
            <a:xfrm flipH="1">
              <a:off x="576" y="2832"/>
              <a:ext cx="19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000" b="0">
                  <a:latin typeface="Comic Sans MS" pitchFamily="66" charset="0"/>
                  <a:ea typeface="宋体" charset="-122"/>
                </a:rPr>
                <a:t>5</a:t>
              </a:r>
            </a:p>
          </p:txBody>
        </p:sp>
        <p:sp>
          <p:nvSpPr>
            <p:cNvPr id="83056" name="Text Box 111"/>
            <p:cNvSpPr txBox="1">
              <a:spLocks noChangeArrowheads="1"/>
            </p:cNvSpPr>
            <p:nvPr/>
          </p:nvSpPr>
          <p:spPr bwMode="auto">
            <a:xfrm flipH="1">
              <a:off x="576" y="3216"/>
              <a:ext cx="19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000" b="0">
                  <a:latin typeface="Comic Sans MS" pitchFamily="66" charset="0"/>
                  <a:ea typeface="宋体" charset="-122"/>
                </a:rPr>
                <a:t>6</a:t>
              </a:r>
            </a:p>
          </p:txBody>
        </p:sp>
        <p:sp>
          <p:nvSpPr>
            <p:cNvPr id="83057" name="Text Box 112"/>
            <p:cNvSpPr txBox="1">
              <a:spLocks noChangeArrowheads="1"/>
            </p:cNvSpPr>
            <p:nvPr/>
          </p:nvSpPr>
          <p:spPr bwMode="auto">
            <a:xfrm flipH="1">
              <a:off x="576" y="3408"/>
              <a:ext cx="19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000" b="0">
                  <a:latin typeface="Comic Sans MS" pitchFamily="66" charset="0"/>
                  <a:ea typeface="宋体" charset="-122"/>
                </a:rPr>
                <a:t>7</a:t>
              </a:r>
            </a:p>
          </p:txBody>
        </p:sp>
        <p:sp>
          <p:nvSpPr>
            <p:cNvPr id="83058" name="Text Box 113"/>
            <p:cNvSpPr txBox="1">
              <a:spLocks noChangeArrowheads="1"/>
            </p:cNvSpPr>
            <p:nvPr/>
          </p:nvSpPr>
          <p:spPr bwMode="auto">
            <a:xfrm flipH="1">
              <a:off x="4752" y="1440"/>
              <a:ext cx="192"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800" b="0">
                  <a:latin typeface="Comic Sans MS" pitchFamily="66" charset="0"/>
                  <a:ea typeface="宋体" charset="-122"/>
                </a:rPr>
                <a:t>0</a:t>
              </a:r>
            </a:p>
          </p:txBody>
        </p:sp>
        <p:sp>
          <p:nvSpPr>
            <p:cNvPr id="83059" name="Text Box 114"/>
            <p:cNvSpPr txBox="1">
              <a:spLocks noChangeArrowheads="1"/>
            </p:cNvSpPr>
            <p:nvPr/>
          </p:nvSpPr>
          <p:spPr bwMode="auto">
            <a:xfrm flipH="1">
              <a:off x="4752" y="1632"/>
              <a:ext cx="192"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800" b="0">
                  <a:latin typeface="Comic Sans MS" pitchFamily="66" charset="0"/>
                  <a:ea typeface="宋体" charset="-122"/>
                </a:rPr>
                <a:t>1</a:t>
              </a:r>
            </a:p>
          </p:txBody>
        </p:sp>
        <p:sp>
          <p:nvSpPr>
            <p:cNvPr id="83060" name="Text Box 115"/>
            <p:cNvSpPr txBox="1">
              <a:spLocks noChangeArrowheads="1"/>
            </p:cNvSpPr>
            <p:nvPr/>
          </p:nvSpPr>
          <p:spPr bwMode="auto">
            <a:xfrm flipH="1">
              <a:off x="4752" y="2016"/>
              <a:ext cx="192"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800" b="0">
                  <a:latin typeface="Comic Sans MS" pitchFamily="66" charset="0"/>
                  <a:ea typeface="宋体" charset="-122"/>
                </a:rPr>
                <a:t>2</a:t>
              </a:r>
            </a:p>
          </p:txBody>
        </p:sp>
        <p:sp>
          <p:nvSpPr>
            <p:cNvPr id="83061" name="Text Box 116"/>
            <p:cNvSpPr txBox="1">
              <a:spLocks noChangeArrowheads="1"/>
            </p:cNvSpPr>
            <p:nvPr/>
          </p:nvSpPr>
          <p:spPr bwMode="auto">
            <a:xfrm flipH="1">
              <a:off x="4752" y="2208"/>
              <a:ext cx="192"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800" b="0">
                  <a:latin typeface="Comic Sans MS" pitchFamily="66" charset="0"/>
                  <a:ea typeface="宋体" charset="-122"/>
                </a:rPr>
                <a:t>3</a:t>
              </a:r>
            </a:p>
          </p:txBody>
        </p:sp>
        <p:sp>
          <p:nvSpPr>
            <p:cNvPr id="83062" name="Text Box 117"/>
            <p:cNvSpPr txBox="1">
              <a:spLocks noChangeArrowheads="1"/>
            </p:cNvSpPr>
            <p:nvPr/>
          </p:nvSpPr>
          <p:spPr bwMode="auto">
            <a:xfrm flipH="1">
              <a:off x="4752" y="2592"/>
              <a:ext cx="192"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800" b="0">
                  <a:latin typeface="Comic Sans MS" pitchFamily="66" charset="0"/>
                  <a:ea typeface="宋体" charset="-122"/>
                </a:rPr>
                <a:t>4</a:t>
              </a:r>
            </a:p>
          </p:txBody>
        </p:sp>
        <p:sp>
          <p:nvSpPr>
            <p:cNvPr id="83063" name="Text Box 118"/>
            <p:cNvSpPr txBox="1">
              <a:spLocks noChangeArrowheads="1"/>
            </p:cNvSpPr>
            <p:nvPr/>
          </p:nvSpPr>
          <p:spPr bwMode="auto">
            <a:xfrm flipH="1">
              <a:off x="4752" y="2784"/>
              <a:ext cx="192"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800" b="0">
                  <a:latin typeface="Comic Sans MS" pitchFamily="66" charset="0"/>
                  <a:ea typeface="宋体" charset="-122"/>
                </a:rPr>
                <a:t>5</a:t>
              </a:r>
            </a:p>
          </p:txBody>
        </p:sp>
        <p:sp>
          <p:nvSpPr>
            <p:cNvPr id="83064" name="Text Box 119"/>
            <p:cNvSpPr txBox="1">
              <a:spLocks noChangeArrowheads="1"/>
            </p:cNvSpPr>
            <p:nvPr/>
          </p:nvSpPr>
          <p:spPr bwMode="auto">
            <a:xfrm flipH="1">
              <a:off x="4752" y="3168"/>
              <a:ext cx="192"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800" b="0">
                  <a:latin typeface="Comic Sans MS" pitchFamily="66" charset="0"/>
                  <a:ea typeface="宋体" charset="-122"/>
                </a:rPr>
                <a:t>6</a:t>
              </a:r>
            </a:p>
          </p:txBody>
        </p:sp>
        <p:sp>
          <p:nvSpPr>
            <p:cNvPr id="83065" name="Text Box 120"/>
            <p:cNvSpPr txBox="1">
              <a:spLocks noChangeArrowheads="1"/>
            </p:cNvSpPr>
            <p:nvPr/>
          </p:nvSpPr>
          <p:spPr bwMode="auto">
            <a:xfrm flipH="1">
              <a:off x="4752" y="3360"/>
              <a:ext cx="192"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800" b="0">
                  <a:latin typeface="Comic Sans MS" pitchFamily="66" charset="0"/>
                  <a:ea typeface="宋体" charset="-122"/>
                </a:rPr>
                <a:t>7</a:t>
              </a:r>
            </a:p>
          </p:txBody>
        </p:sp>
        <p:sp>
          <p:nvSpPr>
            <p:cNvPr id="83066" name="Rectangle 161"/>
            <p:cNvSpPr>
              <a:spLocks noChangeArrowheads="1"/>
            </p:cNvSpPr>
            <p:nvPr/>
          </p:nvSpPr>
          <p:spPr bwMode="auto">
            <a:xfrm flipH="1">
              <a:off x="960" y="1392"/>
              <a:ext cx="4128" cy="2640"/>
            </a:xfrm>
            <a:prstGeom prst="rect">
              <a:avLst/>
            </a:prstGeom>
            <a:noFill/>
            <a:ln w="76200">
              <a:solidFill>
                <a:srgbClr val="FF0000"/>
              </a:solidFill>
              <a:prstDash val="sys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83067" name="Text Box 162"/>
            <p:cNvSpPr txBox="1">
              <a:spLocks noChangeArrowheads="1"/>
            </p:cNvSpPr>
            <p:nvPr/>
          </p:nvSpPr>
          <p:spPr bwMode="auto">
            <a:xfrm flipH="1">
              <a:off x="4368" y="3600"/>
              <a:ext cx="336"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400">
                  <a:latin typeface="Comic Sans MS" pitchFamily="66" charset="0"/>
                </a:rPr>
                <a:t>级0</a:t>
              </a:r>
            </a:p>
          </p:txBody>
        </p:sp>
        <p:sp>
          <p:nvSpPr>
            <p:cNvPr id="83068" name="Text Box 163"/>
            <p:cNvSpPr txBox="1">
              <a:spLocks noChangeArrowheads="1"/>
            </p:cNvSpPr>
            <p:nvPr/>
          </p:nvSpPr>
          <p:spPr bwMode="auto">
            <a:xfrm flipH="1">
              <a:off x="3072" y="3600"/>
              <a:ext cx="336"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400">
                  <a:latin typeface="Comic Sans MS" pitchFamily="66" charset="0"/>
                </a:rPr>
                <a:t>级1</a:t>
              </a:r>
            </a:p>
          </p:txBody>
        </p:sp>
        <p:sp>
          <p:nvSpPr>
            <p:cNvPr id="83069" name="Text Box 164"/>
            <p:cNvSpPr txBox="1">
              <a:spLocks noChangeArrowheads="1"/>
            </p:cNvSpPr>
            <p:nvPr/>
          </p:nvSpPr>
          <p:spPr bwMode="auto">
            <a:xfrm flipH="1">
              <a:off x="1776" y="3600"/>
              <a:ext cx="336"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400">
                  <a:latin typeface="Comic Sans MS" pitchFamily="66" charset="0"/>
                </a:rPr>
                <a:t>级2</a:t>
              </a:r>
            </a:p>
          </p:txBody>
        </p:sp>
        <p:sp>
          <p:nvSpPr>
            <p:cNvPr id="83070" name="Text Box 165"/>
            <p:cNvSpPr txBox="1">
              <a:spLocks noChangeArrowheads="1"/>
            </p:cNvSpPr>
            <p:nvPr/>
          </p:nvSpPr>
          <p:spPr bwMode="auto">
            <a:xfrm flipH="1">
              <a:off x="4704" y="3696"/>
              <a:ext cx="336"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en-US" altLang="zh-CN" sz="2400">
                  <a:solidFill>
                    <a:srgbClr val="0000CC"/>
                  </a:solidFill>
                  <a:latin typeface="Comic Sans MS" pitchFamily="66" charset="0"/>
                </a:rPr>
                <a:t>C</a:t>
              </a:r>
              <a:r>
                <a:rPr lang="en-US" altLang="zh-CN" sz="2400" baseline="-25000">
                  <a:solidFill>
                    <a:srgbClr val="0000CC"/>
                  </a:solidFill>
                  <a:latin typeface="Comic Sans MS" pitchFamily="66" charset="0"/>
                </a:rPr>
                <a:t>0</a:t>
              </a:r>
            </a:p>
          </p:txBody>
        </p:sp>
        <p:sp>
          <p:nvSpPr>
            <p:cNvPr id="83071" name="Text Box 166"/>
            <p:cNvSpPr txBox="1">
              <a:spLocks noChangeArrowheads="1"/>
            </p:cNvSpPr>
            <p:nvPr/>
          </p:nvSpPr>
          <p:spPr bwMode="auto">
            <a:xfrm flipH="1">
              <a:off x="3696" y="3696"/>
              <a:ext cx="336"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en-US" altLang="zh-CN" sz="2400">
                  <a:solidFill>
                    <a:srgbClr val="0000CC"/>
                  </a:solidFill>
                  <a:latin typeface="Comic Sans MS" pitchFamily="66" charset="0"/>
                </a:rPr>
                <a:t>C</a:t>
              </a:r>
              <a:r>
                <a:rPr lang="en-US" altLang="zh-CN" sz="2400" baseline="-25000">
                  <a:solidFill>
                    <a:srgbClr val="0000CC"/>
                  </a:solidFill>
                  <a:latin typeface="Comic Sans MS" pitchFamily="66" charset="0"/>
                </a:rPr>
                <a:t>1</a:t>
              </a:r>
            </a:p>
          </p:txBody>
        </p:sp>
        <p:sp>
          <p:nvSpPr>
            <p:cNvPr id="83072" name="Text Box 167"/>
            <p:cNvSpPr txBox="1">
              <a:spLocks noChangeArrowheads="1"/>
            </p:cNvSpPr>
            <p:nvPr/>
          </p:nvSpPr>
          <p:spPr bwMode="auto">
            <a:xfrm flipH="1">
              <a:off x="2400" y="3696"/>
              <a:ext cx="336"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en-US" altLang="zh-CN" sz="2400">
                  <a:solidFill>
                    <a:srgbClr val="0000CC"/>
                  </a:solidFill>
                  <a:latin typeface="Comic Sans MS" pitchFamily="66" charset="0"/>
                </a:rPr>
                <a:t>C</a:t>
              </a:r>
              <a:r>
                <a:rPr lang="en-US" altLang="zh-CN" sz="2400" baseline="-25000">
                  <a:solidFill>
                    <a:srgbClr val="0000CC"/>
                  </a:solidFill>
                  <a:latin typeface="Comic Sans MS" pitchFamily="66" charset="0"/>
                </a:rPr>
                <a:t>2</a:t>
              </a:r>
            </a:p>
          </p:txBody>
        </p:sp>
        <p:sp>
          <p:nvSpPr>
            <p:cNvPr id="83073" name="Text Box 168"/>
            <p:cNvSpPr txBox="1">
              <a:spLocks noChangeArrowheads="1"/>
            </p:cNvSpPr>
            <p:nvPr/>
          </p:nvSpPr>
          <p:spPr bwMode="auto">
            <a:xfrm flipH="1">
              <a:off x="1104" y="3696"/>
              <a:ext cx="336"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en-US" altLang="zh-CN" sz="2400">
                  <a:solidFill>
                    <a:srgbClr val="0000CC"/>
                  </a:solidFill>
                  <a:latin typeface="Comic Sans MS" pitchFamily="66" charset="0"/>
                </a:rPr>
                <a:t>C</a:t>
              </a:r>
              <a:r>
                <a:rPr lang="en-US" altLang="zh-CN" sz="2400" baseline="-25000">
                  <a:solidFill>
                    <a:srgbClr val="0000CC"/>
                  </a:solidFill>
                  <a:latin typeface="Comic Sans MS" pitchFamily="66" charset="0"/>
                </a:rPr>
                <a:t>3</a:t>
              </a:r>
            </a:p>
          </p:txBody>
        </p:sp>
        <p:sp>
          <p:nvSpPr>
            <p:cNvPr id="83074" name="Text Box 169"/>
            <p:cNvSpPr txBox="1">
              <a:spLocks noChangeArrowheads="1"/>
            </p:cNvSpPr>
            <p:nvPr/>
          </p:nvSpPr>
          <p:spPr bwMode="auto">
            <a:xfrm flipH="1">
              <a:off x="4416" y="3792"/>
              <a:ext cx="336"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en-US" altLang="zh-CN" sz="2400">
                  <a:latin typeface="Comic Sans MS" pitchFamily="66" charset="0"/>
                </a:rPr>
                <a:t>K</a:t>
              </a:r>
              <a:r>
                <a:rPr lang="en-US" altLang="zh-CN" sz="2400" baseline="-25000">
                  <a:latin typeface="Comic Sans MS" pitchFamily="66" charset="0"/>
                </a:rPr>
                <a:t>0</a:t>
              </a:r>
            </a:p>
          </p:txBody>
        </p:sp>
        <p:sp>
          <p:nvSpPr>
            <p:cNvPr id="83075" name="Text Box 170"/>
            <p:cNvSpPr txBox="1">
              <a:spLocks noChangeArrowheads="1"/>
            </p:cNvSpPr>
            <p:nvPr/>
          </p:nvSpPr>
          <p:spPr bwMode="auto">
            <a:xfrm flipH="1">
              <a:off x="3120" y="3792"/>
              <a:ext cx="336"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en-US" altLang="zh-CN" sz="2400">
                  <a:latin typeface="Comic Sans MS" pitchFamily="66" charset="0"/>
                </a:rPr>
                <a:t>K</a:t>
              </a:r>
              <a:r>
                <a:rPr lang="en-US" altLang="zh-CN" sz="2400" baseline="-25000">
                  <a:latin typeface="Comic Sans MS" pitchFamily="66" charset="0"/>
                </a:rPr>
                <a:t>1</a:t>
              </a:r>
            </a:p>
          </p:txBody>
        </p:sp>
        <p:sp>
          <p:nvSpPr>
            <p:cNvPr id="83076" name="Text Box 171"/>
            <p:cNvSpPr txBox="1">
              <a:spLocks noChangeArrowheads="1"/>
            </p:cNvSpPr>
            <p:nvPr/>
          </p:nvSpPr>
          <p:spPr bwMode="auto">
            <a:xfrm flipH="1">
              <a:off x="1824" y="3792"/>
              <a:ext cx="336"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en-US" altLang="zh-CN" sz="2400">
                  <a:latin typeface="Comic Sans MS" pitchFamily="66" charset="0"/>
                </a:rPr>
                <a:t>K</a:t>
              </a:r>
              <a:r>
                <a:rPr lang="en-US" altLang="zh-CN" sz="2400" baseline="-25000">
                  <a:latin typeface="Comic Sans MS" pitchFamily="66" charset="0"/>
                </a:rPr>
                <a:t>2</a:t>
              </a:r>
            </a:p>
          </p:txBody>
        </p:sp>
        <p:sp>
          <p:nvSpPr>
            <p:cNvPr id="83077" name="Text Box 172"/>
            <p:cNvSpPr txBox="1">
              <a:spLocks noChangeArrowheads="1"/>
            </p:cNvSpPr>
            <p:nvPr/>
          </p:nvSpPr>
          <p:spPr bwMode="auto">
            <a:xfrm flipH="1">
              <a:off x="480" y="2400"/>
              <a:ext cx="336"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400">
                  <a:latin typeface="Comic Sans MS" pitchFamily="66" charset="0"/>
                </a:rPr>
                <a:t>入</a:t>
              </a:r>
              <a:endParaRPr lang="zh-CN" altLang="en-US" sz="2400" baseline="-25000">
                <a:latin typeface="Comic Sans MS" pitchFamily="66" charset="0"/>
              </a:endParaRPr>
            </a:p>
          </p:txBody>
        </p:sp>
        <p:sp>
          <p:nvSpPr>
            <p:cNvPr id="83078" name="Text Box 173"/>
            <p:cNvSpPr txBox="1">
              <a:spLocks noChangeArrowheads="1"/>
            </p:cNvSpPr>
            <p:nvPr/>
          </p:nvSpPr>
          <p:spPr bwMode="auto">
            <a:xfrm flipH="1">
              <a:off x="5184" y="2448"/>
              <a:ext cx="336"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400">
                  <a:latin typeface="Comic Sans MS" pitchFamily="66" charset="0"/>
                </a:rPr>
                <a:t>出</a:t>
              </a:r>
              <a:endParaRPr lang="zh-CN" altLang="en-US" sz="2400" baseline="-25000">
                <a:latin typeface="Comic Sans MS" pitchFamily="66" charset="0"/>
              </a:endParaRPr>
            </a:p>
          </p:txBody>
        </p:sp>
      </p:grpSp>
      <p:sp>
        <p:nvSpPr>
          <p:cNvPr id="82949" name="Text Box 17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3 之 2</a:t>
            </a:r>
          </a:p>
        </p:txBody>
      </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4610" name="Rectangle 2"/>
          <p:cNvSpPr>
            <a:spLocks noGrp="1" noChangeArrowheads="1"/>
          </p:cNvSpPr>
          <p:nvPr>
            <p:ph type="title"/>
          </p:nvPr>
        </p:nvSpPr>
        <p:spPr/>
        <p:txBody>
          <a:bodyPr/>
          <a:lstStyle/>
          <a:p>
            <a:pPr eaLnBrk="1" hangingPunct="1">
              <a:defRPr/>
            </a:pPr>
            <a:r>
              <a:rPr lang="zh-CN" altLang="en-US" smtClean="0"/>
              <a:t>提  示</a:t>
            </a:r>
          </a:p>
        </p:txBody>
      </p:sp>
      <p:sp>
        <p:nvSpPr>
          <p:cNvPr id="964611" name="Rectangle 3"/>
          <p:cNvSpPr>
            <a:spLocks noGrp="1" noChangeArrowheads="1"/>
          </p:cNvSpPr>
          <p:nvPr>
            <p:ph type="body" idx="1"/>
          </p:nvPr>
        </p:nvSpPr>
        <p:spPr>
          <a:xfrm>
            <a:off x="809625" y="1916113"/>
            <a:ext cx="7958138" cy="4637087"/>
          </a:xfrm>
        </p:spPr>
        <p:txBody>
          <a:bodyPr/>
          <a:lstStyle/>
          <a:p>
            <a:pPr marL="0" indent="0" eaLnBrk="1" hangingPunct="1">
              <a:lnSpc>
                <a:spcPct val="110000"/>
              </a:lnSpc>
              <a:buFont typeface="Wingdings" pitchFamily="2" charset="2"/>
              <a:buNone/>
              <a:defRPr/>
            </a:pPr>
            <a:r>
              <a:rPr lang="en-US" altLang="zh-CN" sz="2800" dirty="0" smtClean="0"/>
              <a:t>       Omega</a:t>
            </a:r>
            <a:r>
              <a:rPr lang="zh-CN" altLang="en-US" sz="2800" dirty="0" smtClean="0"/>
              <a:t>网络（</a:t>
            </a:r>
            <a:r>
              <a:rPr lang="zh-CN" altLang="en-US" sz="2800" dirty="0" smtClean="0">
                <a:sym typeface="Symbol" pitchFamily="18" charset="2"/>
              </a:rPr>
              <a:t>网络</a:t>
            </a:r>
            <a:r>
              <a:rPr lang="en-US" altLang="zh-CN" sz="2800" dirty="0" smtClean="0"/>
              <a:t>）</a:t>
            </a:r>
            <a:r>
              <a:rPr lang="zh-CN" altLang="en-US" sz="2800" dirty="0" smtClean="0"/>
              <a:t>可看作是多级立方体网络的逆网络。</a:t>
            </a:r>
          </a:p>
          <a:p>
            <a:pPr marL="0" indent="0" eaLnBrk="1" hangingPunct="1">
              <a:lnSpc>
                <a:spcPct val="110000"/>
              </a:lnSpc>
              <a:buClr>
                <a:srgbClr val="FF0000"/>
              </a:buClr>
              <a:defRPr/>
            </a:pPr>
            <a:r>
              <a:rPr lang="zh-CN" altLang="en-US" sz="2800" dirty="0" smtClean="0">
                <a:solidFill>
                  <a:srgbClr val="FF0000"/>
                </a:solidFill>
                <a:effectLst>
                  <a:outerShdw blurRad="38100" dist="38100" dir="2700000" algn="tl">
                    <a:srgbClr val="C0C0C0"/>
                  </a:outerShdw>
                </a:effectLst>
              </a:rPr>
              <a:t>  级控制且开关为二功能开关</a:t>
            </a:r>
          </a:p>
          <a:p>
            <a:pPr marL="0" indent="0" eaLnBrk="1" hangingPunct="1">
              <a:lnSpc>
                <a:spcPct val="110000"/>
              </a:lnSpc>
              <a:buFont typeface="Wingdings" pitchFamily="2" charset="2"/>
              <a:buNone/>
              <a:defRPr/>
            </a:pPr>
            <a:r>
              <a:rPr lang="zh-CN" altLang="en-US" sz="2800" dirty="0" smtClean="0"/>
              <a:t>     </a:t>
            </a:r>
            <a:r>
              <a:rPr lang="zh-CN" altLang="en-US" sz="2800" dirty="0" smtClean="0">
                <a:sym typeface="Symbol" pitchFamily="18" charset="2"/>
              </a:rPr>
              <a:t></a:t>
            </a:r>
            <a:r>
              <a:rPr lang="zh-CN" altLang="en-US" sz="2800" dirty="0" smtClean="0"/>
              <a:t>网络是</a:t>
            </a:r>
            <a:r>
              <a:rPr lang="en-US" altLang="zh-CN" sz="2800" dirty="0" smtClean="0"/>
              <a:t>STARAN</a:t>
            </a:r>
            <a:r>
              <a:rPr lang="zh-CN" altLang="en-US" sz="2800" dirty="0" smtClean="0"/>
              <a:t>交换网络的逆网络。</a:t>
            </a:r>
          </a:p>
          <a:p>
            <a:pPr marL="0" indent="0" eaLnBrk="1" hangingPunct="1">
              <a:lnSpc>
                <a:spcPct val="110000"/>
              </a:lnSpc>
              <a:buClr>
                <a:srgbClr val="FF0000"/>
              </a:buClr>
              <a:defRPr/>
            </a:pPr>
            <a:r>
              <a:rPr lang="zh-CN" altLang="en-US" sz="2800" dirty="0" smtClean="0">
                <a:solidFill>
                  <a:srgbClr val="FF0000"/>
                </a:solidFill>
                <a:effectLst>
                  <a:outerShdw blurRad="38100" dist="38100" dir="2700000" algn="tl">
                    <a:srgbClr val="C0C0C0"/>
                  </a:outerShdw>
                </a:effectLst>
              </a:rPr>
              <a:t>  部分级控制且开关为二功能</a:t>
            </a:r>
          </a:p>
          <a:p>
            <a:pPr marL="0" indent="0" eaLnBrk="1" hangingPunct="1">
              <a:lnSpc>
                <a:spcPct val="110000"/>
              </a:lnSpc>
              <a:buFont typeface="Wingdings" pitchFamily="2" charset="2"/>
              <a:buNone/>
              <a:defRPr/>
            </a:pPr>
            <a:r>
              <a:rPr lang="zh-CN" altLang="en-US" sz="2800" dirty="0" smtClean="0"/>
              <a:t>     </a:t>
            </a:r>
            <a:r>
              <a:rPr lang="zh-CN" altLang="en-US" sz="2800" dirty="0" smtClean="0">
                <a:sym typeface="Symbol" pitchFamily="18" charset="2"/>
              </a:rPr>
              <a:t></a:t>
            </a:r>
            <a:r>
              <a:rPr lang="zh-CN" altLang="en-US" sz="2800" dirty="0" smtClean="0"/>
              <a:t>网络是</a:t>
            </a:r>
            <a:r>
              <a:rPr lang="en-US" altLang="zh-CN" sz="2800" dirty="0" smtClean="0"/>
              <a:t>STARAN</a:t>
            </a:r>
            <a:r>
              <a:rPr lang="zh-CN" altLang="en-US" sz="2800" dirty="0" smtClean="0"/>
              <a:t>移数网络的逆网络。</a:t>
            </a:r>
          </a:p>
          <a:p>
            <a:pPr marL="0" indent="0" eaLnBrk="1" hangingPunct="1">
              <a:lnSpc>
                <a:spcPct val="110000"/>
              </a:lnSpc>
              <a:buClr>
                <a:srgbClr val="FF0000"/>
              </a:buClr>
              <a:defRPr/>
            </a:pPr>
            <a:r>
              <a:rPr lang="zh-CN" altLang="en-US" sz="2800" dirty="0" smtClean="0">
                <a:solidFill>
                  <a:srgbClr val="FF0000"/>
                </a:solidFill>
                <a:effectLst>
                  <a:outerShdw blurRad="38100" dist="38100" dir="2700000" algn="tl">
                    <a:srgbClr val="C0C0C0"/>
                  </a:outerShdw>
                </a:effectLst>
              </a:rPr>
              <a:t>  单元控制且开关为二功能</a:t>
            </a:r>
          </a:p>
          <a:p>
            <a:pPr marL="0" indent="0" eaLnBrk="1" hangingPunct="1">
              <a:lnSpc>
                <a:spcPct val="110000"/>
              </a:lnSpc>
              <a:buFont typeface="Wingdings" pitchFamily="2" charset="2"/>
              <a:buNone/>
              <a:defRPr/>
            </a:pPr>
            <a:r>
              <a:rPr lang="zh-CN" altLang="en-US" sz="2800" dirty="0" smtClean="0"/>
              <a:t>     </a:t>
            </a:r>
            <a:r>
              <a:rPr lang="zh-CN" altLang="en-US" sz="2800" dirty="0" smtClean="0">
                <a:sym typeface="Symbol" pitchFamily="18" charset="2"/>
              </a:rPr>
              <a:t></a:t>
            </a:r>
            <a:r>
              <a:rPr lang="zh-CN" altLang="en-US" sz="2800" dirty="0" smtClean="0"/>
              <a:t>网络是间接二进制</a:t>
            </a:r>
            <a:r>
              <a:rPr lang="en-US" altLang="zh-CN" sz="2800" dirty="0" smtClean="0"/>
              <a:t>n</a:t>
            </a:r>
            <a:r>
              <a:rPr lang="zh-CN" altLang="en-US" sz="2800" dirty="0" smtClean="0"/>
              <a:t>方体网络的逆网络。</a:t>
            </a:r>
          </a:p>
        </p:txBody>
      </p:sp>
      <p:sp>
        <p:nvSpPr>
          <p:cNvPr id="83972"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互连网络种类</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动态互连网络</a:t>
            </a:r>
            <a:endParaRPr lang="zh-CN" altLang="en-US" sz="1200" b="0">
              <a:latin typeface="Times New Roman" pitchFamily="18" charset="0"/>
              <a:ea typeface="幼圆" pitchFamily="49" charset="-122"/>
            </a:endParaRPr>
          </a:p>
        </p:txBody>
      </p:sp>
      <p:sp>
        <p:nvSpPr>
          <p:cNvPr id="83973"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3 之 3</a:t>
            </a:r>
          </a:p>
        </p:txBody>
      </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7682" name="Rectangle 2"/>
          <p:cNvSpPr>
            <a:spLocks noGrp="1" noChangeArrowheads="1"/>
          </p:cNvSpPr>
          <p:nvPr>
            <p:ph type="title"/>
          </p:nvPr>
        </p:nvSpPr>
        <p:spPr/>
        <p:txBody>
          <a:bodyPr/>
          <a:lstStyle/>
          <a:p>
            <a:pPr eaLnBrk="1" hangingPunct="1">
              <a:defRPr/>
            </a:pPr>
            <a:r>
              <a:rPr lang="zh-CN" altLang="en-US" smtClean="0"/>
              <a:t>基准网络</a:t>
            </a:r>
          </a:p>
        </p:txBody>
      </p:sp>
      <p:sp>
        <p:nvSpPr>
          <p:cNvPr id="8499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互连网络种类</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动态互连网络</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多级网络</a:t>
            </a:r>
            <a:endParaRPr lang="zh-CN" altLang="en-US" sz="1200" b="0">
              <a:latin typeface="Times New Roman" pitchFamily="18" charset="0"/>
              <a:ea typeface="幼圆" pitchFamily="49" charset="-122"/>
            </a:endParaRPr>
          </a:p>
        </p:txBody>
      </p:sp>
      <p:sp>
        <p:nvSpPr>
          <p:cNvPr id="84996" name="Rectangle 4"/>
          <p:cNvSpPr>
            <a:spLocks noGrp="1" noChangeArrowheads="1"/>
          </p:cNvSpPr>
          <p:nvPr>
            <p:ph type="body" idx="1"/>
          </p:nvPr>
        </p:nvSpPr>
        <p:spPr>
          <a:noFill/>
        </p:spPr>
        <p:txBody>
          <a:bodyPr/>
          <a:lstStyle/>
          <a:p>
            <a:pPr marL="0" indent="0" eaLnBrk="1" hangingPunct="1">
              <a:lnSpc>
                <a:spcPct val="110000"/>
              </a:lnSpc>
              <a:buFont typeface="Wingdings" pitchFamily="2" charset="2"/>
              <a:buNone/>
            </a:pPr>
            <a:r>
              <a:rPr lang="zh-CN" altLang="en-US" smtClean="0"/>
              <a:t>       采用2×2的二功能开关（交换开关），对于</a:t>
            </a:r>
            <a:r>
              <a:rPr lang="en-US" altLang="zh-CN" smtClean="0"/>
              <a:t>N×N</a:t>
            </a:r>
            <a:r>
              <a:rPr lang="zh-CN" altLang="en-US" smtClean="0"/>
              <a:t>网络，有</a:t>
            </a:r>
            <a:r>
              <a:rPr lang="en-US" altLang="zh-CN" smtClean="0"/>
              <a:t>n=log</a:t>
            </a:r>
            <a:r>
              <a:rPr lang="en-US" altLang="zh-CN" baseline="-25000" smtClean="0"/>
              <a:t>2</a:t>
            </a:r>
            <a:r>
              <a:rPr lang="en-US" altLang="zh-CN" smtClean="0"/>
              <a:t>N</a:t>
            </a:r>
            <a:r>
              <a:rPr lang="zh-CN" altLang="en-US" smtClean="0"/>
              <a:t>个开关级，每级有</a:t>
            </a:r>
            <a:r>
              <a:rPr lang="en-US" altLang="zh-CN" smtClean="0"/>
              <a:t>N/2</a:t>
            </a:r>
            <a:r>
              <a:rPr lang="zh-CN" altLang="en-US" smtClean="0"/>
              <a:t>个交换开关； </a:t>
            </a:r>
            <a:r>
              <a:rPr lang="en-US" altLang="zh-CN" smtClean="0"/>
              <a:t>n</a:t>
            </a:r>
            <a:r>
              <a:rPr lang="zh-CN" altLang="en-US" smtClean="0"/>
              <a:t>个开关级从输入端到输出端依次为</a:t>
            </a:r>
            <a:r>
              <a:rPr lang="en-US" altLang="zh-CN" smtClean="0"/>
              <a:t>K</a:t>
            </a:r>
            <a:r>
              <a:rPr lang="en-US" altLang="zh-CN" baseline="-25000" smtClean="0"/>
              <a:t>0</a:t>
            </a:r>
            <a:r>
              <a:rPr lang="en-US" altLang="zh-CN" smtClean="0"/>
              <a:t>、K</a:t>
            </a:r>
            <a:r>
              <a:rPr lang="en-US" altLang="zh-CN" baseline="-25000" smtClean="0"/>
              <a:t>1</a:t>
            </a:r>
            <a:r>
              <a:rPr lang="en-US" altLang="zh-CN" smtClean="0"/>
              <a:t>、…K</a:t>
            </a:r>
            <a:r>
              <a:rPr lang="en-US" altLang="zh-CN" baseline="-25000" smtClean="0"/>
              <a:t>n-1</a:t>
            </a:r>
            <a:r>
              <a:rPr lang="en-US" altLang="zh-CN" smtClean="0"/>
              <a:t>，n+1</a:t>
            </a:r>
            <a:r>
              <a:rPr lang="zh-CN" altLang="en-US" smtClean="0"/>
              <a:t>个级间连接依次为</a:t>
            </a:r>
            <a:r>
              <a:rPr lang="en-US" altLang="zh-CN" smtClean="0"/>
              <a:t>C</a:t>
            </a:r>
            <a:r>
              <a:rPr lang="en-US" altLang="zh-CN" baseline="-25000" smtClean="0"/>
              <a:t>0</a:t>
            </a:r>
            <a:r>
              <a:rPr lang="en-US" altLang="zh-CN" smtClean="0"/>
              <a:t>、C</a:t>
            </a:r>
            <a:r>
              <a:rPr lang="en-US" altLang="zh-CN" baseline="-25000" smtClean="0"/>
              <a:t>1</a:t>
            </a:r>
            <a:r>
              <a:rPr lang="en-US" altLang="zh-CN" smtClean="0"/>
              <a:t>、…C</a:t>
            </a:r>
            <a:r>
              <a:rPr lang="en-US" altLang="zh-CN" baseline="-25000" smtClean="0"/>
              <a:t>n</a:t>
            </a:r>
            <a:r>
              <a:rPr lang="zh-CN" altLang="en-US" smtClean="0"/>
              <a:t> </a:t>
            </a:r>
            <a:r>
              <a:rPr lang="en-US" altLang="zh-CN" smtClean="0"/>
              <a:t>，</a:t>
            </a:r>
            <a:r>
              <a:rPr lang="zh-CN" altLang="en-US" smtClean="0"/>
              <a:t> 其中</a:t>
            </a:r>
            <a:r>
              <a:rPr lang="en-US" altLang="zh-CN" smtClean="0"/>
              <a:t>C</a:t>
            </a:r>
            <a:r>
              <a:rPr lang="en-US" altLang="zh-CN" baseline="-25000" smtClean="0"/>
              <a:t>0 </a:t>
            </a:r>
            <a:r>
              <a:rPr lang="zh-CN" altLang="en-US" smtClean="0"/>
              <a:t>和</a:t>
            </a:r>
            <a:r>
              <a:rPr lang="en-US" altLang="zh-CN" smtClean="0"/>
              <a:t>C</a:t>
            </a:r>
            <a:r>
              <a:rPr lang="en-US" altLang="zh-CN" baseline="-25000" smtClean="0"/>
              <a:t>n</a:t>
            </a:r>
            <a:r>
              <a:rPr lang="zh-CN" altLang="en-US" smtClean="0"/>
              <a:t>为恒等置换， </a:t>
            </a:r>
            <a:r>
              <a:rPr lang="en-US" altLang="zh-CN" smtClean="0"/>
              <a:t>C</a:t>
            </a:r>
            <a:r>
              <a:rPr lang="en-US" altLang="zh-CN" baseline="-25000" smtClean="0"/>
              <a:t>1</a:t>
            </a:r>
            <a:r>
              <a:rPr lang="zh-CN" altLang="en-US" smtClean="0"/>
              <a:t>为逆洗牌置换</a:t>
            </a:r>
            <a:r>
              <a:rPr lang="en-US" altLang="zh-CN" smtClean="0"/>
              <a:t>δ</a:t>
            </a:r>
            <a:r>
              <a:rPr lang="en-US" altLang="zh-CN" baseline="30000" smtClean="0"/>
              <a:t>-1</a:t>
            </a:r>
            <a:r>
              <a:rPr lang="en-US" altLang="zh-CN" smtClean="0"/>
              <a:t>， C</a:t>
            </a:r>
            <a:r>
              <a:rPr lang="en-US" altLang="zh-CN" baseline="-25000" smtClean="0"/>
              <a:t>2</a:t>
            </a:r>
            <a:r>
              <a:rPr lang="en-US" altLang="zh-CN" smtClean="0"/>
              <a:t> ～C</a:t>
            </a:r>
            <a:r>
              <a:rPr lang="en-US" altLang="zh-CN" baseline="-25000" smtClean="0"/>
              <a:t>n-1</a:t>
            </a:r>
            <a:r>
              <a:rPr lang="zh-CN" altLang="en-US" smtClean="0"/>
              <a:t> 都是逆子洗牌置换，且</a:t>
            </a:r>
            <a:r>
              <a:rPr lang="en-US" altLang="zh-CN" smtClean="0"/>
              <a:t>C</a:t>
            </a:r>
            <a:r>
              <a:rPr lang="en-US" altLang="zh-CN" baseline="-25000" smtClean="0"/>
              <a:t>i</a:t>
            </a:r>
            <a:r>
              <a:rPr lang="zh-CN" altLang="en-US" smtClean="0"/>
              <a:t> = </a:t>
            </a:r>
            <a:r>
              <a:rPr lang="en-US" altLang="zh-CN" smtClean="0"/>
              <a:t>δ</a:t>
            </a:r>
            <a:r>
              <a:rPr lang="en-US" altLang="zh-CN" baseline="30000" smtClean="0"/>
              <a:t>-1</a:t>
            </a:r>
            <a:r>
              <a:rPr lang="zh-CN" altLang="en-US" smtClean="0"/>
              <a:t> </a:t>
            </a:r>
            <a:r>
              <a:rPr lang="en-US" altLang="zh-CN" baseline="-25000" smtClean="0"/>
              <a:t>(n-i+1)</a:t>
            </a:r>
            <a:r>
              <a:rPr lang="en-US" altLang="zh-CN" smtClean="0"/>
              <a:t> ，2≤i≤n-1 ；</a:t>
            </a:r>
            <a:r>
              <a:rPr lang="zh-CN" altLang="en-US" smtClean="0"/>
              <a:t>开关采用单元控制方式。</a:t>
            </a:r>
          </a:p>
        </p:txBody>
      </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02" name="Rectangle 2"/>
          <p:cNvSpPr>
            <a:spLocks noGrp="1" noChangeArrowheads="1"/>
          </p:cNvSpPr>
          <p:nvPr>
            <p:ph type="title"/>
          </p:nvPr>
        </p:nvSpPr>
        <p:spPr/>
        <p:txBody>
          <a:bodyPr/>
          <a:lstStyle/>
          <a:p>
            <a:pPr eaLnBrk="1" hangingPunct="1">
              <a:defRPr/>
            </a:pPr>
            <a:r>
              <a:rPr lang="zh-CN" altLang="en-US" dirty="0" smtClean="0"/>
              <a:t>全排列互连网络</a:t>
            </a:r>
          </a:p>
        </p:txBody>
      </p:sp>
      <p:sp>
        <p:nvSpPr>
          <p:cNvPr id="8601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互连网络种类</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动态互连网络</a:t>
            </a:r>
            <a:endParaRPr lang="zh-CN" altLang="en-US" sz="1200" b="0">
              <a:latin typeface="Times New Roman" pitchFamily="18" charset="0"/>
              <a:ea typeface="幼圆" pitchFamily="49" charset="-122"/>
            </a:endParaRPr>
          </a:p>
        </p:txBody>
      </p:sp>
      <p:sp>
        <p:nvSpPr>
          <p:cNvPr id="86020"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5 之 1</a:t>
            </a:r>
          </a:p>
        </p:txBody>
      </p:sp>
      <p:sp>
        <p:nvSpPr>
          <p:cNvPr id="972805" name="Rectangle 5"/>
          <p:cNvSpPr>
            <a:spLocks noGrp="1" noChangeArrowheads="1"/>
          </p:cNvSpPr>
          <p:nvPr>
            <p:ph type="body" idx="1"/>
          </p:nvPr>
        </p:nvSpPr>
        <p:spPr>
          <a:xfrm>
            <a:off x="809625" y="2130425"/>
            <a:ext cx="7958138" cy="4270375"/>
          </a:xfrm>
        </p:spPr>
        <p:txBody>
          <a:bodyPr/>
          <a:lstStyle/>
          <a:p>
            <a:pPr marL="0" indent="0" eaLnBrk="1" hangingPunct="1">
              <a:lnSpc>
                <a:spcPct val="130000"/>
              </a:lnSpc>
              <a:buFont typeface="Wingdings" pitchFamily="2" charset="2"/>
              <a:buNone/>
              <a:defRPr/>
            </a:pPr>
            <a:r>
              <a:rPr lang="zh-CN" altLang="en-US" dirty="0" smtClean="0"/>
              <a:t>       在同时实现两对或多对入端和出端之间的连接时，有可能因争用数据传送通路而发生冲突的网络称为</a:t>
            </a:r>
            <a:r>
              <a:rPr lang="zh-CN" altLang="en-US" dirty="0" smtClean="0">
                <a:solidFill>
                  <a:srgbClr val="FF0000"/>
                </a:solidFill>
                <a:effectLst>
                  <a:outerShdw blurRad="38100" dist="38100" dir="2700000" algn="tl">
                    <a:srgbClr val="C0C0C0"/>
                  </a:outerShdw>
                </a:effectLst>
              </a:rPr>
              <a:t>阻塞型网络</a:t>
            </a:r>
            <a:r>
              <a:rPr lang="zh-CN" altLang="en-US" dirty="0" smtClean="0"/>
              <a:t>。反之，将能够实现所有可能的入、出端间的连接而不发生冲突的互连网络称为</a:t>
            </a:r>
            <a:r>
              <a:rPr lang="zh-CN" altLang="en-US" dirty="0" smtClean="0">
                <a:solidFill>
                  <a:srgbClr val="FF0000"/>
                </a:solidFill>
                <a:effectLst>
                  <a:outerShdw blurRad="38100" dist="38100" dir="2700000" algn="tl">
                    <a:srgbClr val="C0C0C0"/>
                  </a:outerShdw>
                </a:effectLst>
              </a:rPr>
              <a:t>非阻塞型网络</a:t>
            </a:r>
            <a:r>
              <a:rPr lang="zh-CN" altLang="en-US" dirty="0" smtClean="0"/>
              <a:t>或</a:t>
            </a:r>
            <a:r>
              <a:rPr lang="zh-CN" altLang="en-US" dirty="0" smtClean="0">
                <a:solidFill>
                  <a:srgbClr val="FF0000"/>
                </a:solidFill>
                <a:effectLst>
                  <a:outerShdw blurRad="38100" dist="38100" dir="2700000" algn="tl">
                    <a:srgbClr val="C0C0C0"/>
                  </a:outerShdw>
                </a:effectLst>
              </a:rPr>
              <a:t>全排列网络</a:t>
            </a:r>
            <a:r>
              <a:rPr lang="zh-CN" altLang="en-US" dirty="0" smtClean="0"/>
              <a:t>。</a:t>
            </a:r>
          </a:p>
        </p:txBody>
      </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8706" name="Rectangle 2"/>
          <p:cNvSpPr>
            <a:spLocks noGrp="1" noChangeArrowheads="1"/>
          </p:cNvSpPr>
          <p:nvPr>
            <p:ph type="title"/>
          </p:nvPr>
        </p:nvSpPr>
        <p:spPr/>
        <p:txBody>
          <a:bodyPr/>
          <a:lstStyle/>
          <a:p>
            <a:pPr eaLnBrk="1" hangingPunct="1">
              <a:defRPr/>
            </a:pPr>
            <a:r>
              <a:rPr lang="zh-CN" altLang="en-US" smtClean="0"/>
              <a:t>阻塞型网络举例</a:t>
            </a:r>
          </a:p>
        </p:txBody>
      </p:sp>
      <p:sp>
        <p:nvSpPr>
          <p:cNvPr id="87043"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互连网络种类</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动态互连网络</a:t>
            </a:r>
            <a:endParaRPr lang="zh-CN" altLang="en-US" sz="1200" b="0">
              <a:latin typeface="Times New Roman" pitchFamily="18" charset="0"/>
              <a:ea typeface="幼圆" pitchFamily="49" charset="-122"/>
            </a:endParaRPr>
          </a:p>
        </p:txBody>
      </p:sp>
      <p:sp>
        <p:nvSpPr>
          <p:cNvPr id="87044"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5 之 2</a:t>
            </a:r>
          </a:p>
        </p:txBody>
      </p:sp>
      <p:sp>
        <p:nvSpPr>
          <p:cNvPr id="968727" name="Rectangle 23"/>
          <p:cNvSpPr>
            <a:spLocks noGrp="1" noChangeArrowheads="1"/>
          </p:cNvSpPr>
          <p:nvPr>
            <p:ph type="body" idx="1"/>
          </p:nvPr>
        </p:nvSpPr>
        <p:spPr/>
        <p:txBody>
          <a:bodyPr/>
          <a:lstStyle/>
          <a:p>
            <a:pPr marL="0" indent="0" eaLnBrk="1" hangingPunct="1">
              <a:lnSpc>
                <a:spcPct val="130000"/>
              </a:lnSpc>
              <a:buFont typeface="Wingdings" pitchFamily="2" charset="2"/>
              <a:buNone/>
              <a:defRPr/>
            </a:pPr>
            <a:r>
              <a:rPr lang="zh-CN" altLang="en-US" b="0" smtClean="0">
                <a:effectLst>
                  <a:outerShdw blurRad="38100" dist="38100" dir="2700000" algn="tl">
                    <a:srgbClr val="C0C0C0"/>
                  </a:outerShdw>
                </a:effectLst>
              </a:rPr>
              <a:t>       </a:t>
            </a:r>
            <a:r>
              <a:rPr lang="zh-CN" altLang="en-US" smtClean="0">
                <a:effectLst>
                  <a:outerShdw blurRad="38100" dist="38100" dir="2700000" algn="tl">
                    <a:srgbClr val="C0C0C0"/>
                  </a:outerShdw>
                </a:effectLst>
              </a:rPr>
              <a:t>例如：</a:t>
            </a:r>
            <a:r>
              <a:rPr lang="zh-CN" altLang="en-US" smtClean="0"/>
              <a:t>在</a:t>
            </a:r>
            <a:r>
              <a:rPr lang="en-US" altLang="zh-CN" smtClean="0"/>
              <a:t>Omega</a:t>
            </a:r>
            <a:r>
              <a:rPr lang="zh-CN" altLang="en-US" smtClean="0"/>
              <a:t>网络中，如果同时进行5→0（</a:t>
            </a:r>
            <a:r>
              <a:rPr lang="en-US" altLang="zh-CN" smtClean="0"/>
              <a:t>JGA=101）</a:t>
            </a:r>
            <a:r>
              <a:rPr lang="zh-CN" altLang="en-US" smtClean="0"/>
              <a:t>和7→1（</a:t>
            </a:r>
            <a:r>
              <a:rPr lang="en-US" altLang="zh-CN" smtClean="0"/>
              <a:t>LGA=110）</a:t>
            </a:r>
            <a:r>
              <a:rPr lang="zh-CN" altLang="en-US" smtClean="0"/>
              <a:t>连接时，产生冲突，不能同时进行（见后图）；则</a:t>
            </a:r>
            <a:r>
              <a:rPr lang="en-US" altLang="zh-CN" smtClean="0"/>
              <a:t>Omega</a:t>
            </a:r>
            <a:r>
              <a:rPr lang="zh-CN" altLang="en-US" smtClean="0"/>
              <a:t>网络就是阻塞型网络。</a:t>
            </a:r>
          </a:p>
          <a:p>
            <a:pPr marL="0" indent="0" eaLnBrk="1" hangingPunct="1">
              <a:lnSpc>
                <a:spcPct val="130000"/>
              </a:lnSpc>
              <a:buFont typeface="Wingdings" pitchFamily="2" charset="2"/>
              <a:buNone/>
              <a:defRPr/>
            </a:pPr>
            <a:r>
              <a:rPr lang="zh-CN" altLang="en-US" smtClean="0"/>
              <a:t>       </a:t>
            </a:r>
            <a:r>
              <a:rPr lang="zh-CN" altLang="en-US" smtClean="0">
                <a:solidFill>
                  <a:srgbClr val="FF0000"/>
                </a:solidFill>
                <a:effectLst>
                  <a:outerShdw blurRad="38100" dist="38100" dir="2700000" algn="tl">
                    <a:srgbClr val="C0C0C0"/>
                  </a:outerShdw>
                </a:effectLst>
              </a:rPr>
              <a:t>其实前面介绍的各种多级网络都是阻塞型网络</a:t>
            </a:r>
            <a:r>
              <a:rPr lang="zh-CN" altLang="en-US" smtClean="0"/>
              <a:t>。</a:t>
            </a:r>
            <a:endParaRPr lang="en-US" altLang="zh-CN" smtClean="0"/>
          </a:p>
        </p:txBody>
      </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1778" name="Rectangle 2"/>
          <p:cNvSpPr>
            <a:spLocks noGrp="1" noChangeArrowheads="1"/>
          </p:cNvSpPr>
          <p:nvPr>
            <p:ph type="title"/>
          </p:nvPr>
        </p:nvSpPr>
        <p:spPr/>
        <p:txBody>
          <a:bodyPr/>
          <a:lstStyle/>
          <a:p>
            <a:pPr eaLnBrk="1" hangingPunct="1">
              <a:defRPr/>
            </a:pPr>
            <a:r>
              <a:rPr lang="zh-CN" altLang="en-US" smtClean="0"/>
              <a:t>图  示</a:t>
            </a:r>
          </a:p>
        </p:txBody>
      </p:sp>
      <p:sp>
        <p:nvSpPr>
          <p:cNvPr id="8806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互连网络种类</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动态互连网络</a:t>
            </a:r>
            <a:endParaRPr lang="zh-CN" altLang="en-US" sz="1200" b="0">
              <a:latin typeface="Times New Roman" pitchFamily="18" charset="0"/>
              <a:ea typeface="幼圆" pitchFamily="49" charset="-122"/>
            </a:endParaRPr>
          </a:p>
        </p:txBody>
      </p:sp>
      <p:sp>
        <p:nvSpPr>
          <p:cNvPr id="88068"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5 之 3</a:t>
            </a:r>
          </a:p>
        </p:txBody>
      </p:sp>
      <p:sp>
        <p:nvSpPr>
          <p:cNvPr id="971784" name="Rectangle 8"/>
          <p:cNvSpPr>
            <a:spLocks noChangeArrowheads="1"/>
          </p:cNvSpPr>
          <p:nvPr/>
        </p:nvSpPr>
        <p:spPr bwMode="auto">
          <a:xfrm flipH="1">
            <a:off x="6934200" y="2232025"/>
            <a:ext cx="533400" cy="609600"/>
          </a:xfrm>
          <a:prstGeom prst="rect">
            <a:avLst/>
          </a:prstGeom>
          <a:solidFill>
            <a:srgbClr val="FFFF00"/>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r>
              <a:rPr lang="en-US" altLang="zh-CN" b="1">
                <a:solidFill>
                  <a:srgbClr val="FF0000"/>
                </a:solidFill>
                <a:effectLst>
                  <a:outerShdw blurRad="38100" dist="38100" dir="2700000" algn="tl">
                    <a:srgbClr val="000000"/>
                  </a:outerShdw>
                </a:effectLst>
                <a:ea typeface="宋体" pitchFamily="2" charset="-122"/>
              </a:rPr>
              <a:t>A</a:t>
            </a:r>
          </a:p>
        </p:txBody>
      </p:sp>
      <p:sp>
        <p:nvSpPr>
          <p:cNvPr id="88070" name="Line 9"/>
          <p:cNvSpPr>
            <a:spLocks noChangeShapeType="1"/>
          </p:cNvSpPr>
          <p:nvPr/>
        </p:nvSpPr>
        <p:spPr bwMode="auto">
          <a:xfrm flipH="1">
            <a:off x="6629400" y="2689225"/>
            <a:ext cx="304800" cy="0"/>
          </a:xfrm>
          <a:prstGeom prst="line">
            <a:avLst/>
          </a:prstGeom>
          <a:noFill/>
          <a:ln w="38100">
            <a:solidFill>
              <a:srgbClr val="009900"/>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071" name="Line 10"/>
          <p:cNvSpPr>
            <a:spLocks noChangeShapeType="1"/>
          </p:cNvSpPr>
          <p:nvPr/>
        </p:nvSpPr>
        <p:spPr bwMode="auto">
          <a:xfrm flipH="1">
            <a:off x="6629400" y="2384425"/>
            <a:ext cx="304800" cy="0"/>
          </a:xfrm>
          <a:prstGeom prst="line">
            <a:avLst/>
          </a:prstGeom>
          <a:noFill/>
          <a:ln w="38100">
            <a:solidFill>
              <a:schemeClr val="tx1"/>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072" name="Line 11"/>
          <p:cNvSpPr>
            <a:spLocks noChangeShapeType="1"/>
          </p:cNvSpPr>
          <p:nvPr/>
        </p:nvSpPr>
        <p:spPr bwMode="auto">
          <a:xfrm flipH="1">
            <a:off x="7467600" y="2384425"/>
            <a:ext cx="838200" cy="0"/>
          </a:xfrm>
          <a:prstGeom prst="line">
            <a:avLst/>
          </a:prstGeom>
          <a:noFill/>
          <a:ln w="38100">
            <a:solidFill>
              <a:srgbClr val="FF0000"/>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073" name="Line 12"/>
          <p:cNvSpPr>
            <a:spLocks noChangeShapeType="1"/>
          </p:cNvSpPr>
          <p:nvPr/>
        </p:nvSpPr>
        <p:spPr bwMode="auto">
          <a:xfrm flipH="1">
            <a:off x="7467600" y="2689225"/>
            <a:ext cx="838200" cy="0"/>
          </a:xfrm>
          <a:prstGeom prst="line">
            <a:avLst/>
          </a:prstGeom>
          <a:noFill/>
          <a:ln w="38100">
            <a:solidFill>
              <a:srgbClr val="0000CC"/>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074" name="Rectangle 13"/>
          <p:cNvSpPr>
            <a:spLocks noChangeArrowheads="1"/>
          </p:cNvSpPr>
          <p:nvPr/>
        </p:nvSpPr>
        <p:spPr bwMode="auto">
          <a:xfrm flipH="1">
            <a:off x="4876800" y="2232025"/>
            <a:ext cx="533400" cy="60960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FF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en-US" altLang="zh-CN" b="0">
                <a:latin typeface="Comic Sans MS" pitchFamily="66" charset="0"/>
                <a:ea typeface="宋体" charset="-122"/>
              </a:rPr>
              <a:t>E</a:t>
            </a:r>
          </a:p>
        </p:txBody>
      </p:sp>
      <p:sp>
        <p:nvSpPr>
          <p:cNvPr id="88075" name="Line 14"/>
          <p:cNvSpPr>
            <a:spLocks noChangeShapeType="1"/>
          </p:cNvSpPr>
          <p:nvPr/>
        </p:nvSpPr>
        <p:spPr bwMode="auto">
          <a:xfrm flipH="1">
            <a:off x="4572000" y="2689225"/>
            <a:ext cx="304800" cy="0"/>
          </a:xfrm>
          <a:prstGeom prst="line">
            <a:avLst/>
          </a:prstGeom>
          <a:noFill/>
          <a:ln w="38100">
            <a:solidFill>
              <a:schemeClr val="tx1"/>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076" name="Line 15"/>
          <p:cNvSpPr>
            <a:spLocks noChangeShapeType="1"/>
          </p:cNvSpPr>
          <p:nvPr/>
        </p:nvSpPr>
        <p:spPr bwMode="auto">
          <a:xfrm flipH="1">
            <a:off x="4572000" y="2384425"/>
            <a:ext cx="304800" cy="0"/>
          </a:xfrm>
          <a:prstGeom prst="line">
            <a:avLst/>
          </a:prstGeom>
          <a:noFill/>
          <a:ln w="38100">
            <a:solidFill>
              <a:schemeClr val="tx1"/>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077" name="Line 16"/>
          <p:cNvSpPr>
            <a:spLocks noChangeShapeType="1"/>
          </p:cNvSpPr>
          <p:nvPr/>
        </p:nvSpPr>
        <p:spPr bwMode="auto">
          <a:xfrm flipH="1">
            <a:off x="5410200" y="2384425"/>
            <a:ext cx="304800" cy="0"/>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078" name="Line 17"/>
          <p:cNvSpPr>
            <a:spLocks noChangeShapeType="1"/>
          </p:cNvSpPr>
          <p:nvPr/>
        </p:nvSpPr>
        <p:spPr bwMode="auto">
          <a:xfrm flipH="1">
            <a:off x="5410200" y="2689225"/>
            <a:ext cx="304800" cy="0"/>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079" name="Rectangle 18"/>
          <p:cNvSpPr>
            <a:spLocks noChangeArrowheads="1"/>
          </p:cNvSpPr>
          <p:nvPr/>
        </p:nvSpPr>
        <p:spPr bwMode="auto">
          <a:xfrm flipH="1">
            <a:off x="2819400" y="2232025"/>
            <a:ext cx="533400" cy="60960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99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en-US" altLang="zh-CN" b="0">
                <a:latin typeface="Comic Sans MS" pitchFamily="66" charset="0"/>
                <a:ea typeface="宋体" charset="-122"/>
              </a:rPr>
              <a:t>I</a:t>
            </a:r>
          </a:p>
        </p:txBody>
      </p:sp>
      <p:sp>
        <p:nvSpPr>
          <p:cNvPr id="88080" name="Line 19"/>
          <p:cNvSpPr>
            <a:spLocks noChangeShapeType="1"/>
          </p:cNvSpPr>
          <p:nvPr/>
        </p:nvSpPr>
        <p:spPr bwMode="auto">
          <a:xfrm flipH="1">
            <a:off x="2514600" y="2689225"/>
            <a:ext cx="304800" cy="1588"/>
          </a:xfrm>
          <a:prstGeom prst="line">
            <a:avLst/>
          </a:prstGeom>
          <a:noFill/>
          <a:ln w="38100">
            <a:solidFill>
              <a:schemeClr val="tx1"/>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081" name="Line 20"/>
          <p:cNvSpPr>
            <a:spLocks noChangeShapeType="1"/>
          </p:cNvSpPr>
          <p:nvPr/>
        </p:nvSpPr>
        <p:spPr bwMode="auto">
          <a:xfrm flipH="1">
            <a:off x="2514600" y="2384425"/>
            <a:ext cx="304800" cy="1588"/>
          </a:xfrm>
          <a:prstGeom prst="line">
            <a:avLst/>
          </a:prstGeom>
          <a:noFill/>
          <a:ln w="38100">
            <a:solidFill>
              <a:schemeClr val="tx1"/>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082" name="Line 21"/>
          <p:cNvSpPr>
            <a:spLocks noChangeShapeType="1"/>
          </p:cNvSpPr>
          <p:nvPr/>
        </p:nvSpPr>
        <p:spPr bwMode="auto">
          <a:xfrm flipH="1">
            <a:off x="3352800" y="2384425"/>
            <a:ext cx="304800" cy="1588"/>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083" name="Line 22"/>
          <p:cNvSpPr>
            <a:spLocks noChangeShapeType="1"/>
          </p:cNvSpPr>
          <p:nvPr/>
        </p:nvSpPr>
        <p:spPr bwMode="auto">
          <a:xfrm flipH="1">
            <a:off x="3352800" y="2689225"/>
            <a:ext cx="304800" cy="1588"/>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084" name="Rectangle 23"/>
          <p:cNvSpPr>
            <a:spLocks noChangeArrowheads="1"/>
          </p:cNvSpPr>
          <p:nvPr/>
        </p:nvSpPr>
        <p:spPr bwMode="auto">
          <a:xfrm flipH="1">
            <a:off x="6934200" y="3146425"/>
            <a:ext cx="533400" cy="60960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en-US" altLang="zh-CN" b="0">
                <a:latin typeface="Comic Sans MS" pitchFamily="66" charset="0"/>
                <a:ea typeface="宋体" charset="-122"/>
              </a:rPr>
              <a:t>B</a:t>
            </a:r>
          </a:p>
        </p:txBody>
      </p:sp>
      <p:sp>
        <p:nvSpPr>
          <p:cNvPr id="88085" name="Line 24"/>
          <p:cNvSpPr>
            <a:spLocks noChangeShapeType="1"/>
          </p:cNvSpPr>
          <p:nvPr/>
        </p:nvSpPr>
        <p:spPr bwMode="auto">
          <a:xfrm flipH="1">
            <a:off x="6629400" y="3603625"/>
            <a:ext cx="304800" cy="0"/>
          </a:xfrm>
          <a:prstGeom prst="line">
            <a:avLst/>
          </a:prstGeom>
          <a:noFill/>
          <a:ln w="38100">
            <a:solidFill>
              <a:schemeClr val="tx1"/>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086" name="Line 25"/>
          <p:cNvSpPr>
            <a:spLocks noChangeShapeType="1"/>
          </p:cNvSpPr>
          <p:nvPr/>
        </p:nvSpPr>
        <p:spPr bwMode="auto">
          <a:xfrm flipH="1">
            <a:off x="6629400" y="3298825"/>
            <a:ext cx="304800" cy="0"/>
          </a:xfrm>
          <a:prstGeom prst="line">
            <a:avLst/>
          </a:prstGeom>
          <a:noFill/>
          <a:ln w="38100">
            <a:solidFill>
              <a:schemeClr val="tx1"/>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087" name="Line 26"/>
          <p:cNvSpPr>
            <a:spLocks noChangeShapeType="1"/>
          </p:cNvSpPr>
          <p:nvPr/>
        </p:nvSpPr>
        <p:spPr bwMode="auto">
          <a:xfrm flipH="1">
            <a:off x="7467600" y="3298825"/>
            <a:ext cx="838200" cy="0"/>
          </a:xfrm>
          <a:prstGeom prst="line">
            <a:avLst/>
          </a:prstGeom>
          <a:noFill/>
          <a:ln w="38100">
            <a:solidFill>
              <a:schemeClr val="tx1"/>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088" name="Line 27"/>
          <p:cNvSpPr>
            <a:spLocks noChangeShapeType="1"/>
          </p:cNvSpPr>
          <p:nvPr/>
        </p:nvSpPr>
        <p:spPr bwMode="auto">
          <a:xfrm flipH="1">
            <a:off x="7467600" y="3603625"/>
            <a:ext cx="838200" cy="0"/>
          </a:xfrm>
          <a:prstGeom prst="line">
            <a:avLst/>
          </a:prstGeom>
          <a:noFill/>
          <a:ln w="38100">
            <a:solidFill>
              <a:schemeClr val="tx1"/>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089" name="Rectangle 28"/>
          <p:cNvSpPr>
            <a:spLocks noChangeArrowheads="1"/>
          </p:cNvSpPr>
          <p:nvPr/>
        </p:nvSpPr>
        <p:spPr bwMode="auto">
          <a:xfrm flipH="1">
            <a:off x="4876800" y="3146425"/>
            <a:ext cx="533400" cy="60960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FF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en-US" altLang="zh-CN" b="0">
                <a:latin typeface="Comic Sans MS" pitchFamily="66" charset="0"/>
                <a:ea typeface="宋体" charset="-122"/>
              </a:rPr>
              <a:t>F</a:t>
            </a:r>
          </a:p>
        </p:txBody>
      </p:sp>
      <p:sp>
        <p:nvSpPr>
          <p:cNvPr id="88090" name="Line 29"/>
          <p:cNvSpPr>
            <a:spLocks noChangeShapeType="1"/>
          </p:cNvSpPr>
          <p:nvPr/>
        </p:nvSpPr>
        <p:spPr bwMode="auto">
          <a:xfrm flipH="1">
            <a:off x="4572000" y="3603625"/>
            <a:ext cx="304800" cy="0"/>
          </a:xfrm>
          <a:prstGeom prst="line">
            <a:avLst/>
          </a:prstGeom>
          <a:noFill/>
          <a:ln w="38100">
            <a:solidFill>
              <a:schemeClr val="tx1"/>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091" name="Line 30"/>
          <p:cNvSpPr>
            <a:spLocks noChangeShapeType="1"/>
          </p:cNvSpPr>
          <p:nvPr/>
        </p:nvSpPr>
        <p:spPr bwMode="auto">
          <a:xfrm flipH="1">
            <a:off x="4572000" y="3298825"/>
            <a:ext cx="304800" cy="0"/>
          </a:xfrm>
          <a:prstGeom prst="line">
            <a:avLst/>
          </a:prstGeom>
          <a:noFill/>
          <a:ln w="38100">
            <a:solidFill>
              <a:schemeClr val="tx1"/>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092" name="Line 31"/>
          <p:cNvSpPr>
            <a:spLocks noChangeShapeType="1"/>
          </p:cNvSpPr>
          <p:nvPr/>
        </p:nvSpPr>
        <p:spPr bwMode="auto">
          <a:xfrm flipH="1">
            <a:off x="5410200" y="3298825"/>
            <a:ext cx="304800" cy="0"/>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093" name="Line 32"/>
          <p:cNvSpPr>
            <a:spLocks noChangeShapeType="1"/>
          </p:cNvSpPr>
          <p:nvPr/>
        </p:nvSpPr>
        <p:spPr bwMode="auto">
          <a:xfrm flipH="1">
            <a:off x="5410200" y="3603625"/>
            <a:ext cx="304800" cy="0"/>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71809" name="Rectangle 33"/>
          <p:cNvSpPr>
            <a:spLocks noChangeArrowheads="1"/>
          </p:cNvSpPr>
          <p:nvPr/>
        </p:nvSpPr>
        <p:spPr bwMode="auto">
          <a:xfrm flipH="1">
            <a:off x="2819400" y="3146425"/>
            <a:ext cx="533400" cy="60960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99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r>
              <a:rPr lang="en-US" altLang="zh-CN" b="1">
                <a:solidFill>
                  <a:srgbClr val="FF0000"/>
                </a:solidFill>
                <a:effectLst>
                  <a:outerShdw blurRad="38100" dist="38100" dir="2700000" algn="tl">
                    <a:srgbClr val="C0C0C0"/>
                  </a:outerShdw>
                </a:effectLst>
                <a:ea typeface="宋体" pitchFamily="2" charset="-122"/>
              </a:rPr>
              <a:t>J</a:t>
            </a:r>
          </a:p>
        </p:txBody>
      </p:sp>
      <p:sp>
        <p:nvSpPr>
          <p:cNvPr id="88095" name="Line 34"/>
          <p:cNvSpPr>
            <a:spLocks noChangeShapeType="1"/>
          </p:cNvSpPr>
          <p:nvPr/>
        </p:nvSpPr>
        <p:spPr bwMode="auto">
          <a:xfrm flipH="1">
            <a:off x="2514600" y="3603625"/>
            <a:ext cx="304800" cy="1588"/>
          </a:xfrm>
          <a:prstGeom prst="line">
            <a:avLst/>
          </a:prstGeom>
          <a:noFill/>
          <a:ln w="38100">
            <a:solidFill>
              <a:srgbClr val="FF0000"/>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096" name="Line 35"/>
          <p:cNvSpPr>
            <a:spLocks noChangeShapeType="1"/>
          </p:cNvSpPr>
          <p:nvPr/>
        </p:nvSpPr>
        <p:spPr bwMode="auto">
          <a:xfrm flipH="1">
            <a:off x="2514600" y="3298825"/>
            <a:ext cx="304800" cy="1588"/>
          </a:xfrm>
          <a:prstGeom prst="line">
            <a:avLst/>
          </a:prstGeom>
          <a:noFill/>
          <a:ln w="38100">
            <a:solidFill>
              <a:schemeClr val="tx1"/>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097" name="Line 36"/>
          <p:cNvSpPr>
            <a:spLocks noChangeShapeType="1"/>
          </p:cNvSpPr>
          <p:nvPr/>
        </p:nvSpPr>
        <p:spPr bwMode="auto">
          <a:xfrm flipH="1">
            <a:off x="3352800" y="3298825"/>
            <a:ext cx="304800" cy="1588"/>
          </a:xfrm>
          <a:prstGeom prst="line">
            <a:avLst/>
          </a:prstGeom>
          <a:noFill/>
          <a:ln w="38100">
            <a:solidFill>
              <a:srgbClr val="FF0000"/>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098" name="Line 37"/>
          <p:cNvSpPr>
            <a:spLocks noChangeShapeType="1"/>
          </p:cNvSpPr>
          <p:nvPr/>
        </p:nvSpPr>
        <p:spPr bwMode="auto">
          <a:xfrm flipH="1">
            <a:off x="3352800" y="3603625"/>
            <a:ext cx="304800" cy="1588"/>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099" name="Rectangle 38"/>
          <p:cNvSpPr>
            <a:spLocks noChangeArrowheads="1"/>
          </p:cNvSpPr>
          <p:nvPr/>
        </p:nvSpPr>
        <p:spPr bwMode="auto">
          <a:xfrm flipH="1">
            <a:off x="6934200" y="4060825"/>
            <a:ext cx="533400" cy="60960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en-US" altLang="zh-CN" b="0">
                <a:latin typeface="Comic Sans MS" pitchFamily="66" charset="0"/>
                <a:ea typeface="宋体" charset="-122"/>
              </a:rPr>
              <a:t>C</a:t>
            </a:r>
          </a:p>
        </p:txBody>
      </p:sp>
      <p:sp>
        <p:nvSpPr>
          <p:cNvPr id="88100" name="Line 39"/>
          <p:cNvSpPr>
            <a:spLocks noChangeShapeType="1"/>
          </p:cNvSpPr>
          <p:nvPr/>
        </p:nvSpPr>
        <p:spPr bwMode="auto">
          <a:xfrm flipH="1">
            <a:off x="6629400" y="4518025"/>
            <a:ext cx="304800" cy="0"/>
          </a:xfrm>
          <a:prstGeom prst="line">
            <a:avLst/>
          </a:prstGeom>
          <a:noFill/>
          <a:ln w="38100">
            <a:solidFill>
              <a:schemeClr val="tx1"/>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101" name="Line 40"/>
          <p:cNvSpPr>
            <a:spLocks noChangeShapeType="1"/>
          </p:cNvSpPr>
          <p:nvPr/>
        </p:nvSpPr>
        <p:spPr bwMode="auto">
          <a:xfrm flipH="1">
            <a:off x="6629400" y="4213225"/>
            <a:ext cx="304800" cy="0"/>
          </a:xfrm>
          <a:prstGeom prst="line">
            <a:avLst/>
          </a:prstGeom>
          <a:noFill/>
          <a:ln w="38100">
            <a:solidFill>
              <a:schemeClr val="tx1"/>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102" name="Line 41"/>
          <p:cNvSpPr>
            <a:spLocks noChangeShapeType="1"/>
          </p:cNvSpPr>
          <p:nvPr/>
        </p:nvSpPr>
        <p:spPr bwMode="auto">
          <a:xfrm flipH="1">
            <a:off x="7467600" y="4213225"/>
            <a:ext cx="838200" cy="0"/>
          </a:xfrm>
          <a:prstGeom prst="line">
            <a:avLst/>
          </a:prstGeom>
          <a:noFill/>
          <a:ln w="38100">
            <a:solidFill>
              <a:schemeClr val="tx1"/>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103" name="Line 42"/>
          <p:cNvSpPr>
            <a:spLocks noChangeShapeType="1"/>
          </p:cNvSpPr>
          <p:nvPr/>
        </p:nvSpPr>
        <p:spPr bwMode="auto">
          <a:xfrm flipH="1">
            <a:off x="7467600" y="4518025"/>
            <a:ext cx="838200" cy="0"/>
          </a:xfrm>
          <a:prstGeom prst="line">
            <a:avLst/>
          </a:prstGeom>
          <a:noFill/>
          <a:ln w="38100">
            <a:solidFill>
              <a:schemeClr val="tx1"/>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71819" name="Rectangle 43"/>
          <p:cNvSpPr>
            <a:spLocks noChangeArrowheads="1"/>
          </p:cNvSpPr>
          <p:nvPr/>
        </p:nvSpPr>
        <p:spPr bwMode="auto">
          <a:xfrm flipH="1">
            <a:off x="4876800" y="4060825"/>
            <a:ext cx="533400" cy="609600"/>
          </a:xfrm>
          <a:prstGeom prst="rect">
            <a:avLst/>
          </a:prstGeom>
          <a:solidFill>
            <a:srgbClr val="FFFF00"/>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r>
              <a:rPr lang="en-US" altLang="zh-CN" b="1">
                <a:solidFill>
                  <a:srgbClr val="FF0000"/>
                </a:solidFill>
                <a:effectLst>
                  <a:outerShdw blurRad="38100" dist="38100" dir="2700000" algn="tl">
                    <a:srgbClr val="000000"/>
                  </a:outerShdw>
                </a:effectLst>
                <a:ea typeface="宋体" pitchFamily="2" charset="-122"/>
              </a:rPr>
              <a:t>G</a:t>
            </a:r>
          </a:p>
        </p:txBody>
      </p:sp>
      <p:sp>
        <p:nvSpPr>
          <p:cNvPr id="88105" name="Line 44"/>
          <p:cNvSpPr>
            <a:spLocks noChangeShapeType="1"/>
          </p:cNvSpPr>
          <p:nvPr/>
        </p:nvSpPr>
        <p:spPr bwMode="auto">
          <a:xfrm flipH="1">
            <a:off x="4572000" y="4518025"/>
            <a:ext cx="304800" cy="0"/>
          </a:xfrm>
          <a:prstGeom prst="line">
            <a:avLst/>
          </a:prstGeom>
          <a:noFill/>
          <a:ln w="38100">
            <a:solidFill>
              <a:srgbClr val="0000CC"/>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106" name="Line 45"/>
          <p:cNvSpPr>
            <a:spLocks noChangeShapeType="1"/>
          </p:cNvSpPr>
          <p:nvPr/>
        </p:nvSpPr>
        <p:spPr bwMode="auto">
          <a:xfrm flipH="1">
            <a:off x="4572000" y="4213225"/>
            <a:ext cx="304800" cy="0"/>
          </a:xfrm>
          <a:prstGeom prst="line">
            <a:avLst/>
          </a:prstGeom>
          <a:noFill/>
          <a:ln w="38100">
            <a:solidFill>
              <a:srgbClr val="FF0000"/>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107" name="Line 46"/>
          <p:cNvSpPr>
            <a:spLocks noChangeShapeType="1"/>
          </p:cNvSpPr>
          <p:nvPr/>
        </p:nvSpPr>
        <p:spPr bwMode="auto">
          <a:xfrm flipH="1">
            <a:off x="5410200" y="4213225"/>
            <a:ext cx="304800" cy="0"/>
          </a:xfrm>
          <a:prstGeom prst="line">
            <a:avLst/>
          </a:prstGeom>
          <a:noFill/>
          <a:ln w="38100">
            <a:solidFill>
              <a:srgbClr val="009900"/>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108" name="Line 47"/>
          <p:cNvSpPr>
            <a:spLocks noChangeShapeType="1"/>
          </p:cNvSpPr>
          <p:nvPr/>
        </p:nvSpPr>
        <p:spPr bwMode="auto">
          <a:xfrm flipH="1">
            <a:off x="5410200" y="4518025"/>
            <a:ext cx="304800" cy="0"/>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109" name="Rectangle 48"/>
          <p:cNvSpPr>
            <a:spLocks noChangeArrowheads="1"/>
          </p:cNvSpPr>
          <p:nvPr/>
        </p:nvSpPr>
        <p:spPr bwMode="auto">
          <a:xfrm flipH="1">
            <a:off x="2819400" y="4060825"/>
            <a:ext cx="533400" cy="60960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99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en-US" altLang="zh-CN" b="0">
                <a:latin typeface="Comic Sans MS" pitchFamily="66" charset="0"/>
                <a:ea typeface="宋体" charset="-122"/>
              </a:rPr>
              <a:t>K</a:t>
            </a:r>
          </a:p>
        </p:txBody>
      </p:sp>
      <p:sp>
        <p:nvSpPr>
          <p:cNvPr id="88110" name="Line 49"/>
          <p:cNvSpPr>
            <a:spLocks noChangeShapeType="1"/>
          </p:cNvSpPr>
          <p:nvPr/>
        </p:nvSpPr>
        <p:spPr bwMode="auto">
          <a:xfrm flipH="1">
            <a:off x="2514600" y="4518025"/>
            <a:ext cx="304800" cy="1588"/>
          </a:xfrm>
          <a:prstGeom prst="line">
            <a:avLst/>
          </a:prstGeom>
          <a:noFill/>
          <a:ln w="38100">
            <a:solidFill>
              <a:schemeClr val="tx1"/>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111" name="Line 50"/>
          <p:cNvSpPr>
            <a:spLocks noChangeShapeType="1"/>
          </p:cNvSpPr>
          <p:nvPr/>
        </p:nvSpPr>
        <p:spPr bwMode="auto">
          <a:xfrm flipH="1">
            <a:off x="2514600" y="4213225"/>
            <a:ext cx="304800" cy="1588"/>
          </a:xfrm>
          <a:prstGeom prst="line">
            <a:avLst/>
          </a:prstGeom>
          <a:noFill/>
          <a:ln w="38100">
            <a:solidFill>
              <a:schemeClr val="tx1"/>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112" name="Line 51"/>
          <p:cNvSpPr>
            <a:spLocks noChangeShapeType="1"/>
          </p:cNvSpPr>
          <p:nvPr/>
        </p:nvSpPr>
        <p:spPr bwMode="auto">
          <a:xfrm flipH="1">
            <a:off x="3352800" y="4213225"/>
            <a:ext cx="304800" cy="1588"/>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113" name="Line 52"/>
          <p:cNvSpPr>
            <a:spLocks noChangeShapeType="1"/>
          </p:cNvSpPr>
          <p:nvPr/>
        </p:nvSpPr>
        <p:spPr bwMode="auto">
          <a:xfrm flipH="1">
            <a:off x="3352800" y="4518025"/>
            <a:ext cx="304800" cy="1588"/>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114" name="Rectangle 53"/>
          <p:cNvSpPr>
            <a:spLocks noChangeArrowheads="1"/>
          </p:cNvSpPr>
          <p:nvPr/>
        </p:nvSpPr>
        <p:spPr bwMode="auto">
          <a:xfrm flipH="1">
            <a:off x="6934200" y="4975225"/>
            <a:ext cx="533400" cy="60960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en-US" altLang="zh-CN" b="0">
                <a:latin typeface="Comic Sans MS" pitchFamily="66" charset="0"/>
                <a:ea typeface="宋体" charset="-122"/>
              </a:rPr>
              <a:t>D</a:t>
            </a:r>
          </a:p>
        </p:txBody>
      </p:sp>
      <p:sp>
        <p:nvSpPr>
          <p:cNvPr id="88115" name="Line 54"/>
          <p:cNvSpPr>
            <a:spLocks noChangeShapeType="1"/>
          </p:cNvSpPr>
          <p:nvPr/>
        </p:nvSpPr>
        <p:spPr bwMode="auto">
          <a:xfrm flipH="1">
            <a:off x="6629400" y="5432425"/>
            <a:ext cx="304800" cy="0"/>
          </a:xfrm>
          <a:prstGeom prst="line">
            <a:avLst/>
          </a:prstGeom>
          <a:noFill/>
          <a:ln w="38100">
            <a:solidFill>
              <a:schemeClr val="tx1"/>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116" name="Line 55"/>
          <p:cNvSpPr>
            <a:spLocks noChangeShapeType="1"/>
          </p:cNvSpPr>
          <p:nvPr/>
        </p:nvSpPr>
        <p:spPr bwMode="auto">
          <a:xfrm flipH="1">
            <a:off x="6629400" y="5127625"/>
            <a:ext cx="304800" cy="0"/>
          </a:xfrm>
          <a:prstGeom prst="line">
            <a:avLst/>
          </a:prstGeom>
          <a:noFill/>
          <a:ln w="38100">
            <a:solidFill>
              <a:schemeClr val="tx1"/>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117" name="Line 56"/>
          <p:cNvSpPr>
            <a:spLocks noChangeShapeType="1"/>
          </p:cNvSpPr>
          <p:nvPr/>
        </p:nvSpPr>
        <p:spPr bwMode="auto">
          <a:xfrm flipH="1">
            <a:off x="7467600" y="5127625"/>
            <a:ext cx="838200" cy="0"/>
          </a:xfrm>
          <a:prstGeom prst="line">
            <a:avLst/>
          </a:prstGeom>
          <a:noFill/>
          <a:ln w="38100">
            <a:solidFill>
              <a:schemeClr val="tx1"/>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118" name="Line 57"/>
          <p:cNvSpPr>
            <a:spLocks noChangeShapeType="1"/>
          </p:cNvSpPr>
          <p:nvPr/>
        </p:nvSpPr>
        <p:spPr bwMode="auto">
          <a:xfrm flipH="1">
            <a:off x="7467600" y="5432425"/>
            <a:ext cx="838200" cy="0"/>
          </a:xfrm>
          <a:prstGeom prst="line">
            <a:avLst/>
          </a:prstGeom>
          <a:noFill/>
          <a:ln w="38100">
            <a:solidFill>
              <a:schemeClr val="tx1"/>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119" name="Rectangle 58"/>
          <p:cNvSpPr>
            <a:spLocks noChangeArrowheads="1"/>
          </p:cNvSpPr>
          <p:nvPr/>
        </p:nvSpPr>
        <p:spPr bwMode="auto">
          <a:xfrm flipH="1">
            <a:off x="4876800" y="4975225"/>
            <a:ext cx="533400" cy="60960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FF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en-US" altLang="zh-CN" b="0">
                <a:latin typeface="Comic Sans MS" pitchFamily="66" charset="0"/>
                <a:ea typeface="宋体" charset="-122"/>
              </a:rPr>
              <a:t>H</a:t>
            </a:r>
          </a:p>
        </p:txBody>
      </p:sp>
      <p:sp>
        <p:nvSpPr>
          <p:cNvPr id="88120" name="Line 59"/>
          <p:cNvSpPr>
            <a:spLocks noChangeShapeType="1"/>
          </p:cNvSpPr>
          <p:nvPr/>
        </p:nvSpPr>
        <p:spPr bwMode="auto">
          <a:xfrm flipH="1">
            <a:off x="4572000" y="5432425"/>
            <a:ext cx="304800" cy="0"/>
          </a:xfrm>
          <a:prstGeom prst="line">
            <a:avLst/>
          </a:prstGeom>
          <a:noFill/>
          <a:ln w="38100">
            <a:solidFill>
              <a:schemeClr val="tx1"/>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121" name="Line 60"/>
          <p:cNvSpPr>
            <a:spLocks noChangeShapeType="1"/>
          </p:cNvSpPr>
          <p:nvPr/>
        </p:nvSpPr>
        <p:spPr bwMode="auto">
          <a:xfrm flipH="1">
            <a:off x="4572000" y="5127625"/>
            <a:ext cx="304800" cy="0"/>
          </a:xfrm>
          <a:prstGeom prst="line">
            <a:avLst/>
          </a:prstGeom>
          <a:noFill/>
          <a:ln w="38100">
            <a:solidFill>
              <a:schemeClr val="tx1"/>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122" name="Line 61"/>
          <p:cNvSpPr>
            <a:spLocks noChangeShapeType="1"/>
          </p:cNvSpPr>
          <p:nvPr/>
        </p:nvSpPr>
        <p:spPr bwMode="auto">
          <a:xfrm flipH="1">
            <a:off x="5410200" y="5127625"/>
            <a:ext cx="304800" cy="0"/>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123" name="Line 62"/>
          <p:cNvSpPr>
            <a:spLocks noChangeShapeType="1"/>
          </p:cNvSpPr>
          <p:nvPr/>
        </p:nvSpPr>
        <p:spPr bwMode="auto">
          <a:xfrm flipH="1">
            <a:off x="5410200" y="5432425"/>
            <a:ext cx="304800" cy="0"/>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124" name="Rectangle 63"/>
          <p:cNvSpPr>
            <a:spLocks noChangeArrowheads="1"/>
          </p:cNvSpPr>
          <p:nvPr/>
        </p:nvSpPr>
        <p:spPr bwMode="auto">
          <a:xfrm flipH="1">
            <a:off x="2819400" y="4975225"/>
            <a:ext cx="533400" cy="60960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99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en-US" altLang="zh-CN" b="0">
                <a:latin typeface="Comic Sans MS" pitchFamily="66" charset="0"/>
                <a:ea typeface="宋体" charset="-122"/>
              </a:rPr>
              <a:t>L</a:t>
            </a:r>
          </a:p>
        </p:txBody>
      </p:sp>
      <p:sp>
        <p:nvSpPr>
          <p:cNvPr id="88125" name="Line 64"/>
          <p:cNvSpPr>
            <a:spLocks noChangeShapeType="1"/>
          </p:cNvSpPr>
          <p:nvPr/>
        </p:nvSpPr>
        <p:spPr bwMode="auto">
          <a:xfrm flipH="1">
            <a:off x="2514600" y="5432425"/>
            <a:ext cx="304800" cy="1588"/>
          </a:xfrm>
          <a:prstGeom prst="line">
            <a:avLst/>
          </a:prstGeom>
          <a:noFill/>
          <a:ln w="38100">
            <a:solidFill>
              <a:srgbClr val="0000CC"/>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126" name="Line 65"/>
          <p:cNvSpPr>
            <a:spLocks noChangeShapeType="1"/>
          </p:cNvSpPr>
          <p:nvPr/>
        </p:nvSpPr>
        <p:spPr bwMode="auto">
          <a:xfrm flipH="1">
            <a:off x="2514600" y="5127625"/>
            <a:ext cx="304800" cy="1588"/>
          </a:xfrm>
          <a:prstGeom prst="line">
            <a:avLst/>
          </a:prstGeom>
          <a:noFill/>
          <a:ln w="38100">
            <a:solidFill>
              <a:schemeClr val="tx1"/>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127" name="Line 66"/>
          <p:cNvSpPr>
            <a:spLocks noChangeShapeType="1"/>
          </p:cNvSpPr>
          <p:nvPr/>
        </p:nvSpPr>
        <p:spPr bwMode="auto">
          <a:xfrm flipH="1">
            <a:off x="3352800" y="5127625"/>
            <a:ext cx="304800" cy="1588"/>
          </a:xfrm>
          <a:prstGeom prst="line">
            <a:avLst/>
          </a:prstGeom>
          <a:noFill/>
          <a:ln w="38100">
            <a:solidFill>
              <a:srgbClr val="0000CC"/>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128" name="Line 67"/>
          <p:cNvSpPr>
            <a:spLocks noChangeShapeType="1"/>
          </p:cNvSpPr>
          <p:nvPr/>
        </p:nvSpPr>
        <p:spPr bwMode="auto">
          <a:xfrm flipH="1">
            <a:off x="3352800" y="5432425"/>
            <a:ext cx="304800" cy="1588"/>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129" name="Line 68"/>
          <p:cNvSpPr>
            <a:spLocks noChangeShapeType="1"/>
          </p:cNvSpPr>
          <p:nvPr/>
        </p:nvSpPr>
        <p:spPr bwMode="auto">
          <a:xfrm flipH="1">
            <a:off x="5715000" y="2384425"/>
            <a:ext cx="9906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130" name="Line 69"/>
          <p:cNvSpPr>
            <a:spLocks noChangeShapeType="1"/>
          </p:cNvSpPr>
          <p:nvPr/>
        </p:nvSpPr>
        <p:spPr bwMode="auto">
          <a:xfrm flipH="1">
            <a:off x="5715000" y="5432425"/>
            <a:ext cx="9906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131" name="Line 70"/>
          <p:cNvSpPr>
            <a:spLocks noChangeShapeType="1"/>
          </p:cNvSpPr>
          <p:nvPr/>
        </p:nvSpPr>
        <p:spPr bwMode="auto">
          <a:xfrm flipH="1">
            <a:off x="3657600" y="5432425"/>
            <a:ext cx="9906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132" name="Line 71"/>
          <p:cNvSpPr>
            <a:spLocks noChangeShapeType="1"/>
          </p:cNvSpPr>
          <p:nvPr/>
        </p:nvSpPr>
        <p:spPr bwMode="auto">
          <a:xfrm flipH="1">
            <a:off x="5715000" y="2689225"/>
            <a:ext cx="914400" cy="1524000"/>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133" name="Line 72"/>
          <p:cNvSpPr>
            <a:spLocks noChangeShapeType="1"/>
          </p:cNvSpPr>
          <p:nvPr/>
        </p:nvSpPr>
        <p:spPr bwMode="auto">
          <a:xfrm flipH="1">
            <a:off x="5715000" y="3603625"/>
            <a:ext cx="914400" cy="9144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134" name="Line 73"/>
          <p:cNvSpPr>
            <a:spLocks noChangeShapeType="1"/>
          </p:cNvSpPr>
          <p:nvPr/>
        </p:nvSpPr>
        <p:spPr bwMode="auto">
          <a:xfrm flipH="1">
            <a:off x="5715000" y="4518025"/>
            <a:ext cx="914400" cy="6096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135" name="Line 74"/>
          <p:cNvSpPr>
            <a:spLocks noChangeShapeType="1"/>
          </p:cNvSpPr>
          <p:nvPr/>
        </p:nvSpPr>
        <p:spPr bwMode="auto">
          <a:xfrm flipH="1" flipV="1">
            <a:off x="5715000" y="2689225"/>
            <a:ext cx="914400" cy="6096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136" name="Line 75"/>
          <p:cNvSpPr>
            <a:spLocks noChangeShapeType="1"/>
          </p:cNvSpPr>
          <p:nvPr/>
        </p:nvSpPr>
        <p:spPr bwMode="auto">
          <a:xfrm flipH="1" flipV="1">
            <a:off x="5715000" y="3298825"/>
            <a:ext cx="914400" cy="9144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137" name="Line 76"/>
          <p:cNvSpPr>
            <a:spLocks noChangeShapeType="1"/>
          </p:cNvSpPr>
          <p:nvPr/>
        </p:nvSpPr>
        <p:spPr bwMode="auto">
          <a:xfrm flipH="1" flipV="1">
            <a:off x="5715000" y="3603625"/>
            <a:ext cx="914400" cy="15240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138" name="Line 77"/>
          <p:cNvSpPr>
            <a:spLocks noChangeShapeType="1"/>
          </p:cNvSpPr>
          <p:nvPr/>
        </p:nvSpPr>
        <p:spPr bwMode="auto">
          <a:xfrm flipH="1">
            <a:off x="3657600" y="2689225"/>
            <a:ext cx="914400" cy="15240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139" name="Line 78"/>
          <p:cNvSpPr>
            <a:spLocks noChangeShapeType="1"/>
          </p:cNvSpPr>
          <p:nvPr/>
        </p:nvSpPr>
        <p:spPr bwMode="auto">
          <a:xfrm flipH="1">
            <a:off x="3657600" y="3603625"/>
            <a:ext cx="914400" cy="9144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140" name="Line 79"/>
          <p:cNvSpPr>
            <a:spLocks noChangeShapeType="1"/>
          </p:cNvSpPr>
          <p:nvPr/>
        </p:nvSpPr>
        <p:spPr bwMode="auto">
          <a:xfrm flipH="1">
            <a:off x="3657600" y="4518025"/>
            <a:ext cx="914400" cy="609600"/>
          </a:xfrm>
          <a:prstGeom prst="line">
            <a:avLst/>
          </a:prstGeom>
          <a:noFill/>
          <a:ln w="38100">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141" name="Line 80"/>
          <p:cNvSpPr>
            <a:spLocks noChangeShapeType="1"/>
          </p:cNvSpPr>
          <p:nvPr/>
        </p:nvSpPr>
        <p:spPr bwMode="auto">
          <a:xfrm flipH="1" flipV="1">
            <a:off x="3657600" y="2689225"/>
            <a:ext cx="914400" cy="6096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142" name="Line 81"/>
          <p:cNvSpPr>
            <a:spLocks noChangeShapeType="1"/>
          </p:cNvSpPr>
          <p:nvPr/>
        </p:nvSpPr>
        <p:spPr bwMode="auto">
          <a:xfrm flipH="1" flipV="1">
            <a:off x="3657600" y="3298825"/>
            <a:ext cx="914400" cy="91440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143" name="Line 82"/>
          <p:cNvSpPr>
            <a:spLocks noChangeShapeType="1"/>
          </p:cNvSpPr>
          <p:nvPr/>
        </p:nvSpPr>
        <p:spPr bwMode="auto">
          <a:xfrm flipH="1" flipV="1">
            <a:off x="3657600" y="3603625"/>
            <a:ext cx="914400" cy="15240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144" name="Line 83"/>
          <p:cNvSpPr>
            <a:spLocks noChangeShapeType="1"/>
          </p:cNvSpPr>
          <p:nvPr/>
        </p:nvSpPr>
        <p:spPr bwMode="auto">
          <a:xfrm flipH="1">
            <a:off x="3657600" y="2384425"/>
            <a:ext cx="9906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145" name="Line 84"/>
          <p:cNvSpPr>
            <a:spLocks noChangeShapeType="1"/>
          </p:cNvSpPr>
          <p:nvPr/>
        </p:nvSpPr>
        <p:spPr bwMode="auto">
          <a:xfrm flipH="1">
            <a:off x="1295400" y="2384425"/>
            <a:ext cx="304800" cy="1588"/>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146" name="Line 85"/>
          <p:cNvSpPr>
            <a:spLocks noChangeShapeType="1"/>
          </p:cNvSpPr>
          <p:nvPr/>
        </p:nvSpPr>
        <p:spPr bwMode="auto">
          <a:xfrm flipH="1">
            <a:off x="1295400" y="2689225"/>
            <a:ext cx="304800" cy="1588"/>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147" name="Line 86"/>
          <p:cNvSpPr>
            <a:spLocks noChangeShapeType="1"/>
          </p:cNvSpPr>
          <p:nvPr/>
        </p:nvSpPr>
        <p:spPr bwMode="auto">
          <a:xfrm flipH="1">
            <a:off x="1295400" y="3298825"/>
            <a:ext cx="304800" cy="1588"/>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148" name="Line 87"/>
          <p:cNvSpPr>
            <a:spLocks noChangeShapeType="1"/>
          </p:cNvSpPr>
          <p:nvPr/>
        </p:nvSpPr>
        <p:spPr bwMode="auto">
          <a:xfrm flipH="1">
            <a:off x="1295400" y="3603625"/>
            <a:ext cx="304800" cy="1588"/>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149" name="Line 88"/>
          <p:cNvSpPr>
            <a:spLocks noChangeShapeType="1"/>
          </p:cNvSpPr>
          <p:nvPr/>
        </p:nvSpPr>
        <p:spPr bwMode="auto">
          <a:xfrm flipH="1">
            <a:off x="1295400" y="4213225"/>
            <a:ext cx="304800" cy="1588"/>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150" name="Line 89"/>
          <p:cNvSpPr>
            <a:spLocks noChangeShapeType="1"/>
          </p:cNvSpPr>
          <p:nvPr/>
        </p:nvSpPr>
        <p:spPr bwMode="auto">
          <a:xfrm flipH="1">
            <a:off x="1295400" y="4518025"/>
            <a:ext cx="304800" cy="1588"/>
          </a:xfrm>
          <a:prstGeom prst="line">
            <a:avLst/>
          </a:prstGeom>
          <a:noFill/>
          <a:ln w="38100">
            <a:solidFill>
              <a:srgbClr val="FF0000"/>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151" name="Line 90"/>
          <p:cNvSpPr>
            <a:spLocks noChangeShapeType="1"/>
          </p:cNvSpPr>
          <p:nvPr/>
        </p:nvSpPr>
        <p:spPr bwMode="auto">
          <a:xfrm flipH="1">
            <a:off x="1295400" y="5127625"/>
            <a:ext cx="304800" cy="1588"/>
          </a:xfrm>
          <a:prstGeom prst="line">
            <a:avLst/>
          </a:prstGeom>
          <a:noFill/>
          <a:ln w="381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152" name="Line 91"/>
          <p:cNvSpPr>
            <a:spLocks noChangeShapeType="1"/>
          </p:cNvSpPr>
          <p:nvPr/>
        </p:nvSpPr>
        <p:spPr bwMode="auto">
          <a:xfrm flipH="1">
            <a:off x="1295400" y="5432425"/>
            <a:ext cx="304800" cy="1588"/>
          </a:xfrm>
          <a:prstGeom prst="line">
            <a:avLst/>
          </a:prstGeom>
          <a:noFill/>
          <a:ln w="38100">
            <a:solidFill>
              <a:srgbClr val="0000CC"/>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153" name="Line 92"/>
          <p:cNvSpPr>
            <a:spLocks noChangeShapeType="1"/>
          </p:cNvSpPr>
          <p:nvPr/>
        </p:nvSpPr>
        <p:spPr bwMode="auto">
          <a:xfrm flipH="1">
            <a:off x="1600200" y="5432425"/>
            <a:ext cx="990600" cy="0"/>
          </a:xfrm>
          <a:prstGeom prst="line">
            <a:avLst/>
          </a:prstGeom>
          <a:noFill/>
          <a:ln w="38100">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154" name="Line 93"/>
          <p:cNvSpPr>
            <a:spLocks noChangeShapeType="1"/>
          </p:cNvSpPr>
          <p:nvPr/>
        </p:nvSpPr>
        <p:spPr bwMode="auto">
          <a:xfrm flipH="1">
            <a:off x="1600200" y="2689225"/>
            <a:ext cx="914400" cy="15240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155" name="Line 94"/>
          <p:cNvSpPr>
            <a:spLocks noChangeShapeType="1"/>
          </p:cNvSpPr>
          <p:nvPr/>
        </p:nvSpPr>
        <p:spPr bwMode="auto">
          <a:xfrm flipH="1">
            <a:off x="1600200" y="3603625"/>
            <a:ext cx="914400" cy="91440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156" name="Line 95"/>
          <p:cNvSpPr>
            <a:spLocks noChangeShapeType="1"/>
          </p:cNvSpPr>
          <p:nvPr/>
        </p:nvSpPr>
        <p:spPr bwMode="auto">
          <a:xfrm flipH="1">
            <a:off x="1600200" y="4518025"/>
            <a:ext cx="914400" cy="6096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157" name="Line 96"/>
          <p:cNvSpPr>
            <a:spLocks noChangeShapeType="1"/>
          </p:cNvSpPr>
          <p:nvPr/>
        </p:nvSpPr>
        <p:spPr bwMode="auto">
          <a:xfrm flipH="1" flipV="1">
            <a:off x="1600200" y="2689225"/>
            <a:ext cx="914400" cy="6096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158" name="Line 97"/>
          <p:cNvSpPr>
            <a:spLocks noChangeShapeType="1"/>
          </p:cNvSpPr>
          <p:nvPr/>
        </p:nvSpPr>
        <p:spPr bwMode="auto">
          <a:xfrm flipH="1" flipV="1">
            <a:off x="1600200" y="3298825"/>
            <a:ext cx="914400" cy="9144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159" name="Line 98"/>
          <p:cNvSpPr>
            <a:spLocks noChangeShapeType="1"/>
          </p:cNvSpPr>
          <p:nvPr/>
        </p:nvSpPr>
        <p:spPr bwMode="auto">
          <a:xfrm flipH="1" flipV="1">
            <a:off x="1600200" y="3603625"/>
            <a:ext cx="914400" cy="15240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160" name="Line 99"/>
          <p:cNvSpPr>
            <a:spLocks noChangeShapeType="1"/>
          </p:cNvSpPr>
          <p:nvPr/>
        </p:nvSpPr>
        <p:spPr bwMode="auto">
          <a:xfrm flipH="1">
            <a:off x="1600200" y="2384425"/>
            <a:ext cx="9906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71876" name="Text Box 100"/>
          <p:cNvSpPr txBox="1">
            <a:spLocks noChangeArrowheads="1"/>
          </p:cNvSpPr>
          <p:nvPr/>
        </p:nvSpPr>
        <p:spPr bwMode="auto">
          <a:xfrm flipH="1">
            <a:off x="8305800" y="2232025"/>
            <a:ext cx="304800" cy="314325"/>
          </a:xfrm>
          <a:prstGeom prst="rect">
            <a:avLst/>
          </a:prstGeom>
          <a:noFill/>
          <a:ln w="9525">
            <a:noFill/>
            <a:prstDash val="sys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gn="ctr">
              <a:spcBef>
                <a:spcPct val="50000"/>
              </a:spcBef>
              <a:defRPr/>
            </a:pPr>
            <a:r>
              <a:rPr lang="zh-CN" altLang="en-US" sz="2000" b="1">
                <a:solidFill>
                  <a:srgbClr val="FF0000"/>
                </a:solidFill>
                <a:effectLst>
                  <a:outerShdw blurRad="38100" dist="38100" dir="2700000" algn="tl">
                    <a:srgbClr val="C0C0C0"/>
                  </a:outerShdw>
                </a:effectLst>
                <a:ea typeface="宋体" pitchFamily="2" charset="-122"/>
              </a:rPr>
              <a:t>0</a:t>
            </a:r>
          </a:p>
        </p:txBody>
      </p:sp>
      <p:sp>
        <p:nvSpPr>
          <p:cNvPr id="971877" name="Text Box 101"/>
          <p:cNvSpPr txBox="1">
            <a:spLocks noChangeArrowheads="1"/>
          </p:cNvSpPr>
          <p:nvPr/>
        </p:nvSpPr>
        <p:spPr bwMode="auto">
          <a:xfrm flipH="1">
            <a:off x="8305800" y="2536825"/>
            <a:ext cx="304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gn="ctr">
              <a:spcBef>
                <a:spcPct val="50000"/>
              </a:spcBef>
              <a:defRPr/>
            </a:pPr>
            <a:r>
              <a:rPr lang="zh-CN" altLang="en-US" sz="2000" b="1">
                <a:solidFill>
                  <a:srgbClr val="0000CC"/>
                </a:solidFill>
                <a:effectLst>
                  <a:outerShdw blurRad="38100" dist="38100" dir="2700000" algn="tl">
                    <a:srgbClr val="C0C0C0"/>
                  </a:outerShdw>
                </a:effectLst>
                <a:ea typeface="宋体" pitchFamily="2" charset="-122"/>
              </a:rPr>
              <a:t>1</a:t>
            </a:r>
          </a:p>
        </p:txBody>
      </p:sp>
      <p:sp>
        <p:nvSpPr>
          <p:cNvPr id="88163" name="Text Box 102"/>
          <p:cNvSpPr txBox="1">
            <a:spLocks noChangeArrowheads="1"/>
          </p:cNvSpPr>
          <p:nvPr/>
        </p:nvSpPr>
        <p:spPr bwMode="auto">
          <a:xfrm flipH="1">
            <a:off x="8305800" y="3146425"/>
            <a:ext cx="304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000" b="0">
                <a:latin typeface="Comic Sans MS" pitchFamily="66" charset="0"/>
                <a:ea typeface="宋体" charset="-122"/>
              </a:rPr>
              <a:t>2</a:t>
            </a:r>
          </a:p>
        </p:txBody>
      </p:sp>
      <p:sp>
        <p:nvSpPr>
          <p:cNvPr id="88164" name="Text Box 103"/>
          <p:cNvSpPr txBox="1">
            <a:spLocks noChangeArrowheads="1"/>
          </p:cNvSpPr>
          <p:nvPr/>
        </p:nvSpPr>
        <p:spPr bwMode="auto">
          <a:xfrm flipH="1">
            <a:off x="8305800" y="3451225"/>
            <a:ext cx="304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000" b="0">
                <a:latin typeface="Comic Sans MS" pitchFamily="66" charset="0"/>
                <a:ea typeface="宋体" charset="-122"/>
              </a:rPr>
              <a:t>3</a:t>
            </a:r>
          </a:p>
        </p:txBody>
      </p:sp>
      <p:sp>
        <p:nvSpPr>
          <p:cNvPr id="88165" name="Text Box 104"/>
          <p:cNvSpPr txBox="1">
            <a:spLocks noChangeArrowheads="1"/>
          </p:cNvSpPr>
          <p:nvPr/>
        </p:nvSpPr>
        <p:spPr bwMode="auto">
          <a:xfrm flipH="1">
            <a:off x="8305800" y="4060825"/>
            <a:ext cx="304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000" b="0">
                <a:latin typeface="Comic Sans MS" pitchFamily="66" charset="0"/>
                <a:ea typeface="宋体" charset="-122"/>
              </a:rPr>
              <a:t>4</a:t>
            </a:r>
          </a:p>
        </p:txBody>
      </p:sp>
      <p:sp>
        <p:nvSpPr>
          <p:cNvPr id="88166" name="Text Box 105"/>
          <p:cNvSpPr txBox="1">
            <a:spLocks noChangeArrowheads="1"/>
          </p:cNvSpPr>
          <p:nvPr/>
        </p:nvSpPr>
        <p:spPr bwMode="auto">
          <a:xfrm flipH="1">
            <a:off x="8305800" y="4365625"/>
            <a:ext cx="304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000" b="0">
                <a:latin typeface="Comic Sans MS" pitchFamily="66" charset="0"/>
                <a:ea typeface="宋体" charset="-122"/>
              </a:rPr>
              <a:t>5</a:t>
            </a:r>
          </a:p>
        </p:txBody>
      </p:sp>
      <p:sp>
        <p:nvSpPr>
          <p:cNvPr id="88167" name="Text Box 106"/>
          <p:cNvSpPr txBox="1">
            <a:spLocks noChangeArrowheads="1"/>
          </p:cNvSpPr>
          <p:nvPr/>
        </p:nvSpPr>
        <p:spPr bwMode="auto">
          <a:xfrm flipH="1">
            <a:off x="8305800" y="4975225"/>
            <a:ext cx="304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000" b="0">
                <a:latin typeface="Comic Sans MS" pitchFamily="66" charset="0"/>
                <a:ea typeface="宋体" charset="-122"/>
              </a:rPr>
              <a:t>6</a:t>
            </a:r>
          </a:p>
        </p:txBody>
      </p:sp>
      <p:sp>
        <p:nvSpPr>
          <p:cNvPr id="88168" name="Text Box 107"/>
          <p:cNvSpPr txBox="1">
            <a:spLocks noChangeArrowheads="1"/>
          </p:cNvSpPr>
          <p:nvPr/>
        </p:nvSpPr>
        <p:spPr bwMode="auto">
          <a:xfrm flipH="1">
            <a:off x="8305800" y="5280025"/>
            <a:ext cx="304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000" b="0">
                <a:latin typeface="Comic Sans MS" pitchFamily="66" charset="0"/>
                <a:ea typeface="宋体" charset="-122"/>
              </a:rPr>
              <a:t>7</a:t>
            </a:r>
          </a:p>
        </p:txBody>
      </p:sp>
      <p:sp>
        <p:nvSpPr>
          <p:cNvPr id="88169" name="Text Box 108"/>
          <p:cNvSpPr txBox="1">
            <a:spLocks noChangeArrowheads="1"/>
          </p:cNvSpPr>
          <p:nvPr/>
        </p:nvSpPr>
        <p:spPr bwMode="auto">
          <a:xfrm flipH="1">
            <a:off x="914400" y="2232025"/>
            <a:ext cx="304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000" b="0">
                <a:latin typeface="Comic Sans MS" pitchFamily="66" charset="0"/>
                <a:ea typeface="宋体" charset="-122"/>
              </a:rPr>
              <a:t>0</a:t>
            </a:r>
          </a:p>
        </p:txBody>
      </p:sp>
      <p:sp>
        <p:nvSpPr>
          <p:cNvPr id="88170" name="Text Box 109"/>
          <p:cNvSpPr txBox="1">
            <a:spLocks noChangeArrowheads="1"/>
          </p:cNvSpPr>
          <p:nvPr/>
        </p:nvSpPr>
        <p:spPr bwMode="auto">
          <a:xfrm flipH="1">
            <a:off x="914400" y="2536825"/>
            <a:ext cx="304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000" b="0">
                <a:latin typeface="Comic Sans MS" pitchFamily="66" charset="0"/>
                <a:ea typeface="宋体" charset="-122"/>
              </a:rPr>
              <a:t>1</a:t>
            </a:r>
          </a:p>
        </p:txBody>
      </p:sp>
      <p:sp>
        <p:nvSpPr>
          <p:cNvPr id="88171" name="Text Box 110"/>
          <p:cNvSpPr txBox="1">
            <a:spLocks noChangeArrowheads="1"/>
          </p:cNvSpPr>
          <p:nvPr/>
        </p:nvSpPr>
        <p:spPr bwMode="auto">
          <a:xfrm flipH="1">
            <a:off x="914400" y="3146425"/>
            <a:ext cx="304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000" b="0">
                <a:latin typeface="Comic Sans MS" pitchFamily="66" charset="0"/>
                <a:ea typeface="宋体" charset="-122"/>
              </a:rPr>
              <a:t>2</a:t>
            </a:r>
          </a:p>
        </p:txBody>
      </p:sp>
      <p:sp>
        <p:nvSpPr>
          <p:cNvPr id="88172" name="Text Box 111"/>
          <p:cNvSpPr txBox="1">
            <a:spLocks noChangeArrowheads="1"/>
          </p:cNvSpPr>
          <p:nvPr/>
        </p:nvSpPr>
        <p:spPr bwMode="auto">
          <a:xfrm flipH="1">
            <a:off x="914400" y="3451225"/>
            <a:ext cx="304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000" b="0">
                <a:latin typeface="Comic Sans MS" pitchFamily="66" charset="0"/>
                <a:ea typeface="宋体" charset="-122"/>
              </a:rPr>
              <a:t>3</a:t>
            </a:r>
          </a:p>
        </p:txBody>
      </p:sp>
      <p:sp>
        <p:nvSpPr>
          <p:cNvPr id="88173" name="Text Box 112"/>
          <p:cNvSpPr txBox="1">
            <a:spLocks noChangeArrowheads="1"/>
          </p:cNvSpPr>
          <p:nvPr/>
        </p:nvSpPr>
        <p:spPr bwMode="auto">
          <a:xfrm flipH="1">
            <a:off x="914400" y="4060825"/>
            <a:ext cx="304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000" b="0">
                <a:latin typeface="Comic Sans MS" pitchFamily="66" charset="0"/>
                <a:ea typeface="宋体" charset="-122"/>
              </a:rPr>
              <a:t>4</a:t>
            </a:r>
          </a:p>
        </p:txBody>
      </p:sp>
      <p:sp>
        <p:nvSpPr>
          <p:cNvPr id="971889" name="Text Box 113"/>
          <p:cNvSpPr txBox="1">
            <a:spLocks noChangeArrowheads="1"/>
          </p:cNvSpPr>
          <p:nvPr/>
        </p:nvSpPr>
        <p:spPr bwMode="auto">
          <a:xfrm flipH="1">
            <a:off x="914400" y="4365625"/>
            <a:ext cx="304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gn="ctr">
              <a:spcBef>
                <a:spcPct val="50000"/>
              </a:spcBef>
              <a:defRPr/>
            </a:pPr>
            <a:r>
              <a:rPr lang="zh-CN" altLang="en-US" sz="2000" b="1">
                <a:solidFill>
                  <a:srgbClr val="FF0000"/>
                </a:solidFill>
                <a:effectLst>
                  <a:outerShdw blurRad="38100" dist="38100" dir="2700000" algn="tl">
                    <a:srgbClr val="C0C0C0"/>
                  </a:outerShdw>
                </a:effectLst>
                <a:ea typeface="宋体" pitchFamily="2" charset="-122"/>
              </a:rPr>
              <a:t>5</a:t>
            </a:r>
          </a:p>
        </p:txBody>
      </p:sp>
      <p:sp>
        <p:nvSpPr>
          <p:cNvPr id="88175" name="Text Box 114"/>
          <p:cNvSpPr txBox="1">
            <a:spLocks noChangeArrowheads="1"/>
          </p:cNvSpPr>
          <p:nvPr/>
        </p:nvSpPr>
        <p:spPr bwMode="auto">
          <a:xfrm flipH="1">
            <a:off x="914400" y="4975225"/>
            <a:ext cx="304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000" b="0">
                <a:latin typeface="Comic Sans MS" pitchFamily="66" charset="0"/>
                <a:ea typeface="宋体" charset="-122"/>
              </a:rPr>
              <a:t>6</a:t>
            </a:r>
          </a:p>
        </p:txBody>
      </p:sp>
      <p:sp>
        <p:nvSpPr>
          <p:cNvPr id="971891" name="Text Box 115"/>
          <p:cNvSpPr txBox="1">
            <a:spLocks noChangeArrowheads="1"/>
          </p:cNvSpPr>
          <p:nvPr/>
        </p:nvSpPr>
        <p:spPr bwMode="auto">
          <a:xfrm flipH="1">
            <a:off x="914400" y="5280025"/>
            <a:ext cx="304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gn="ctr">
              <a:spcBef>
                <a:spcPct val="50000"/>
              </a:spcBef>
              <a:defRPr/>
            </a:pPr>
            <a:r>
              <a:rPr lang="zh-CN" altLang="en-US" sz="2000" b="1">
                <a:solidFill>
                  <a:srgbClr val="0000CC"/>
                </a:solidFill>
                <a:effectLst>
                  <a:outerShdw blurRad="38100" dist="38100" dir="2700000" algn="tl">
                    <a:srgbClr val="C0C0C0"/>
                  </a:outerShdw>
                </a:effectLst>
                <a:ea typeface="宋体" pitchFamily="2" charset="-122"/>
              </a:rPr>
              <a:t>7</a:t>
            </a:r>
          </a:p>
        </p:txBody>
      </p:sp>
      <p:sp>
        <p:nvSpPr>
          <p:cNvPr id="88177" name="Rectangle 164"/>
          <p:cNvSpPr>
            <a:spLocks noChangeArrowheads="1"/>
          </p:cNvSpPr>
          <p:nvPr/>
        </p:nvSpPr>
        <p:spPr bwMode="auto">
          <a:xfrm flipH="1">
            <a:off x="1524000" y="2079625"/>
            <a:ext cx="6553200" cy="4191000"/>
          </a:xfrm>
          <a:prstGeom prst="rect">
            <a:avLst/>
          </a:prstGeom>
          <a:noFill/>
          <a:ln w="76200">
            <a:solidFill>
              <a:srgbClr val="FF0000"/>
            </a:solidFill>
            <a:prstDash val="sys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88178" name="Text Box 165"/>
          <p:cNvSpPr txBox="1">
            <a:spLocks noChangeArrowheads="1"/>
          </p:cNvSpPr>
          <p:nvPr/>
        </p:nvSpPr>
        <p:spPr bwMode="auto">
          <a:xfrm flipH="1">
            <a:off x="6934200" y="5584825"/>
            <a:ext cx="53340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400">
                <a:latin typeface="Comic Sans MS" pitchFamily="66" charset="0"/>
              </a:rPr>
              <a:t>级0</a:t>
            </a:r>
          </a:p>
        </p:txBody>
      </p:sp>
      <p:sp>
        <p:nvSpPr>
          <p:cNvPr id="88179" name="Text Box 166"/>
          <p:cNvSpPr txBox="1">
            <a:spLocks noChangeArrowheads="1"/>
          </p:cNvSpPr>
          <p:nvPr/>
        </p:nvSpPr>
        <p:spPr bwMode="auto">
          <a:xfrm flipH="1">
            <a:off x="4876800" y="5584825"/>
            <a:ext cx="53340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400">
                <a:latin typeface="Comic Sans MS" pitchFamily="66" charset="0"/>
              </a:rPr>
              <a:t>级1</a:t>
            </a:r>
          </a:p>
        </p:txBody>
      </p:sp>
      <p:sp>
        <p:nvSpPr>
          <p:cNvPr id="88180" name="Text Box 167"/>
          <p:cNvSpPr txBox="1">
            <a:spLocks noChangeArrowheads="1"/>
          </p:cNvSpPr>
          <p:nvPr/>
        </p:nvSpPr>
        <p:spPr bwMode="auto">
          <a:xfrm flipH="1">
            <a:off x="2819400" y="5584825"/>
            <a:ext cx="53340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400">
                <a:latin typeface="Comic Sans MS" pitchFamily="66" charset="0"/>
              </a:rPr>
              <a:t>级2</a:t>
            </a:r>
          </a:p>
        </p:txBody>
      </p:sp>
      <p:sp>
        <p:nvSpPr>
          <p:cNvPr id="88181" name="Text Box 168"/>
          <p:cNvSpPr txBox="1">
            <a:spLocks noChangeArrowheads="1"/>
          </p:cNvSpPr>
          <p:nvPr/>
        </p:nvSpPr>
        <p:spPr bwMode="auto">
          <a:xfrm flipH="1">
            <a:off x="7467600" y="5737225"/>
            <a:ext cx="53340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en-US" altLang="zh-CN" sz="2400">
                <a:latin typeface="Comic Sans MS" pitchFamily="66" charset="0"/>
              </a:rPr>
              <a:t>C</a:t>
            </a:r>
            <a:r>
              <a:rPr lang="en-US" altLang="zh-CN" sz="2400" baseline="-25000">
                <a:latin typeface="Comic Sans MS" pitchFamily="66" charset="0"/>
              </a:rPr>
              <a:t>0</a:t>
            </a:r>
          </a:p>
        </p:txBody>
      </p:sp>
      <p:sp>
        <p:nvSpPr>
          <p:cNvPr id="88182" name="Text Box 169"/>
          <p:cNvSpPr txBox="1">
            <a:spLocks noChangeArrowheads="1"/>
          </p:cNvSpPr>
          <p:nvPr/>
        </p:nvSpPr>
        <p:spPr bwMode="auto">
          <a:xfrm flipH="1">
            <a:off x="5867400" y="5737225"/>
            <a:ext cx="53340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en-US" altLang="zh-CN" sz="2400">
                <a:latin typeface="Comic Sans MS" pitchFamily="66" charset="0"/>
              </a:rPr>
              <a:t>C</a:t>
            </a:r>
            <a:r>
              <a:rPr lang="en-US" altLang="zh-CN" sz="2400" baseline="-25000">
                <a:latin typeface="Comic Sans MS" pitchFamily="66" charset="0"/>
              </a:rPr>
              <a:t>1</a:t>
            </a:r>
          </a:p>
        </p:txBody>
      </p:sp>
      <p:sp>
        <p:nvSpPr>
          <p:cNvPr id="88183" name="Text Box 170"/>
          <p:cNvSpPr txBox="1">
            <a:spLocks noChangeArrowheads="1"/>
          </p:cNvSpPr>
          <p:nvPr/>
        </p:nvSpPr>
        <p:spPr bwMode="auto">
          <a:xfrm flipH="1">
            <a:off x="3810000" y="5737225"/>
            <a:ext cx="53340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en-US" altLang="zh-CN" sz="2400">
                <a:latin typeface="Comic Sans MS" pitchFamily="66" charset="0"/>
              </a:rPr>
              <a:t>C</a:t>
            </a:r>
            <a:r>
              <a:rPr lang="en-US" altLang="zh-CN" sz="2400" baseline="-25000">
                <a:latin typeface="Comic Sans MS" pitchFamily="66" charset="0"/>
              </a:rPr>
              <a:t>2</a:t>
            </a:r>
          </a:p>
        </p:txBody>
      </p:sp>
      <p:sp>
        <p:nvSpPr>
          <p:cNvPr id="88184" name="Text Box 171"/>
          <p:cNvSpPr txBox="1">
            <a:spLocks noChangeArrowheads="1"/>
          </p:cNvSpPr>
          <p:nvPr/>
        </p:nvSpPr>
        <p:spPr bwMode="auto">
          <a:xfrm flipH="1">
            <a:off x="1752600" y="5737225"/>
            <a:ext cx="53340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en-US" altLang="zh-CN" sz="2400">
                <a:latin typeface="Comic Sans MS" pitchFamily="66" charset="0"/>
              </a:rPr>
              <a:t>C</a:t>
            </a:r>
            <a:r>
              <a:rPr lang="en-US" altLang="zh-CN" sz="2400" baseline="-25000">
                <a:latin typeface="Comic Sans MS" pitchFamily="66" charset="0"/>
              </a:rPr>
              <a:t>3</a:t>
            </a:r>
          </a:p>
        </p:txBody>
      </p:sp>
      <p:sp>
        <p:nvSpPr>
          <p:cNvPr id="88185" name="Text Box 172"/>
          <p:cNvSpPr txBox="1">
            <a:spLocks noChangeArrowheads="1"/>
          </p:cNvSpPr>
          <p:nvPr/>
        </p:nvSpPr>
        <p:spPr bwMode="auto">
          <a:xfrm flipH="1">
            <a:off x="7010400" y="5889625"/>
            <a:ext cx="53340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en-US" altLang="zh-CN" sz="2400">
                <a:latin typeface="Comic Sans MS" pitchFamily="66" charset="0"/>
              </a:rPr>
              <a:t>K</a:t>
            </a:r>
            <a:r>
              <a:rPr lang="en-US" altLang="zh-CN" sz="2400" baseline="-25000">
                <a:latin typeface="Comic Sans MS" pitchFamily="66" charset="0"/>
              </a:rPr>
              <a:t>0</a:t>
            </a:r>
          </a:p>
        </p:txBody>
      </p:sp>
      <p:sp>
        <p:nvSpPr>
          <p:cNvPr id="88186" name="Text Box 173"/>
          <p:cNvSpPr txBox="1">
            <a:spLocks noChangeArrowheads="1"/>
          </p:cNvSpPr>
          <p:nvPr/>
        </p:nvSpPr>
        <p:spPr bwMode="auto">
          <a:xfrm flipH="1">
            <a:off x="4953000" y="5889625"/>
            <a:ext cx="53340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en-US" altLang="zh-CN" sz="2400">
                <a:latin typeface="Comic Sans MS" pitchFamily="66" charset="0"/>
              </a:rPr>
              <a:t>K</a:t>
            </a:r>
            <a:r>
              <a:rPr lang="en-US" altLang="zh-CN" sz="2400" baseline="-25000">
                <a:latin typeface="Comic Sans MS" pitchFamily="66" charset="0"/>
              </a:rPr>
              <a:t>1</a:t>
            </a:r>
          </a:p>
        </p:txBody>
      </p:sp>
      <p:sp>
        <p:nvSpPr>
          <p:cNvPr id="88187" name="Text Box 174"/>
          <p:cNvSpPr txBox="1">
            <a:spLocks noChangeArrowheads="1"/>
          </p:cNvSpPr>
          <p:nvPr/>
        </p:nvSpPr>
        <p:spPr bwMode="auto">
          <a:xfrm flipH="1">
            <a:off x="2895600" y="5889625"/>
            <a:ext cx="53340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en-US" altLang="zh-CN" sz="2400">
                <a:latin typeface="Comic Sans MS" pitchFamily="66" charset="0"/>
              </a:rPr>
              <a:t>K</a:t>
            </a:r>
            <a:r>
              <a:rPr lang="en-US" altLang="zh-CN" sz="2400" baseline="-25000">
                <a:latin typeface="Comic Sans MS" pitchFamily="66" charset="0"/>
              </a:rPr>
              <a:t>2</a:t>
            </a:r>
          </a:p>
        </p:txBody>
      </p:sp>
      <p:sp>
        <p:nvSpPr>
          <p:cNvPr id="88188" name="Text Box 175"/>
          <p:cNvSpPr txBox="1">
            <a:spLocks noChangeArrowheads="1"/>
          </p:cNvSpPr>
          <p:nvPr/>
        </p:nvSpPr>
        <p:spPr bwMode="auto">
          <a:xfrm flipH="1">
            <a:off x="762000" y="3679825"/>
            <a:ext cx="53340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400">
                <a:latin typeface="Comic Sans MS" pitchFamily="66" charset="0"/>
              </a:rPr>
              <a:t>入</a:t>
            </a:r>
            <a:endParaRPr lang="zh-CN" altLang="en-US" sz="2400" baseline="-25000">
              <a:latin typeface="Comic Sans MS" pitchFamily="66" charset="0"/>
            </a:endParaRPr>
          </a:p>
        </p:txBody>
      </p:sp>
      <p:sp>
        <p:nvSpPr>
          <p:cNvPr id="88189" name="Text Box 176"/>
          <p:cNvSpPr txBox="1">
            <a:spLocks noChangeArrowheads="1"/>
          </p:cNvSpPr>
          <p:nvPr/>
        </p:nvSpPr>
        <p:spPr bwMode="auto">
          <a:xfrm flipH="1">
            <a:off x="8229600" y="3756025"/>
            <a:ext cx="53340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400">
                <a:latin typeface="Comic Sans MS" pitchFamily="66" charset="0"/>
              </a:rPr>
              <a:t>出</a:t>
            </a:r>
            <a:endParaRPr lang="zh-CN" altLang="en-US" sz="2400" baseline="-25000">
              <a:latin typeface="Comic Sans MS" pitchFamily="66" charset="0"/>
            </a:endParaRPr>
          </a:p>
        </p:txBody>
      </p:sp>
      <p:sp>
        <p:nvSpPr>
          <p:cNvPr id="88190" name="Line 177"/>
          <p:cNvSpPr>
            <a:spLocks noChangeShapeType="1"/>
          </p:cNvSpPr>
          <p:nvPr/>
        </p:nvSpPr>
        <p:spPr bwMode="auto">
          <a:xfrm flipV="1">
            <a:off x="2819400" y="3298825"/>
            <a:ext cx="533400" cy="304800"/>
          </a:xfrm>
          <a:prstGeom prst="line">
            <a:avLst/>
          </a:prstGeom>
          <a:noFill/>
          <a:ln w="38100">
            <a:solidFill>
              <a:srgbClr val="FF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191" name="Line 178"/>
          <p:cNvSpPr>
            <a:spLocks noChangeShapeType="1"/>
          </p:cNvSpPr>
          <p:nvPr/>
        </p:nvSpPr>
        <p:spPr bwMode="auto">
          <a:xfrm flipV="1">
            <a:off x="4876800" y="4213225"/>
            <a:ext cx="533400" cy="0"/>
          </a:xfrm>
          <a:prstGeom prst="line">
            <a:avLst/>
          </a:prstGeom>
          <a:noFill/>
          <a:ln w="38100">
            <a:solidFill>
              <a:srgbClr val="FF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192" name="Line 179"/>
          <p:cNvSpPr>
            <a:spLocks noChangeShapeType="1"/>
          </p:cNvSpPr>
          <p:nvPr/>
        </p:nvSpPr>
        <p:spPr bwMode="auto">
          <a:xfrm flipV="1">
            <a:off x="6934200" y="2384425"/>
            <a:ext cx="533400" cy="304800"/>
          </a:xfrm>
          <a:prstGeom prst="line">
            <a:avLst/>
          </a:prstGeom>
          <a:noFill/>
          <a:ln w="38100">
            <a:solidFill>
              <a:srgbClr val="FF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193" name="Line 180"/>
          <p:cNvSpPr>
            <a:spLocks noChangeShapeType="1"/>
          </p:cNvSpPr>
          <p:nvPr/>
        </p:nvSpPr>
        <p:spPr bwMode="auto">
          <a:xfrm flipV="1">
            <a:off x="4876800" y="4213225"/>
            <a:ext cx="533400" cy="304800"/>
          </a:xfrm>
          <a:prstGeom prst="line">
            <a:avLst/>
          </a:prstGeom>
          <a:noFill/>
          <a:ln w="38100">
            <a:solidFill>
              <a:srgbClr val="0000CC"/>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194" name="Line 181"/>
          <p:cNvSpPr>
            <a:spLocks noChangeShapeType="1"/>
          </p:cNvSpPr>
          <p:nvPr/>
        </p:nvSpPr>
        <p:spPr bwMode="auto">
          <a:xfrm flipV="1">
            <a:off x="7010400" y="2689225"/>
            <a:ext cx="533400" cy="0"/>
          </a:xfrm>
          <a:prstGeom prst="line">
            <a:avLst/>
          </a:prstGeom>
          <a:noFill/>
          <a:ln w="38100">
            <a:solidFill>
              <a:srgbClr val="0000CC"/>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195" name="Line 182"/>
          <p:cNvSpPr>
            <a:spLocks noChangeShapeType="1"/>
          </p:cNvSpPr>
          <p:nvPr/>
        </p:nvSpPr>
        <p:spPr bwMode="auto">
          <a:xfrm flipV="1">
            <a:off x="2819400" y="5127625"/>
            <a:ext cx="533400" cy="304800"/>
          </a:xfrm>
          <a:prstGeom prst="line">
            <a:avLst/>
          </a:prstGeom>
          <a:noFill/>
          <a:ln w="38100">
            <a:solidFill>
              <a:srgbClr val="0000CC"/>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9730" name="Rectangle 2"/>
          <p:cNvSpPr>
            <a:spLocks noGrp="1" noChangeArrowheads="1"/>
          </p:cNvSpPr>
          <p:nvPr>
            <p:ph type="title"/>
          </p:nvPr>
        </p:nvSpPr>
        <p:spPr/>
        <p:txBody>
          <a:bodyPr/>
          <a:lstStyle/>
          <a:p>
            <a:pPr eaLnBrk="1" hangingPunct="1">
              <a:defRPr/>
            </a:pPr>
            <a:r>
              <a:rPr lang="zh-CN" altLang="en-US" smtClean="0"/>
              <a:t>原因分析</a:t>
            </a:r>
          </a:p>
        </p:txBody>
      </p:sp>
      <p:sp>
        <p:nvSpPr>
          <p:cNvPr id="8909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互连网络种类</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动态互连网络</a:t>
            </a:r>
            <a:endParaRPr lang="zh-CN" altLang="en-US" sz="1200" b="0">
              <a:latin typeface="Times New Roman" pitchFamily="18" charset="0"/>
              <a:ea typeface="幼圆" pitchFamily="49" charset="-122"/>
            </a:endParaRPr>
          </a:p>
        </p:txBody>
      </p:sp>
      <p:sp>
        <p:nvSpPr>
          <p:cNvPr id="89092"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5 之 4</a:t>
            </a:r>
          </a:p>
        </p:txBody>
      </p:sp>
      <p:sp>
        <p:nvSpPr>
          <p:cNvPr id="969733" name="Rectangle 5"/>
          <p:cNvSpPr>
            <a:spLocks noGrp="1" noChangeArrowheads="1"/>
          </p:cNvSpPr>
          <p:nvPr>
            <p:ph type="body" idx="1"/>
          </p:nvPr>
        </p:nvSpPr>
        <p:spPr/>
        <p:txBody>
          <a:bodyPr/>
          <a:lstStyle/>
          <a:p>
            <a:pPr marL="0" indent="0" eaLnBrk="1" hangingPunct="1">
              <a:lnSpc>
                <a:spcPct val="120000"/>
              </a:lnSpc>
              <a:buFont typeface="Wingdings" pitchFamily="2" charset="2"/>
              <a:buNone/>
              <a:defRPr/>
            </a:pPr>
            <a:r>
              <a:rPr lang="zh-CN" altLang="en-US" dirty="0" smtClean="0"/>
              <a:t>       </a:t>
            </a:r>
            <a:r>
              <a:rPr lang="zh-CN" altLang="en-US" dirty="0" smtClean="0">
                <a:solidFill>
                  <a:srgbClr val="FF0000"/>
                </a:solidFill>
                <a:effectLst>
                  <a:outerShdw blurRad="38100" dist="38100" dir="2700000" algn="tl">
                    <a:srgbClr val="C0C0C0"/>
                  </a:outerShdw>
                </a:effectLst>
              </a:rPr>
              <a:t>多级网络的排列数满足不了要求</a:t>
            </a:r>
            <a:r>
              <a:rPr lang="zh-CN" altLang="en-US" dirty="0" smtClean="0"/>
              <a:t>。以间接二进制</a:t>
            </a:r>
            <a:r>
              <a:rPr lang="en-US" altLang="zh-CN" dirty="0" smtClean="0"/>
              <a:t>n</a:t>
            </a:r>
            <a:r>
              <a:rPr lang="zh-CN" altLang="en-US" dirty="0" smtClean="0"/>
              <a:t>方体网络为例：该互连网络共有</a:t>
            </a:r>
            <a:r>
              <a:rPr lang="en-US" altLang="zh-CN" dirty="0" smtClean="0"/>
              <a:t>n=log</a:t>
            </a:r>
            <a:r>
              <a:rPr lang="en-US" altLang="zh-CN" baseline="-25000" dirty="0" smtClean="0"/>
              <a:t>2</a:t>
            </a:r>
            <a:r>
              <a:rPr lang="en-US" altLang="zh-CN" dirty="0" smtClean="0"/>
              <a:t>N</a:t>
            </a:r>
            <a:r>
              <a:rPr lang="zh-CN" altLang="en-US" dirty="0" smtClean="0"/>
              <a:t>级，每级</a:t>
            </a:r>
            <a:r>
              <a:rPr lang="en-US" altLang="zh-CN" dirty="0" smtClean="0"/>
              <a:t>N/2</a:t>
            </a:r>
            <a:r>
              <a:rPr lang="zh-CN" altLang="en-US" dirty="0" smtClean="0"/>
              <a:t>个交换开关，共有</a:t>
            </a:r>
            <a:r>
              <a:rPr lang="en-US" altLang="zh-CN" dirty="0" smtClean="0"/>
              <a:t>log</a:t>
            </a:r>
            <a:r>
              <a:rPr lang="en-US" altLang="zh-CN" baseline="-25000" dirty="0" smtClean="0"/>
              <a:t>2</a:t>
            </a:r>
            <a:r>
              <a:rPr lang="en-US" altLang="zh-CN" dirty="0" smtClean="0"/>
              <a:t>N *N/2</a:t>
            </a:r>
            <a:r>
              <a:rPr lang="zh-CN" altLang="en-US" dirty="0" smtClean="0"/>
              <a:t>个开关，每个开关只有直连和交换两个功能，故组合数为 2 </a:t>
            </a:r>
            <a:r>
              <a:rPr lang="en-US" altLang="zh-CN" baseline="30000" dirty="0" smtClean="0"/>
              <a:t>log</a:t>
            </a:r>
            <a:r>
              <a:rPr lang="en-US" altLang="zh-CN" sz="2400" baseline="16000" dirty="0" smtClean="0"/>
              <a:t>2</a:t>
            </a:r>
            <a:r>
              <a:rPr lang="en-US" altLang="zh-CN" baseline="30000" dirty="0" smtClean="0"/>
              <a:t>N *N/2</a:t>
            </a:r>
            <a:r>
              <a:rPr lang="zh-CN" altLang="en-US" dirty="0" smtClean="0"/>
              <a:t> ，即</a:t>
            </a:r>
            <a:r>
              <a:rPr lang="en-US" altLang="zh-CN" dirty="0" smtClean="0"/>
              <a:t>N</a:t>
            </a:r>
            <a:r>
              <a:rPr lang="en-US" altLang="zh-CN" baseline="30000" dirty="0" smtClean="0"/>
              <a:t>N/2</a:t>
            </a:r>
            <a:r>
              <a:rPr lang="en-US" altLang="zh-CN" dirty="0" smtClean="0"/>
              <a:t>，</a:t>
            </a:r>
            <a:r>
              <a:rPr lang="zh-CN" altLang="en-US" dirty="0" smtClean="0"/>
              <a:t>小于实现</a:t>
            </a:r>
            <a:r>
              <a:rPr lang="en-US" altLang="zh-CN" dirty="0" smtClean="0"/>
              <a:t>N</a:t>
            </a:r>
            <a:r>
              <a:rPr lang="zh-CN" altLang="en-US" dirty="0" smtClean="0"/>
              <a:t>个处理单元所需</a:t>
            </a:r>
            <a:r>
              <a:rPr lang="en-US" altLang="zh-CN" dirty="0" smtClean="0"/>
              <a:t>N！</a:t>
            </a:r>
            <a:r>
              <a:rPr lang="zh-CN" altLang="en-US" dirty="0" smtClean="0"/>
              <a:t>组合数。</a:t>
            </a:r>
          </a:p>
        </p:txBody>
      </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0754" name="Rectangle 2"/>
          <p:cNvSpPr>
            <a:spLocks noGrp="1" noChangeArrowheads="1"/>
          </p:cNvSpPr>
          <p:nvPr>
            <p:ph type="title"/>
          </p:nvPr>
        </p:nvSpPr>
        <p:spPr/>
        <p:txBody>
          <a:bodyPr/>
          <a:lstStyle/>
          <a:p>
            <a:pPr eaLnBrk="1" hangingPunct="1">
              <a:defRPr/>
            </a:pPr>
            <a:r>
              <a:rPr lang="zh-CN" altLang="en-US" smtClean="0"/>
              <a:t>全排列网络的实现</a:t>
            </a:r>
          </a:p>
        </p:txBody>
      </p:sp>
      <p:sp>
        <p:nvSpPr>
          <p:cNvPr id="9011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互连网络种类</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动态互连网络</a:t>
            </a:r>
            <a:endParaRPr lang="zh-CN" altLang="en-US" sz="1200" b="0">
              <a:latin typeface="Times New Roman" pitchFamily="18" charset="0"/>
              <a:ea typeface="幼圆" pitchFamily="49" charset="-122"/>
            </a:endParaRPr>
          </a:p>
        </p:txBody>
      </p:sp>
      <p:sp>
        <p:nvSpPr>
          <p:cNvPr id="90116"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5 之 5</a:t>
            </a:r>
          </a:p>
        </p:txBody>
      </p:sp>
      <p:sp>
        <p:nvSpPr>
          <p:cNvPr id="970757" name="Rectangle 5"/>
          <p:cNvSpPr>
            <a:spLocks noGrp="1" noChangeArrowheads="1"/>
          </p:cNvSpPr>
          <p:nvPr>
            <p:ph type="body" idx="1"/>
          </p:nvPr>
        </p:nvSpPr>
        <p:spPr/>
        <p:txBody>
          <a:bodyPr/>
          <a:lstStyle/>
          <a:p>
            <a:pPr marL="0" indent="0" eaLnBrk="1" hangingPunct="1">
              <a:lnSpc>
                <a:spcPct val="115000"/>
              </a:lnSpc>
              <a:buClr>
                <a:srgbClr val="FF0000"/>
              </a:buClr>
              <a:defRPr/>
            </a:pPr>
            <a:r>
              <a:rPr lang="zh-CN" altLang="en-US" sz="2800" dirty="0" smtClean="0">
                <a:solidFill>
                  <a:srgbClr val="FF0000"/>
                </a:solidFill>
                <a:effectLst>
                  <a:outerShdw blurRad="38100" dist="38100" dir="2700000" algn="tl">
                    <a:srgbClr val="C0C0C0"/>
                  </a:outerShdw>
                </a:effectLst>
              </a:rPr>
              <a:t>  多次经过同一多级网络</a:t>
            </a:r>
          </a:p>
          <a:p>
            <a:pPr marL="0" indent="0" eaLnBrk="1" hangingPunct="1">
              <a:lnSpc>
                <a:spcPct val="115000"/>
              </a:lnSpc>
              <a:buFont typeface="Wingdings" pitchFamily="2" charset="2"/>
              <a:buNone/>
              <a:defRPr/>
            </a:pPr>
            <a:r>
              <a:rPr lang="zh-CN" altLang="en-US" sz="2800" dirty="0" smtClean="0"/>
              <a:t>    将这种只要经过重新排列已有入出端对的连接，就可以完成所有可能的入出端间的连接而不发生冲突的互连网络称为</a:t>
            </a:r>
            <a:r>
              <a:rPr lang="zh-CN" altLang="en-US" sz="2800" dirty="0" smtClean="0">
                <a:solidFill>
                  <a:srgbClr val="0000CC"/>
                </a:solidFill>
                <a:effectLst>
                  <a:outerShdw blurRad="38100" dist="38100" dir="2700000" algn="tl">
                    <a:srgbClr val="C0C0C0"/>
                  </a:outerShdw>
                </a:effectLst>
              </a:rPr>
              <a:t>可重排列网络</a:t>
            </a:r>
            <a:r>
              <a:rPr lang="zh-CN" altLang="en-US" sz="2800" dirty="0" smtClean="0"/>
              <a:t>。</a:t>
            </a:r>
          </a:p>
          <a:p>
            <a:pPr marL="0" indent="0" eaLnBrk="1" hangingPunct="1">
              <a:lnSpc>
                <a:spcPct val="115000"/>
              </a:lnSpc>
              <a:buClr>
                <a:srgbClr val="FF0000"/>
              </a:buClr>
              <a:defRPr/>
            </a:pPr>
            <a:r>
              <a:rPr lang="zh-CN" altLang="en-US" sz="2800" dirty="0" smtClean="0">
                <a:solidFill>
                  <a:srgbClr val="FF0000"/>
                </a:solidFill>
                <a:effectLst>
                  <a:outerShdw blurRad="38100" dist="38100" dir="2700000" algn="tl">
                    <a:srgbClr val="C0C0C0"/>
                  </a:outerShdw>
                </a:effectLst>
              </a:rPr>
              <a:t>  多个多级网络串联使用</a:t>
            </a:r>
          </a:p>
          <a:p>
            <a:pPr marL="0" indent="0" eaLnBrk="1" hangingPunct="1">
              <a:lnSpc>
                <a:spcPct val="115000"/>
              </a:lnSpc>
              <a:buFont typeface="Wingdings" pitchFamily="2" charset="2"/>
              <a:buNone/>
              <a:defRPr/>
            </a:pPr>
            <a:r>
              <a:rPr lang="zh-CN" altLang="en-US" sz="2800" dirty="0" smtClean="0"/>
              <a:t>    例如：将多级立方体网络和它的逆网络连在一起，省去中间重复的一级后，构成的全排列网络称为</a:t>
            </a:r>
            <a:r>
              <a:rPr lang="en-US" altLang="zh-CN" sz="2800" dirty="0" smtClean="0">
                <a:solidFill>
                  <a:srgbClr val="0000CC"/>
                </a:solidFill>
                <a:effectLst>
                  <a:outerShdw blurRad="38100" dist="38100" dir="2700000" algn="tl">
                    <a:srgbClr val="C0C0C0"/>
                  </a:outerShdw>
                </a:effectLst>
              </a:rPr>
              <a:t>Benes</a:t>
            </a:r>
            <a:r>
              <a:rPr lang="zh-CN" altLang="en-US" sz="2800" dirty="0" smtClean="0">
                <a:solidFill>
                  <a:srgbClr val="0000CC"/>
                </a:solidFill>
                <a:effectLst>
                  <a:outerShdw blurRad="38100" dist="38100" dir="2700000" algn="tl">
                    <a:srgbClr val="C0C0C0"/>
                  </a:outerShdw>
                </a:effectLst>
              </a:rPr>
              <a:t>网络</a:t>
            </a:r>
            <a:r>
              <a:rPr lang="zh-CN" altLang="en-US" sz="2800" dirty="0" smtClean="0"/>
              <a:t>。</a:t>
            </a:r>
          </a:p>
        </p:txBody>
      </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3826" name="Rectangle 2"/>
          <p:cNvSpPr>
            <a:spLocks noGrp="1" noChangeArrowheads="1"/>
          </p:cNvSpPr>
          <p:nvPr>
            <p:ph type="title"/>
          </p:nvPr>
        </p:nvSpPr>
        <p:spPr/>
        <p:txBody>
          <a:bodyPr/>
          <a:lstStyle/>
          <a:p>
            <a:pPr eaLnBrk="1" hangingPunct="1">
              <a:defRPr/>
            </a:pPr>
            <a:r>
              <a:rPr lang="zh-CN" altLang="en-US" smtClean="0"/>
              <a:t>消息传递机制</a:t>
            </a:r>
          </a:p>
        </p:txBody>
      </p:sp>
      <p:sp>
        <p:nvSpPr>
          <p:cNvPr id="9113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endParaRPr lang="zh-CN" altLang="en-US" sz="1200" b="0">
              <a:latin typeface="Times New Roman" pitchFamily="18" charset="0"/>
              <a:ea typeface="幼圆" pitchFamily="49" charset="-122"/>
            </a:endParaRPr>
          </a:p>
        </p:txBody>
      </p:sp>
      <p:sp>
        <p:nvSpPr>
          <p:cNvPr id="91140" name="Rectangle 5"/>
          <p:cNvSpPr>
            <a:spLocks noGrp="1" noChangeArrowheads="1"/>
          </p:cNvSpPr>
          <p:nvPr>
            <p:ph type="body" idx="1"/>
          </p:nvPr>
        </p:nvSpPr>
        <p:spPr>
          <a:xfrm>
            <a:off x="2514600" y="2373313"/>
            <a:ext cx="3733800" cy="3781425"/>
          </a:xfrm>
        </p:spPr>
        <p:txBody>
          <a:bodyPr/>
          <a:lstStyle/>
          <a:p>
            <a:pPr eaLnBrk="1" hangingPunct="1">
              <a:lnSpc>
                <a:spcPct val="180000"/>
              </a:lnSpc>
            </a:pPr>
            <a:r>
              <a:rPr lang="zh-CN" altLang="en-US" dirty="0" smtClean="0">
                <a:hlinkClick r:id="rId4" action="ppaction://hlinksldjump"/>
              </a:rPr>
              <a:t>消息寻径方式</a:t>
            </a:r>
            <a:endParaRPr lang="zh-CN" altLang="en-US" dirty="0" smtClean="0"/>
          </a:p>
          <a:p>
            <a:pPr eaLnBrk="1" hangingPunct="1">
              <a:lnSpc>
                <a:spcPct val="180000"/>
              </a:lnSpc>
            </a:pPr>
            <a:r>
              <a:rPr lang="zh-CN" altLang="en-US" dirty="0" smtClean="0">
                <a:hlinkClick r:id="rId5" action="ppaction://hlinksldjump"/>
              </a:rPr>
              <a:t>死锁和虚拟通道</a:t>
            </a:r>
            <a:endParaRPr lang="zh-CN" altLang="en-US" dirty="0" smtClean="0"/>
          </a:p>
          <a:p>
            <a:pPr eaLnBrk="1" hangingPunct="1">
              <a:lnSpc>
                <a:spcPct val="180000"/>
              </a:lnSpc>
            </a:pPr>
            <a:r>
              <a:rPr lang="zh-CN" altLang="en-US" dirty="0" smtClean="0">
                <a:hlinkClick r:id="rId6" action="ppaction://hlinksldjump"/>
              </a:rPr>
              <a:t>流控制策略</a:t>
            </a:r>
            <a:endParaRPr lang="zh-CN" altLang="en-US" dirty="0" smtClean="0"/>
          </a:p>
        </p:txBody>
      </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5874" name="Rectangle 2"/>
          <p:cNvSpPr>
            <a:spLocks noGrp="1" noChangeArrowheads="1"/>
          </p:cNvSpPr>
          <p:nvPr>
            <p:ph type="title"/>
          </p:nvPr>
        </p:nvSpPr>
        <p:spPr/>
        <p:txBody>
          <a:bodyPr/>
          <a:lstStyle/>
          <a:p>
            <a:pPr eaLnBrk="1" hangingPunct="1">
              <a:defRPr/>
            </a:pPr>
            <a:r>
              <a:rPr lang="zh-CN" altLang="en-US" smtClean="0"/>
              <a:t>消息寻径方式</a:t>
            </a:r>
          </a:p>
        </p:txBody>
      </p:sp>
      <p:sp>
        <p:nvSpPr>
          <p:cNvPr id="9216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消息传递机制</a:t>
            </a:r>
            <a:endParaRPr lang="zh-CN" altLang="en-US" sz="1200" b="0">
              <a:latin typeface="Times New Roman" pitchFamily="18" charset="0"/>
              <a:ea typeface="幼圆" pitchFamily="49" charset="-122"/>
            </a:endParaRPr>
          </a:p>
        </p:txBody>
      </p:sp>
      <p:sp>
        <p:nvSpPr>
          <p:cNvPr id="92164" name="Rectangle 5"/>
          <p:cNvSpPr>
            <a:spLocks noGrp="1" noChangeArrowheads="1"/>
          </p:cNvSpPr>
          <p:nvPr>
            <p:ph type="body" idx="1"/>
          </p:nvPr>
        </p:nvSpPr>
        <p:spPr>
          <a:xfrm>
            <a:off x="2990825" y="2186112"/>
            <a:ext cx="3381375" cy="4051200"/>
          </a:xfrm>
        </p:spPr>
        <p:txBody>
          <a:bodyPr/>
          <a:lstStyle/>
          <a:p>
            <a:pPr eaLnBrk="1" hangingPunct="1">
              <a:lnSpc>
                <a:spcPct val="130000"/>
              </a:lnSpc>
            </a:pPr>
            <a:r>
              <a:rPr lang="zh-CN" altLang="en-US" sz="2400" dirty="0" smtClean="0">
                <a:hlinkClick r:id="rId5" action="ppaction://hlinksldjump"/>
              </a:rPr>
              <a:t>消息格式</a:t>
            </a:r>
            <a:endParaRPr lang="zh-CN" altLang="en-US" sz="2400" dirty="0" smtClean="0"/>
          </a:p>
          <a:p>
            <a:pPr eaLnBrk="1" hangingPunct="1">
              <a:lnSpc>
                <a:spcPct val="130000"/>
              </a:lnSpc>
            </a:pPr>
            <a:r>
              <a:rPr lang="zh-CN" altLang="en-US" sz="2400" dirty="0" smtClean="0"/>
              <a:t>寻径方式</a:t>
            </a:r>
          </a:p>
          <a:p>
            <a:pPr lvl="1" eaLnBrk="1" hangingPunct="1">
              <a:lnSpc>
                <a:spcPct val="130000"/>
              </a:lnSpc>
            </a:pPr>
            <a:r>
              <a:rPr lang="zh-CN" altLang="en-US" sz="2400" dirty="0" smtClean="0">
                <a:hlinkClick r:id="rId6" action="ppaction://hlinksldjump"/>
              </a:rPr>
              <a:t>线路交换寻径</a:t>
            </a:r>
            <a:endParaRPr lang="zh-CN" altLang="en-US" sz="2400" dirty="0" smtClean="0"/>
          </a:p>
          <a:p>
            <a:pPr lvl="1" eaLnBrk="1" hangingPunct="1">
              <a:lnSpc>
                <a:spcPct val="130000"/>
              </a:lnSpc>
            </a:pPr>
            <a:r>
              <a:rPr lang="zh-CN" altLang="en-US" sz="2400" dirty="0" smtClean="0"/>
              <a:t>包交换寻径</a:t>
            </a:r>
            <a:endParaRPr lang="en-US" altLang="zh-CN" sz="2400" dirty="0" smtClean="0">
              <a:hlinkClick r:id="rId7" action="ppaction://hlinksldjump"/>
            </a:endParaRPr>
          </a:p>
          <a:p>
            <a:pPr lvl="2" eaLnBrk="1" hangingPunct="1">
              <a:lnSpc>
                <a:spcPct val="130000"/>
              </a:lnSpc>
              <a:buFont typeface="Wingdings" panose="05000000000000000000" pitchFamily="2" charset="2"/>
              <a:buChar char="ü"/>
            </a:pPr>
            <a:r>
              <a:rPr lang="zh-CN" altLang="en-US" dirty="0" smtClean="0">
                <a:hlinkClick r:id="rId7" action="ppaction://hlinksldjump"/>
              </a:rPr>
              <a:t>存储转发寻径</a:t>
            </a:r>
            <a:endParaRPr lang="zh-CN" altLang="en-US" dirty="0" smtClean="0"/>
          </a:p>
          <a:p>
            <a:pPr lvl="2" eaLnBrk="1" hangingPunct="1">
              <a:lnSpc>
                <a:spcPct val="130000"/>
              </a:lnSpc>
              <a:buFont typeface="Wingdings" panose="05000000000000000000" pitchFamily="2" charset="2"/>
              <a:buChar char="ü"/>
            </a:pPr>
            <a:r>
              <a:rPr lang="zh-CN" altLang="en-US" dirty="0" smtClean="0">
                <a:hlinkClick r:id="rId8" action="ppaction://hlinksldjump"/>
              </a:rPr>
              <a:t>虚拟直通寻径</a:t>
            </a:r>
            <a:endParaRPr lang="zh-CN" altLang="en-US" dirty="0" smtClean="0"/>
          </a:p>
          <a:p>
            <a:pPr lvl="2" eaLnBrk="1" hangingPunct="1">
              <a:lnSpc>
                <a:spcPct val="130000"/>
              </a:lnSpc>
              <a:buFont typeface="Wingdings" panose="05000000000000000000" pitchFamily="2" charset="2"/>
              <a:buChar char="ü"/>
            </a:pPr>
            <a:r>
              <a:rPr lang="zh-CN" altLang="en-US" dirty="0" smtClean="0">
                <a:hlinkClick r:id="rId9" action="ppaction://hlinksldjump"/>
              </a:rPr>
              <a:t>虫蚀寻径</a:t>
            </a:r>
            <a:endParaRPr lang="zh-CN" altLang="en-US" dirty="0" smtClean="0"/>
          </a:p>
        </p:txBody>
      </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9970" name="Rectangle 2"/>
          <p:cNvSpPr>
            <a:spLocks noGrp="1" noChangeArrowheads="1"/>
          </p:cNvSpPr>
          <p:nvPr>
            <p:ph type="title"/>
          </p:nvPr>
        </p:nvSpPr>
        <p:spPr/>
        <p:txBody>
          <a:bodyPr/>
          <a:lstStyle/>
          <a:p>
            <a:pPr eaLnBrk="1" hangingPunct="1">
              <a:defRPr/>
            </a:pPr>
            <a:r>
              <a:rPr lang="zh-CN" altLang="en-US" smtClean="0"/>
              <a:t>消息格式</a:t>
            </a:r>
          </a:p>
        </p:txBody>
      </p:sp>
      <p:sp>
        <p:nvSpPr>
          <p:cNvPr id="9318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消息传递机制</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消息寻径方式</a:t>
            </a:r>
            <a:endParaRPr lang="zh-CN" altLang="en-US" sz="1200" b="0">
              <a:latin typeface="Times New Roman" pitchFamily="18" charset="0"/>
              <a:ea typeface="幼圆" pitchFamily="49" charset="-122"/>
            </a:endParaRPr>
          </a:p>
        </p:txBody>
      </p:sp>
      <p:sp>
        <p:nvSpPr>
          <p:cNvPr id="979973" name="Rectangle 5"/>
          <p:cNvSpPr>
            <a:spLocks noGrp="1" noChangeArrowheads="1"/>
          </p:cNvSpPr>
          <p:nvPr>
            <p:ph type="body" idx="1"/>
          </p:nvPr>
        </p:nvSpPr>
        <p:spPr>
          <a:xfrm>
            <a:off x="809625" y="1974850"/>
            <a:ext cx="7958138" cy="2101850"/>
          </a:xfrm>
        </p:spPr>
        <p:txBody>
          <a:bodyPr/>
          <a:lstStyle/>
          <a:p>
            <a:pPr eaLnBrk="1" hangingPunct="1">
              <a:lnSpc>
                <a:spcPct val="95000"/>
              </a:lnSpc>
              <a:buClr>
                <a:srgbClr val="FF0000"/>
              </a:buClr>
              <a:defRPr/>
            </a:pPr>
            <a:r>
              <a:rPr lang="zh-CN" altLang="en-US" sz="2400" dirty="0">
                <a:solidFill>
                  <a:srgbClr val="FF0000"/>
                </a:solidFill>
                <a:effectLst>
                  <a:outerShdw blurRad="38100" dist="38100" dir="2700000" algn="tl">
                    <a:srgbClr val="C0C0C0"/>
                  </a:outerShdw>
                </a:effectLst>
              </a:rPr>
              <a:t>消息</a:t>
            </a:r>
            <a:r>
              <a:rPr lang="zh-CN" altLang="en-US" sz="2400" dirty="0"/>
              <a:t>（</a:t>
            </a:r>
            <a:r>
              <a:rPr lang="en-US" altLang="zh-CN" sz="2400" dirty="0" smtClean="0"/>
              <a:t>Message</a:t>
            </a:r>
            <a:r>
              <a:rPr lang="zh-CN" altLang="en-US" sz="2400" dirty="0" smtClean="0"/>
              <a:t>）：节点间通信的逻辑单位，</a:t>
            </a:r>
            <a:r>
              <a:rPr lang="zh-CN" altLang="en-US" sz="2400" dirty="0"/>
              <a:t>长度</a:t>
            </a:r>
            <a:r>
              <a:rPr lang="zh-CN" altLang="en-US" sz="2400" dirty="0" smtClean="0"/>
              <a:t>任意。</a:t>
            </a:r>
          </a:p>
          <a:p>
            <a:pPr marL="0" indent="0" eaLnBrk="1" hangingPunct="1">
              <a:lnSpc>
                <a:spcPct val="95000"/>
              </a:lnSpc>
              <a:buClr>
                <a:srgbClr val="FF0000"/>
              </a:buClr>
              <a:defRPr/>
            </a:pPr>
            <a:r>
              <a:rPr lang="zh-CN" altLang="en-US" sz="2400" dirty="0" smtClean="0">
                <a:solidFill>
                  <a:srgbClr val="FF0000"/>
                </a:solidFill>
                <a:effectLst>
                  <a:outerShdw blurRad="38100" dist="38100" dir="2700000" algn="tl">
                    <a:srgbClr val="C0C0C0"/>
                  </a:outerShdw>
                </a:effectLst>
              </a:rPr>
              <a:t>  包</a:t>
            </a:r>
            <a:r>
              <a:rPr lang="zh-CN" altLang="en-US" sz="2400" dirty="0" smtClean="0"/>
              <a:t>（</a:t>
            </a:r>
            <a:r>
              <a:rPr lang="en-US" altLang="zh-CN" sz="2400" dirty="0" smtClean="0"/>
              <a:t>Packet</a:t>
            </a:r>
            <a:r>
              <a:rPr lang="zh-CN" altLang="en-US" sz="2400" dirty="0" smtClean="0"/>
              <a:t>）：包含寻径所需目的地址的基本单位，内含路由信息及序号，长度固定，典型值为</a:t>
            </a:r>
            <a:r>
              <a:rPr lang="en-US" altLang="zh-CN" sz="2400" dirty="0" smtClean="0"/>
              <a:t>64</a:t>
            </a:r>
            <a:r>
              <a:rPr lang="zh-CN" altLang="en-US" sz="2400" dirty="0" smtClean="0"/>
              <a:t>～</a:t>
            </a:r>
            <a:r>
              <a:rPr lang="en-US" altLang="zh-CN" sz="2400" dirty="0" smtClean="0"/>
              <a:t>512bit</a:t>
            </a:r>
            <a:r>
              <a:rPr lang="zh-CN" altLang="en-US" sz="2400" dirty="0" smtClean="0"/>
              <a:t>。</a:t>
            </a:r>
          </a:p>
          <a:p>
            <a:pPr marL="0" indent="0" eaLnBrk="1" hangingPunct="1">
              <a:lnSpc>
                <a:spcPct val="95000"/>
              </a:lnSpc>
              <a:buClr>
                <a:srgbClr val="FF0000"/>
              </a:buClr>
              <a:defRPr/>
            </a:pPr>
            <a:r>
              <a:rPr lang="zh-CN" altLang="en-US" sz="2400" dirty="0" smtClean="0">
                <a:solidFill>
                  <a:srgbClr val="FF0000"/>
                </a:solidFill>
                <a:effectLst>
                  <a:outerShdw blurRad="38100" dist="38100" dir="2700000" algn="tl">
                    <a:srgbClr val="C0C0C0"/>
                  </a:outerShdw>
                </a:effectLst>
              </a:rPr>
              <a:t>  片</a:t>
            </a:r>
            <a:r>
              <a:rPr lang="zh-CN" altLang="en-US" sz="2400" dirty="0" smtClean="0"/>
              <a:t>（</a:t>
            </a:r>
            <a:r>
              <a:rPr lang="en-US" altLang="zh-CN" sz="2400" dirty="0" smtClean="0"/>
              <a:t>Slice</a:t>
            </a:r>
            <a:r>
              <a:rPr lang="zh-CN" altLang="en-US" sz="2400" dirty="0" smtClean="0"/>
              <a:t>）：更小的单位，由包分解而得，长度固定（例如：</a:t>
            </a:r>
            <a:r>
              <a:rPr lang="en-US" altLang="zh-CN" sz="2400" dirty="0" smtClean="0"/>
              <a:t>8bit</a:t>
            </a:r>
            <a:r>
              <a:rPr lang="zh-CN" altLang="en-US" sz="2400" dirty="0" smtClean="0"/>
              <a:t>）</a:t>
            </a:r>
            <a:r>
              <a:rPr lang="en-US" altLang="zh-CN" sz="2400" dirty="0" smtClean="0"/>
              <a:t>，</a:t>
            </a:r>
            <a:r>
              <a:rPr lang="zh-CN" altLang="en-US" sz="2400" dirty="0" smtClean="0"/>
              <a:t>可分为路由片、序号片、数据片。</a:t>
            </a:r>
          </a:p>
        </p:txBody>
      </p:sp>
      <p:sp>
        <p:nvSpPr>
          <p:cNvPr id="93189" name="Rectangle 8"/>
          <p:cNvSpPr>
            <a:spLocks noChangeArrowheads="1"/>
          </p:cNvSpPr>
          <p:nvPr/>
        </p:nvSpPr>
        <p:spPr bwMode="auto">
          <a:xfrm>
            <a:off x="1670050" y="4843463"/>
            <a:ext cx="685800" cy="263525"/>
          </a:xfrm>
          <a:prstGeom prst="rect">
            <a:avLst/>
          </a:prstGeom>
          <a:noFill/>
          <a:ln w="38100">
            <a:solidFill>
              <a:schemeClr val="tx1"/>
            </a:solidFill>
            <a:miter lim="800000"/>
            <a:headEnd/>
            <a:tailEnd/>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2000" b="0">
              <a:latin typeface="Comic Sans MS" pitchFamily="66" charset="0"/>
              <a:ea typeface="宋体" charset="-122"/>
            </a:endParaRPr>
          </a:p>
        </p:txBody>
      </p:sp>
      <p:sp>
        <p:nvSpPr>
          <p:cNvPr id="93190" name="Rectangle 10"/>
          <p:cNvSpPr>
            <a:spLocks noChangeArrowheads="1"/>
          </p:cNvSpPr>
          <p:nvPr/>
        </p:nvSpPr>
        <p:spPr bwMode="auto">
          <a:xfrm>
            <a:off x="2355850" y="4843463"/>
            <a:ext cx="685800" cy="263525"/>
          </a:xfrm>
          <a:prstGeom prst="rect">
            <a:avLst/>
          </a:prstGeom>
          <a:noFill/>
          <a:ln w="38100">
            <a:solidFill>
              <a:schemeClr val="tx1"/>
            </a:solidFill>
            <a:miter lim="800000"/>
            <a:headEnd/>
            <a:tailEnd/>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2000" b="0">
              <a:latin typeface="Comic Sans MS" pitchFamily="66" charset="0"/>
              <a:ea typeface="宋体" charset="-122"/>
            </a:endParaRPr>
          </a:p>
        </p:txBody>
      </p:sp>
      <p:sp>
        <p:nvSpPr>
          <p:cNvPr id="93191" name="Rectangle 11"/>
          <p:cNvSpPr>
            <a:spLocks noChangeArrowheads="1"/>
          </p:cNvSpPr>
          <p:nvPr/>
        </p:nvSpPr>
        <p:spPr bwMode="auto">
          <a:xfrm>
            <a:off x="3041650" y="4843463"/>
            <a:ext cx="685800" cy="263525"/>
          </a:xfrm>
          <a:prstGeom prst="rect">
            <a:avLst/>
          </a:prstGeom>
          <a:solidFill>
            <a:schemeClr val="accent1"/>
          </a:solidFill>
          <a:ln w="38100">
            <a:solidFill>
              <a:schemeClr val="tx1"/>
            </a:solidFill>
            <a:miter lim="800000"/>
            <a:headEnd/>
            <a:tailEnd/>
          </a:ln>
          <a:effectLst>
            <a:outerShdw dist="35921" dir="2700000" algn="ctr" rotWithShape="0">
              <a:schemeClr val="bg2"/>
            </a:outerShdw>
          </a:effec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2000" b="0">
              <a:latin typeface="Comic Sans MS" pitchFamily="66" charset="0"/>
              <a:ea typeface="宋体" charset="-122"/>
            </a:endParaRPr>
          </a:p>
        </p:txBody>
      </p:sp>
      <p:sp>
        <p:nvSpPr>
          <p:cNvPr id="93192" name="Rectangle 12"/>
          <p:cNvSpPr>
            <a:spLocks noChangeArrowheads="1"/>
          </p:cNvSpPr>
          <p:nvPr/>
        </p:nvSpPr>
        <p:spPr bwMode="auto">
          <a:xfrm>
            <a:off x="3727450" y="4843463"/>
            <a:ext cx="685800" cy="263525"/>
          </a:xfrm>
          <a:prstGeom prst="rect">
            <a:avLst/>
          </a:prstGeom>
          <a:noFill/>
          <a:ln w="38100">
            <a:solidFill>
              <a:schemeClr val="tx1"/>
            </a:solidFill>
            <a:miter lim="800000"/>
            <a:headEnd/>
            <a:tailEnd/>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2000" b="0">
              <a:latin typeface="Comic Sans MS" pitchFamily="66" charset="0"/>
              <a:ea typeface="宋体" charset="-122"/>
            </a:endParaRPr>
          </a:p>
        </p:txBody>
      </p:sp>
      <p:sp>
        <p:nvSpPr>
          <p:cNvPr id="93193" name="Rectangle 13"/>
          <p:cNvSpPr>
            <a:spLocks noChangeArrowheads="1"/>
          </p:cNvSpPr>
          <p:nvPr/>
        </p:nvSpPr>
        <p:spPr bwMode="auto">
          <a:xfrm>
            <a:off x="4413250" y="4843463"/>
            <a:ext cx="685800" cy="263525"/>
          </a:xfrm>
          <a:prstGeom prst="rect">
            <a:avLst/>
          </a:prstGeom>
          <a:noFill/>
          <a:ln w="38100">
            <a:solidFill>
              <a:schemeClr val="tx1"/>
            </a:solidFill>
            <a:miter lim="800000"/>
            <a:headEnd/>
            <a:tailEnd/>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2000" b="0">
              <a:latin typeface="Comic Sans MS" pitchFamily="66" charset="0"/>
              <a:ea typeface="宋体" charset="-122"/>
            </a:endParaRPr>
          </a:p>
        </p:txBody>
      </p:sp>
      <p:sp>
        <p:nvSpPr>
          <p:cNvPr id="93194" name="Rectangle 14"/>
          <p:cNvSpPr>
            <a:spLocks noChangeArrowheads="1"/>
          </p:cNvSpPr>
          <p:nvPr/>
        </p:nvSpPr>
        <p:spPr bwMode="auto">
          <a:xfrm>
            <a:off x="5099050" y="4843463"/>
            <a:ext cx="685800" cy="263525"/>
          </a:xfrm>
          <a:prstGeom prst="rect">
            <a:avLst/>
          </a:prstGeom>
          <a:noFill/>
          <a:ln w="38100">
            <a:solidFill>
              <a:schemeClr val="tx1"/>
            </a:solidFill>
            <a:miter lim="800000"/>
            <a:headEnd/>
            <a:tailEnd/>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2000" b="0">
              <a:latin typeface="Comic Sans MS" pitchFamily="66" charset="0"/>
              <a:ea typeface="宋体" charset="-122"/>
            </a:endParaRPr>
          </a:p>
        </p:txBody>
      </p:sp>
      <p:sp>
        <p:nvSpPr>
          <p:cNvPr id="93195" name="Rectangle 15"/>
          <p:cNvSpPr>
            <a:spLocks noChangeArrowheads="1"/>
          </p:cNvSpPr>
          <p:nvPr/>
        </p:nvSpPr>
        <p:spPr bwMode="auto">
          <a:xfrm>
            <a:off x="5784850" y="4843463"/>
            <a:ext cx="685800" cy="263525"/>
          </a:xfrm>
          <a:prstGeom prst="rect">
            <a:avLst/>
          </a:prstGeom>
          <a:solidFill>
            <a:srgbClr val="99FF66"/>
          </a:solidFill>
          <a:ln w="38100">
            <a:solidFill>
              <a:schemeClr val="tx1"/>
            </a:solidFill>
            <a:miter lim="800000"/>
            <a:headEnd/>
            <a:tailEnd/>
          </a:ln>
          <a:effectLst>
            <a:outerShdw dist="35921" dir="2700000" algn="ctr" rotWithShape="0">
              <a:schemeClr val="bg2"/>
            </a:outerShdw>
          </a:effec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2000" b="0">
              <a:latin typeface="Comic Sans MS" pitchFamily="66" charset="0"/>
              <a:ea typeface="宋体" charset="-122"/>
            </a:endParaRPr>
          </a:p>
        </p:txBody>
      </p:sp>
      <p:sp>
        <p:nvSpPr>
          <p:cNvPr id="93196" name="Rectangle 16"/>
          <p:cNvSpPr>
            <a:spLocks noChangeArrowheads="1"/>
          </p:cNvSpPr>
          <p:nvPr/>
        </p:nvSpPr>
        <p:spPr bwMode="auto">
          <a:xfrm>
            <a:off x="6470650" y="4843463"/>
            <a:ext cx="685800" cy="263525"/>
          </a:xfrm>
          <a:prstGeom prst="rect">
            <a:avLst/>
          </a:prstGeom>
          <a:solidFill>
            <a:srgbClr val="FFFF00"/>
          </a:solidFill>
          <a:ln w="38100">
            <a:solidFill>
              <a:schemeClr val="tx1"/>
            </a:solidFill>
            <a:miter lim="800000"/>
            <a:headEnd/>
            <a:tailEnd/>
          </a:ln>
          <a:effectLst>
            <a:outerShdw dist="35921" dir="2700000" algn="ctr" rotWithShape="0">
              <a:schemeClr val="bg2"/>
            </a:outerShdw>
          </a:effec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2000" b="0">
              <a:latin typeface="Comic Sans MS" pitchFamily="66" charset="0"/>
              <a:ea typeface="宋体" charset="-122"/>
            </a:endParaRPr>
          </a:p>
        </p:txBody>
      </p:sp>
      <p:sp>
        <p:nvSpPr>
          <p:cNvPr id="93197" name="Rectangle 17"/>
          <p:cNvSpPr>
            <a:spLocks noChangeArrowheads="1"/>
          </p:cNvSpPr>
          <p:nvPr/>
        </p:nvSpPr>
        <p:spPr bwMode="auto">
          <a:xfrm>
            <a:off x="2432050" y="5500688"/>
            <a:ext cx="685800" cy="261937"/>
          </a:xfrm>
          <a:prstGeom prst="rect">
            <a:avLst/>
          </a:prstGeom>
          <a:noFill/>
          <a:ln w="38100">
            <a:solidFill>
              <a:schemeClr val="tx1"/>
            </a:solidFill>
            <a:prstDash val="sysDot"/>
            <a:miter lim="800000"/>
            <a:headEnd/>
            <a:tailEnd/>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en-US" altLang="zh-CN" sz="2000">
                <a:latin typeface="Comic Sans MS" pitchFamily="66" charset="0"/>
                <a:ea typeface="宋体" charset="-122"/>
              </a:rPr>
              <a:t>D</a:t>
            </a:r>
          </a:p>
        </p:txBody>
      </p:sp>
      <p:sp>
        <p:nvSpPr>
          <p:cNvPr id="93198" name="Rectangle 18"/>
          <p:cNvSpPr>
            <a:spLocks noChangeArrowheads="1"/>
          </p:cNvSpPr>
          <p:nvPr/>
        </p:nvSpPr>
        <p:spPr bwMode="auto">
          <a:xfrm>
            <a:off x="3117850" y="5500688"/>
            <a:ext cx="685800" cy="261937"/>
          </a:xfrm>
          <a:prstGeom prst="rect">
            <a:avLst/>
          </a:prstGeom>
          <a:noFill/>
          <a:ln w="38100">
            <a:solidFill>
              <a:schemeClr val="tx1"/>
            </a:solidFill>
            <a:prstDash val="sysDot"/>
            <a:miter lim="800000"/>
            <a:headEnd/>
            <a:tailEnd/>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en-US" altLang="zh-CN" sz="2000">
                <a:latin typeface="Comic Sans MS" pitchFamily="66" charset="0"/>
                <a:ea typeface="宋体" charset="-122"/>
              </a:rPr>
              <a:t>D</a:t>
            </a:r>
          </a:p>
        </p:txBody>
      </p:sp>
      <p:sp>
        <p:nvSpPr>
          <p:cNvPr id="93199" name="Rectangle 19"/>
          <p:cNvSpPr>
            <a:spLocks noChangeArrowheads="1"/>
          </p:cNvSpPr>
          <p:nvPr/>
        </p:nvSpPr>
        <p:spPr bwMode="auto">
          <a:xfrm>
            <a:off x="3803650" y="5500688"/>
            <a:ext cx="685800" cy="261937"/>
          </a:xfrm>
          <a:prstGeom prst="rect">
            <a:avLst/>
          </a:prstGeom>
          <a:solidFill>
            <a:schemeClr val="accent1"/>
          </a:solidFill>
          <a:ln w="38100">
            <a:solidFill>
              <a:schemeClr val="tx1"/>
            </a:solidFill>
            <a:miter lim="800000"/>
            <a:headEnd/>
            <a:tailEnd/>
          </a:ln>
          <a:effectLst>
            <a:outerShdw dist="35921" dir="2700000" algn="ctr" rotWithShape="0">
              <a:schemeClr val="bg2"/>
            </a:outerShdw>
          </a:effec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en-US" altLang="zh-CN" sz="2000">
                <a:latin typeface="Comic Sans MS" pitchFamily="66" charset="0"/>
                <a:ea typeface="宋体" charset="-122"/>
              </a:rPr>
              <a:t>D</a:t>
            </a:r>
          </a:p>
        </p:txBody>
      </p:sp>
      <p:sp>
        <p:nvSpPr>
          <p:cNvPr id="93200" name="Rectangle 20"/>
          <p:cNvSpPr>
            <a:spLocks noChangeArrowheads="1"/>
          </p:cNvSpPr>
          <p:nvPr/>
        </p:nvSpPr>
        <p:spPr bwMode="auto">
          <a:xfrm>
            <a:off x="4489450" y="5500688"/>
            <a:ext cx="685800" cy="261937"/>
          </a:xfrm>
          <a:prstGeom prst="rect">
            <a:avLst/>
          </a:prstGeom>
          <a:noFill/>
          <a:ln w="38100">
            <a:solidFill>
              <a:schemeClr val="tx1"/>
            </a:solidFill>
            <a:prstDash val="sysDot"/>
            <a:miter lim="800000"/>
            <a:headEnd/>
            <a:tailEnd/>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en-US" altLang="zh-CN" sz="2000">
                <a:latin typeface="Comic Sans MS" pitchFamily="66" charset="0"/>
                <a:ea typeface="宋体" charset="-122"/>
              </a:rPr>
              <a:t>D</a:t>
            </a:r>
          </a:p>
        </p:txBody>
      </p:sp>
      <p:sp>
        <p:nvSpPr>
          <p:cNvPr id="93201" name="Rectangle 21"/>
          <p:cNvSpPr>
            <a:spLocks noChangeArrowheads="1"/>
          </p:cNvSpPr>
          <p:nvPr/>
        </p:nvSpPr>
        <p:spPr bwMode="auto">
          <a:xfrm>
            <a:off x="5175250" y="5500688"/>
            <a:ext cx="685800" cy="261937"/>
          </a:xfrm>
          <a:prstGeom prst="rect">
            <a:avLst/>
          </a:prstGeom>
          <a:noFill/>
          <a:ln w="38100">
            <a:solidFill>
              <a:schemeClr val="tx1"/>
            </a:solidFill>
            <a:prstDash val="sysDot"/>
            <a:miter lim="800000"/>
            <a:headEnd/>
            <a:tailEnd/>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en-US" altLang="zh-CN" sz="2000">
                <a:latin typeface="Comic Sans MS" pitchFamily="66" charset="0"/>
                <a:ea typeface="宋体" charset="-122"/>
              </a:rPr>
              <a:t>D</a:t>
            </a:r>
          </a:p>
        </p:txBody>
      </p:sp>
      <p:sp>
        <p:nvSpPr>
          <p:cNvPr id="93202" name="Rectangle 22"/>
          <p:cNvSpPr>
            <a:spLocks noChangeArrowheads="1"/>
          </p:cNvSpPr>
          <p:nvPr/>
        </p:nvSpPr>
        <p:spPr bwMode="auto">
          <a:xfrm>
            <a:off x="5861050" y="5500688"/>
            <a:ext cx="685800" cy="261937"/>
          </a:xfrm>
          <a:prstGeom prst="rect">
            <a:avLst/>
          </a:prstGeom>
          <a:noFill/>
          <a:ln w="38100">
            <a:solidFill>
              <a:schemeClr val="tx1"/>
            </a:solidFill>
            <a:prstDash val="sysDot"/>
            <a:miter lim="800000"/>
            <a:headEnd/>
            <a:tailEnd/>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en-US" altLang="zh-CN" sz="2000">
                <a:latin typeface="Comic Sans MS" pitchFamily="66" charset="0"/>
                <a:ea typeface="宋体" charset="-122"/>
              </a:rPr>
              <a:t>D</a:t>
            </a:r>
          </a:p>
        </p:txBody>
      </p:sp>
      <p:sp>
        <p:nvSpPr>
          <p:cNvPr id="93203" name="Rectangle 23"/>
          <p:cNvSpPr>
            <a:spLocks noChangeArrowheads="1"/>
          </p:cNvSpPr>
          <p:nvPr/>
        </p:nvSpPr>
        <p:spPr bwMode="auto">
          <a:xfrm>
            <a:off x="6546850" y="5500688"/>
            <a:ext cx="685800" cy="261937"/>
          </a:xfrm>
          <a:prstGeom prst="rect">
            <a:avLst/>
          </a:prstGeom>
          <a:solidFill>
            <a:srgbClr val="99FF66"/>
          </a:solidFill>
          <a:ln w="38100">
            <a:solidFill>
              <a:schemeClr val="tx1"/>
            </a:solidFill>
            <a:miter lim="800000"/>
            <a:headEnd/>
            <a:tailEnd/>
          </a:ln>
          <a:effectLst>
            <a:outerShdw dist="35921" dir="2700000" algn="ctr" rotWithShape="0">
              <a:schemeClr val="bg2"/>
            </a:outerShdw>
          </a:effec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en-US" altLang="zh-CN" sz="2000">
                <a:latin typeface="Comic Sans MS" pitchFamily="66" charset="0"/>
                <a:ea typeface="宋体" charset="-122"/>
              </a:rPr>
              <a:t>S</a:t>
            </a:r>
          </a:p>
        </p:txBody>
      </p:sp>
      <p:sp>
        <p:nvSpPr>
          <p:cNvPr id="93204" name="Rectangle 24"/>
          <p:cNvSpPr>
            <a:spLocks noChangeArrowheads="1"/>
          </p:cNvSpPr>
          <p:nvPr/>
        </p:nvSpPr>
        <p:spPr bwMode="auto">
          <a:xfrm>
            <a:off x="7232650" y="5500688"/>
            <a:ext cx="685800" cy="261937"/>
          </a:xfrm>
          <a:prstGeom prst="rect">
            <a:avLst/>
          </a:prstGeom>
          <a:solidFill>
            <a:srgbClr val="FFFF00"/>
          </a:solidFill>
          <a:ln w="38100">
            <a:solidFill>
              <a:schemeClr val="tx1"/>
            </a:solidFill>
            <a:miter lim="800000"/>
            <a:headEnd/>
            <a:tailEnd/>
          </a:ln>
          <a:effectLst>
            <a:outerShdw dist="35921" dir="2700000" algn="ctr" rotWithShape="0">
              <a:schemeClr val="bg2"/>
            </a:outerShdw>
          </a:effec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en-US" altLang="zh-CN" sz="2000">
                <a:latin typeface="Comic Sans MS" pitchFamily="66" charset="0"/>
                <a:ea typeface="宋体" charset="-122"/>
              </a:rPr>
              <a:t>R</a:t>
            </a:r>
          </a:p>
        </p:txBody>
      </p:sp>
      <p:sp>
        <p:nvSpPr>
          <p:cNvPr id="93205" name="Rectangle 7"/>
          <p:cNvSpPr>
            <a:spLocks noChangeArrowheads="1"/>
          </p:cNvSpPr>
          <p:nvPr/>
        </p:nvSpPr>
        <p:spPr bwMode="auto">
          <a:xfrm>
            <a:off x="1670050" y="4143375"/>
            <a:ext cx="1733550" cy="263525"/>
          </a:xfrm>
          <a:prstGeom prst="rect">
            <a:avLst/>
          </a:prstGeom>
          <a:noFill/>
          <a:ln w="38100">
            <a:solidFill>
              <a:schemeClr val="tx1"/>
            </a:solidFill>
            <a:miter lim="800000"/>
            <a:headEnd/>
            <a:tailEnd/>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2000" b="0">
              <a:latin typeface="Comic Sans MS" pitchFamily="66" charset="0"/>
              <a:ea typeface="宋体" charset="-122"/>
            </a:endParaRPr>
          </a:p>
        </p:txBody>
      </p:sp>
      <p:sp>
        <p:nvSpPr>
          <p:cNvPr id="93206" name="Rectangle 27"/>
          <p:cNvSpPr>
            <a:spLocks noChangeArrowheads="1"/>
          </p:cNvSpPr>
          <p:nvPr/>
        </p:nvSpPr>
        <p:spPr bwMode="auto">
          <a:xfrm>
            <a:off x="3403600" y="4143375"/>
            <a:ext cx="1733550" cy="263525"/>
          </a:xfrm>
          <a:prstGeom prst="rect">
            <a:avLst/>
          </a:prstGeom>
          <a:solidFill>
            <a:schemeClr val="accent1"/>
          </a:solidFill>
          <a:ln w="38100">
            <a:solidFill>
              <a:schemeClr val="tx1"/>
            </a:solidFill>
            <a:miter lim="800000"/>
            <a:headEnd/>
            <a:tailEnd/>
          </a:ln>
          <a:effectLst>
            <a:outerShdw dist="35921" dir="2700000" algn="ctr" rotWithShape="0">
              <a:schemeClr val="bg2"/>
            </a:outerShdw>
          </a:effec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2000" b="0">
              <a:latin typeface="Comic Sans MS" pitchFamily="66" charset="0"/>
              <a:ea typeface="宋体" charset="-122"/>
            </a:endParaRPr>
          </a:p>
        </p:txBody>
      </p:sp>
      <p:sp>
        <p:nvSpPr>
          <p:cNvPr id="93207" name="Rectangle 28"/>
          <p:cNvSpPr>
            <a:spLocks noChangeArrowheads="1"/>
          </p:cNvSpPr>
          <p:nvPr/>
        </p:nvSpPr>
        <p:spPr bwMode="auto">
          <a:xfrm>
            <a:off x="5137150" y="4143375"/>
            <a:ext cx="1733550" cy="263525"/>
          </a:xfrm>
          <a:prstGeom prst="rect">
            <a:avLst/>
          </a:prstGeom>
          <a:noFill/>
          <a:ln w="38100">
            <a:solidFill>
              <a:schemeClr val="tx1"/>
            </a:solidFill>
            <a:miter lim="800000"/>
            <a:headEnd/>
            <a:tailEnd/>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2000" b="0">
              <a:latin typeface="Comic Sans MS" pitchFamily="66" charset="0"/>
              <a:ea typeface="宋体" charset="-122"/>
            </a:endParaRPr>
          </a:p>
        </p:txBody>
      </p:sp>
      <p:sp>
        <p:nvSpPr>
          <p:cNvPr id="93208" name="Rectangle 29"/>
          <p:cNvSpPr>
            <a:spLocks noChangeArrowheads="1"/>
          </p:cNvSpPr>
          <p:nvPr/>
        </p:nvSpPr>
        <p:spPr bwMode="auto">
          <a:xfrm>
            <a:off x="6870700" y="4143375"/>
            <a:ext cx="1733550" cy="263525"/>
          </a:xfrm>
          <a:prstGeom prst="rect">
            <a:avLst/>
          </a:prstGeom>
          <a:noFill/>
          <a:ln w="38100">
            <a:solidFill>
              <a:schemeClr val="tx1"/>
            </a:solidFill>
            <a:miter lim="800000"/>
            <a:headEnd/>
            <a:tailEnd/>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2000" b="0">
              <a:latin typeface="Comic Sans MS" pitchFamily="66" charset="0"/>
              <a:ea typeface="宋体" charset="-122"/>
            </a:endParaRPr>
          </a:p>
        </p:txBody>
      </p:sp>
      <p:sp>
        <p:nvSpPr>
          <p:cNvPr id="93209" name="Line 32"/>
          <p:cNvSpPr>
            <a:spLocks noChangeShapeType="1"/>
          </p:cNvSpPr>
          <p:nvPr/>
        </p:nvSpPr>
        <p:spPr bwMode="auto">
          <a:xfrm flipH="1">
            <a:off x="1670050" y="4406900"/>
            <a:ext cx="1752600" cy="436563"/>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3210" name="Line 33"/>
          <p:cNvSpPr>
            <a:spLocks noChangeShapeType="1"/>
          </p:cNvSpPr>
          <p:nvPr/>
        </p:nvSpPr>
        <p:spPr bwMode="auto">
          <a:xfrm>
            <a:off x="5175250" y="4406900"/>
            <a:ext cx="1981200" cy="436563"/>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3211" name="Line 34"/>
          <p:cNvSpPr>
            <a:spLocks noChangeShapeType="1"/>
          </p:cNvSpPr>
          <p:nvPr/>
        </p:nvSpPr>
        <p:spPr bwMode="auto">
          <a:xfrm>
            <a:off x="3041650" y="5106988"/>
            <a:ext cx="762000" cy="393700"/>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3212" name="Line 35"/>
          <p:cNvSpPr>
            <a:spLocks noChangeShapeType="1"/>
          </p:cNvSpPr>
          <p:nvPr/>
        </p:nvSpPr>
        <p:spPr bwMode="auto">
          <a:xfrm>
            <a:off x="3727450" y="5106988"/>
            <a:ext cx="762000" cy="393700"/>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3213" name="Line 36"/>
          <p:cNvSpPr>
            <a:spLocks noChangeShapeType="1"/>
          </p:cNvSpPr>
          <p:nvPr/>
        </p:nvSpPr>
        <p:spPr bwMode="auto">
          <a:xfrm>
            <a:off x="5784850" y="5106988"/>
            <a:ext cx="762000" cy="393700"/>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3214" name="Line 37"/>
          <p:cNvSpPr>
            <a:spLocks noChangeShapeType="1"/>
          </p:cNvSpPr>
          <p:nvPr/>
        </p:nvSpPr>
        <p:spPr bwMode="auto">
          <a:xfrm>
            <a:off x="6470650" y="5106988"/>
            <a:ext cx="762000" cy="393700"/>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3215" name="Line 38"/>
          <p:cNvSpPr>
            <a:spLocks noChangeShapeType="1"/>
          </p:cNvSpPr>
          <p:nvPr/>
        </p:nvSpPr>
        <p:spPr bwMode="auto">
          <a:xfrm>
            <a:off x="7156450" y="5106988"/>
            <a:ext cx="762000" cy="393700"/>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3216" name="Text Box 39"/>
          <p:cNvSpPr txBox="1">
            <a:spLocks noChangeArrowheads="1"/>
          </p:cNvSpPr>
          <p:nvPr/>
        </p:nvSpPr>
        <p:spPr bwMode="auto">
          <a:xfrm>
            <a:off x="881063" y="4076700"/>
            <a:ext cx="738187"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2000">
                <a:latin typeface="Comic Sans MS" pitchFamily="66" charset="0"/>
              </a:rPr>
              <a:t>消息</a:t>
            </a:r>
          </a:p>
        </p:txBody>
      </p:sp>
      <p:sp>
        <p:nvSpPr>
          <p:cNvPr id="93217" name="Text Box 40"/>
          <p:cNvSpPr txBox="1">
            <a:spLocks noChangeArrowheads="1"/>
          </p:cNvSpPr>
          <p:nvPr/>
        </p:nvSpPr>
        <p:spPr bwMode="auto">
          <a:xfrm>
            <a:off x="1136650" y="4775200"/>
            <a:ext cx="609600"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2000">
                <a:latin typeface="Comic Sans MS" pitchFamily="66" charset="0"/>
              </a:rPr>
              <a:t>包</a:t>
            </a:r>
          </a:p>
        </p:txBody>
      </p:sp>
      <p:sp>
        <p:nvSpPr>
          <p:cNvPr id="93218" name="Text Box 41"/>
          <p:cNvSpPr txBox="1">
            <a:spLocks noChangeArrowheads="1"/>
          </p:cNvSpPr>
          <p:nvPr/>
        </p:nvSpPr>
        <p:spPr bwMode="auto">
          <a:xfrm>
            <a:off x="1878013" y="5418138"/>
            <a:ext cx="609600"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2000">
                <a:latin typeface="Comic Sans MS" pitchFamily="66" charset="0"/>
              </a:rPr>
              <a:t>片</a:t>
            </a:r>
          </a:p>
        </p:txBody>
      </p:sp>
      <p:sp>
        <p:nvSpPr>
          <p:cNvPr id="93219" name="Text Box 42"/>
          <p:cNvSpPr txBox="1">
            <a:spLocks noChangeArrowheads="1"/>
          </p:cNvSpPr>
          <p:nvPr/>
        </p:nvSpPr>
        <p:spPr bwMode="auto">
          <a:xfrm>
            <a:off x="2660650" y="5981700"/>
            <a:ext cx="5257800"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en-US" altLang="zh-CN" sz="2000">
                <a:latin typeface="Comic Sans MS" pitchFamily="66" charset="0"/>
              </a:rPr>
              <a:t>D：</a:t>
            </a:r>
            <a:r>
              <a:rPr lang="zh-CN" altLang="en-US" sz="2000">
                <a:latin typeface="Comic Sans MS" pitchFamily="66" charset="0"/>
              </a:rPr>
              <a:t>数据；</a:t>
            </a:r>
            <a:r>
              <a:rPr lang="en-US" altLang="zh-CN" sz="2000">
                <a:latin typeface="Comic Sans MS" pitchFamily="66" charset="0"/>
              </a:rPr>
              <a:t>S：</a:t>
            </a:r>
            <a:r>
              <a:rPr lang="zh-CN" altLang="en-US" sz="2000">
                <a:latin typeface="Comic Sans MS" pitchFamily="66" charset="0"/>
              </a:rPr>
              <a:t>序号；</a:t>
            </a:r>
            <a:r>
              <a:rPr lang="en-US" altLang="zh-CN" sz="2000">
                <a:latin typeface="Comic Sans MS" pitchFamily="66" charset="0"/>
              </a:rPr>
              <a:t>R：</a:t>
            </a:r>
            <a:r>
              <a:rPr lang="zh-CN" altLang="en-US" sz="2000">
                <a:latin typeface="Comic Sans MS" pitchFamily="66" charset="0"/>
              </a:rPr>
              <a:t>路由；</a:t>
            </a:r>
          </a:p>
        </p:txBody>
      </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0994" name="Rectangle 2"/>
          <p:cNvSpPr>
            <a:spLocks noGrp="1" noChangeArrowheads="1"/>
          </p:cNvSpPr>
          <p:nvPr>
            <p:ph type="title"/>
          </p:nvPr>
        </p:nvSpPr>
        <p:spPr/>
        <p:txBody>
          <a:bodyPr/>
          <a:lstStyle/>
          <a:p>
            <a:pPr eaLnBrk="1" hangingPunct="1">
              <a:defRPr/>
            </a:pPr>
            <a:r>
              <a:rPr lang="zh-CN" altLang="en-US" smtClean="0"/>
              <a:t>线路交换寻径</a:t>
            </a:r>
            <a:br>
              <a:rPr lang="zh-CN" altLang="en-US" smtClean="0"/>
            </a:br>
            <a:r>
              <a:rPr lang="zh-CN" altLang="en-US" sz="3200" smtClean="0"/>
              <a:t>（</a:t>
            </a:r>
            <a:r>
              <a:rPr lang="en-US" altLang="zh-CN" sz="3200" smtClean="0"/>
              <a:t>circuit switch</a:t>
            </a:r>
            <a:r>
              <a:rPr lang="zh-CN" altLang="en-US" sz="3200" smtClean="0"/>
              <a:t>）</a:t>
            </a:r>
          </a:p>
        </p:txBody>
      </p:sp>
      <p:sp>
        <p:nvSpPr>
          <p:cNvPr id="9421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消息传递机制</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消息寻径方式</a:t>
            </a:r>
            <a:endParaRPr lang="zh-CN" altLang="en-US" sz="1200" b="0">
              <a:latin typeface="Times New Roman" pitchFamily="18" charset="0"/>
              <a:ea typeface="幼圆" pitchFamily="49" charset="-122"/>
            </a:endParaRPr>
          </a:p>
        </p:txBody>
      </p:sp>
      <p:sp>
        <p:nvSpPr>
          <p:cNvPr id="980996" name="Rectangle 4"/>
          <p:cNvSpPr>
            <a:spLocks noGrp="1" noChangeArrowheads="1"/>
          </p:cNvSpPr>
          <p:nvPr>
            <p:ph type="body" idx="1"/>
          </p:nvPr>
        </p:nvSpPr>
        <p:spPr/>
        <p:txBody>
          <a:bodyPr/>
          <a:lstStyle/>
          <a:p>
            <a:pPr marL="0" indent="0" eaLnBrk="1" hangingPunct="1">
              <a:lnSpc>
                <a:spcPct val="120000"/>
              </a:lnSpc>
              <a:buClr>
                <a:srgbClr val="FF0000"/>
              </a:buClr>
              <a:defRPr/>
            </a:pPr>
            <a:r>
              <a:rPr lang="zh-CN" altLang="en-US" sz="2400" dirty="0" smtClean="0">
                <a:solidFill>
                  <a:srgbClr val="FF0000"/>
                </a:solidFill>
                <a:effectLst>
                  <a:outerShdw blurRad="38100" dist="38100" dir="2700000" algn="tl">
                    <a:srgbClr val="C0C0C0"/>
                  </a:outerShdw>
                </a:effectLst>
              </a:rPr>
              <a:t>  方法</a:t>
            </a:r>
          </a:p>
          <a:p>
            <a:pPr marL="0" indent="0" eaLnBrk="1" hangingPunct="1">
              <a:lnSpc>
                <a:spcPct val="120000"/>
              </a:lnSpc>
              <a:buFont typeface="Wingdings" pitchFamily="2" charset="2"/>
              <a:buNone/>
              <a:defRPr/>
            </a:pPr>
            <a:r>
              <a:rPr lang="zh-CN" altLang="en-US" sz="2400" dirty="0" smtClean="0"/>
              <a:t>    先建立一条从源节点到目的节点的物理通路，然后再传递消息。</a:t>
            </a:r>
          </a:p>
          <a:p>
            <a:pPr marL="0" indent="0" eaLnBrk="1" hangingPunct="1">
              <a:lnSpc>
                <a:spcPct val="120000"/>
              </a:lnSpc>
              <a:buClr>
                <a:srgbClr val="FF0000"/>
              </a:buClr>
              <a:defRPr/>
            </a:pPr>
            <a:r>
              <a:rPr lang="zh-CN" altLang="en-US" sz="2400" dirty="0" smtClean="0">
                <a:solidFill>
                  <a:srgbClr val="FF0000"/>
                </a:solidFill>
                <a:effectLst>
                  <a:outerShdw blurRad="38100" dist="38100" dir="2700000" algn="tl">
                    <a:srgbClr val="C0C0C0"/>
                  </a:outerShdw>
                </a:effectLst>
              </a:rPr>
              <a:t>  优点</a:t>
            </a:r>
          </a:p>
          <a:p>
            <a:pPr marL="0" indent="0" eaLnBrk="1" hangingPunct="1">
              <a:lnSpc>
                <a:spcPct val="120000"/>
              </a:lnSpc>
              <a:buFont typeface="Wingdings" pitchFamily="2" charset="2"/>
              <a:buNone/>
              <a:defRPr/>
            </a:pPr>
            <a:r>
              <a:rPr lang="zh-CN" altLang="en-US" sz="2400" dirty="0" smtClean="0"/>
              <a:t>    传输带宽较大，</a:t>
            </a:r>
            <a:r>
              <a:rPr lang="zh-CN" altLang="en-US" sz="2400" dirty="0" smtClean="0">
                <a:solidFill>
                  <a:srgbClr val="0000CC"/>
                </a:solidFill>
              </a:rPr>
              <a:t>平均传输时延较小</a:t>
            </a:r>
            <a:r>
              <a:rPr lang="zh-CN" altLang="en-US" sz="2400" dirty="0" smtClean="0"/>
              <a:t>，使用缓冲区少。适合于具有动态和突发性的大规模并行处理数据的传送。</a:t>
            </a:r>
          </a:p>
          <a:p>
            <a:pPr marL="0" indent="0" eaLnBrk="1" hangingPunct="1">
              <a:lnSpc>
                <a:spcPct val="120000"/>
              </a:lnSpc>
              <a:buClr>
                <a:srgbClr val="FF0000"/>
              </a:buClr>
              <a:defRPr/>
            </a:pPr>
            <a:r>
              <a:rPr lang="zh-CN" altLang="en-US" sz="2400" dirty="0" smtClean="0">
                <a:solidFill>
                  <a:srgbClr val="FF0000"/>
                </a:solidFill>
                <a:effectLst>
                  <a:outerShdw blurRad="38100" dist="38100" dir="2700000" algn="tl">
                    <a:srgbClr val="C0C0C0"/>
                  </a:outerShdw>
                </a:effectLst>
              </a:rPr>
              <a:t>  缺点</a:t>
            </a:r>
          </a:p>
          <a:p>
            <a:pPr marL="0" indent="0" eaLnBrk="1" hangingPunct="1">
              <a:lnSpc>
                <a:spcPct val="120000"/>
              </a:lnSpc>
              <a:buFont typeface="Wingdings" pitchFamily="2" charset="2"/>
              <a:buNone/>
              <a:defRPr/>
            </a:pPr>
            <a:r>
              <a:rPr lang="zh-CN" altLang="en-US" sz="2400" dirty="0" smtClean="0"/>
              <a:t>    建立源节点到目的节点的物理通路开销很大，占用物理通路的时间长。</a:t>
            </a:r>
          </a:p>
        </p:txBody>
      </p:sp>
      <p:sp>
        <p:nvSpPr>
          <p:cNvPr id="94213"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2 之 1</a:t>
            </a:r>
          </a:p>
        </p:txBody>
      </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6114" name="Rectangle 2"/>
          <p:cNvSpPr>
            <a:spLocks noGrp="1" noChangeArrowheads="1"/>
          </p:cNvSpPr>
          <p:nvPr>
            <p:ph type="title"/>
          </p:nvPr>
        </p:nvSpPr>
        <p:spPr/>
        <p:txBody>
          <a:bodyPr/>
          <a:lstStyle/>
          <a:p>
            <a:pPr eaLnBrk="1" hangingPunct="1">
              <a:defRPr/>
            </a:pPr>
            <a:r>
              <a:rPr lang="zh-CN" altLang="en-US" smtClean="0"/>
              <a:t>传输时延</a:t>
            </a:r>
          </a:p>
        </p:txBody>
      </p:sp>
      <p:sp>
        <p:nvSpPr>
          <p:cNvPr id="9523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消息传递机制</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消息寻径方式</a:t>
            </a:r>
            <a:endParaRPr lang="zh-CN" altLang="en-US" sz="1200" b="0">
              <a:latin typeface="Times New Roman" pitchFamily="18" charset="0"/>
              <a:ea typeface="幼圆" pitchFamily="49" charset="-122"/>
            </a:endParaRPr>
          </a:p>
        </p:txBody>
      </p:sp>
      <p:sp>
        <p:nvSpPr>
          <p:cNvPr id="986117" name="Rectangle 5"/>
          <p:cNvSpPr>
            <a:spLocks noGrp="1" noChangeArrowheads="1"/>
          </p:cNvSpPr>
          <p:nvPr>
            <p:ph type="body" idx="1"/>
          </p:nvPr>
        </p:nvSpPr>
        <p:spPr>
          <a:xfrm>
            <a:off x="809625" y="1974850"/>
            <a:ext cx="8105775" cy="1687513"/>
          </a:xfrm>
        </p:spPr>
        <p:txBody>
          <a:bodyPr/>
          <a:lstStyle/>
          <a:p>
            <a:pPr marL="952500" indent="-952500" algn="ctr" eaLnBrk="1" hangingPunct="1">
              <a:lnSpc>
                <a:spcPct val="125000"/>
              </a:lnSpc>
              <a:buFont typeface="Wingdings" pitchFamily="2" charset="2"/>
              <a:buNone/>
              <a:defRPr/>
            </a:pPr>
            <a:r>
              <a:rPr lang="en-US" altLang="zh-CN" sz="2400" dirty="0" smtClean="0">
                <a:solidFill>
                  <a:srgbClr val="FF0000"/>
                </a:solidFill>
                <a:effectLst>
                  <a:outerShdw blurRad="38100" dist="38100" dir="2700000" algn="tl">
                    <a:srgbClr val="C0C0C0"/>
                  </a:outerShdw>
                </a:effectLst>
                <a:latin typeface="Comic Sans MS" pitchFamily="66" charset="0"/>
              </a:rPr>
              <a:t>T</a:t>
            </a:r>
            <a:r>
              <a:rPr lang="en-US" altLang="zh-CN" sz="2400" baseline="-25000" dirty="0" smtClean="0">
                <a:solidFill>
                  <a:srgbClr val="FF0000"/>
                </a:solidFill>
                <a:effectLst>
                  <a:outerShdw blurRad="38100" dist="38100" dir="2700000" algn="tl">
                    <a:srgbClr val="C0C0C0"/>
                  </a:outerShdw>
                </a:effectLst>
                <a:latin typeface="Comic Sans MS" pitchFamily="66" charset="0"/>
              </a:rPr>
              <a:t>CS</a:t>
            </a:r>
            <a:r>
              <a:rPr lang="en-US" altLang="zh-CN" sz="2400" dirty="0" smtClean="0">
                <a:solidFill>
                  <a:srgbClr val="FF0000"/>
                </a:solidFill>
                <a:effectLst>
                  <a:outerShdw blurRad="38100" dist="38100" dir="2700000" algn="tl">
                    <a:srgbClr val="C0C0C0"/>
                  </a:outerShdw>
                </a:effectLst>
                <a:latin typeface="Comic Sans MS" pitchFamily="66" charset="0"/>
              </a:rPr>
              <a:t> = (</a:t>
            </a:r>
            <a:r>
              <a:rPr lang="en-US" altLang="zh-CN" sz="2400" dirty="0" err="1" smtClean="0">
                <a:solidFill>
                  <a:srgbClr val="FF0000"/>
                </a:solidFill>
                <a:effectLst>
                  <a:outerShdw blurRad="38100" dist="38100" dir="2700000" algn="tl">
                    <a:srgbClr val="C0C0C0"/>
                  </a:outerShdw>
                </a:effectLst>
                <a:latin typeface="Comic Sans MS" pitchFamily="66" charset="0"/>
              </a:rPr>
              <a:t>L</a:t>
            </a:r>
            <a:r>
              <a:rPr lang="en-US" altLang="zh-CN" sz="2400" baseline="-25000" dirty="0" err="1" smtClean="0">
                <a:solidFill>
                  <a:srgbClr val="FF0000"/>
                </a:solidFill>
                <a:effectLst>
                  <a:outerShdw blurRad="38100" dist="38100" dir="2700000" algn="tl">
                    <a:srgbClr val="C0C0C0"/>
                  </a:outerShdw>
                </a:effectLst>
              </a:rPr>
              <a:t>t</a:t>
            </a:r>
            <a:r>
              <a:rPr lang="en-US" altLang="zh-CN" sz="2400" dirty="0" err="1" smtClean="0">
                <a:solidFill>
                  <a:srgbClr val="FF0000"/>
                </a:solidFill>
                <a:effectLst>
                  <a:outerShdw blurRad="38100" dist="38100" dir="2700000" algn="tl">
                    <a:srgbClr val="C0C0C0"/>
                  </a:outerShdw>
                </a:effectLst>
                <a:latin typeface="Comic Sans MS" pitchFamily="66" charset="0"/>
              </a:rPr>
              <a:t>／B</a:t>
            </a:r>
            <a:r>
              <a:rPr lang="en-US" altLang="zh-CN" sz="2400" dirty="0" smtClean="0">
                <a:solidFill>
                  <a:srgbClr val="FF0000"/>
                </a:solidFill>
                <a:effectLst>
                  <a:outerShdw blurRad="38100" dist="38100" dir="2700000" algn="tl">
                    <a:srgbClr val="C0C0C0"/>
                  </a:outerShdw>
                </a:effectLst>
                <a:latin typeface="Comic Sans MS" pitchFamily="66" charset="0"/>
              </a:rPr>
              <a:t>)×(D+1)＋L／B</a:t>
            </a:r>
          </a:p>
          <a:p>
            <a:pPr marL="895350" indent="-895350" eaLnBrk="1" hangingPunct="1">
              <a:lnSpc>
                <a:spcPct val="125000"/>
              </a:lnSpc>
              <a:buFont typeface="Wingdings" pitchFamily="2" charset="2"/>
              <a:buNone/>
              <a:defRPr/>
            </a:pPr>
            <a:r>
              <a:rPr lang="zh-CN" altLang="en-US" sz="2400" dirty="0" smtClean="0">
                <a:effectLst>
                  <a:outerShdw blurRad="38100" dist="38100" dir="2700000" algn="tl">
                    <a:srgbClr val="C0C0C0"/>
                  </a:outerShdw>
                </a:effectLst>
                <a:latin typeface="Comic Sans MS" pitchFamily="66" charset="0"/>
              </a:rPr>
              <a:t>其中</a:t>
            </a:r>
            <a:r>
              <a:rPr lang="zh-CN" altLang="en-US" sz="2400" dirty="0" smtClean="0">
                <a:latin typeface="Comic Sans MS" pitchFamily="66" charset="0"/>
              </a:rPr>
              <a:t>：</a:t>
            </a:r>
            <a:r>
              <a:rPr lang="en-US" altLang="zh-CN" sz="2400" dirty="0" smtClean="0">
                <a:solidFill>
                  <a:srgbClr val="FF0000"/>
                </a:solidFill>
                <a:effectLst>
                  <a:outerShdw blurRad="38100" dist="38100" dir="2700000" algn="tl">
                    <a:srgbClr val="C0C0C0"/>
                  </a:outerShdw>
                </a:effectLst>
                <a:latin typeface="Comic Sans MS" pitchFamily="66" charset="0"/>
              </a:rPr>
              <a:t>L</a:t>
            </a:r>
            <a:r>
              <a:rPr lang="en-US" altLang="zh-CN" sz="2400" baseline="-25000" dirty="0" smtClean="0">
                <a:solidFill>
                  <a:srgbClr val="FF0000"/>
                </a:solidFill>
                <a:effectLst>
                  <a:outerShdw blurRad="38100" dist="38100" dir="2700000" algn="tl">
                    <a:srgbClr val="C0C0C0"/>
                  </a:outerShdw>
                </a:effectLst>
              </a:rPr>
              <a:t>t</a:t>
            </a:r>
            <a:r>
              <a:rPr lang="zh-CN" altLang="en-US" sz="2400" dirty="0" smtClean="0">
                <a:latin typeface="Comic Sans MS" pitchFamily="66" charset="0"/>
              </a:rPr>
              <a:t>为建立路径所需小信息包的长度；</a:t>
            </a:r>
            <a:r>
              <a:rPr lang="en-US" altLang="zh-CN" sz="2400" dirty="0" smtClean="0">
                <a:solidFill>
                  <a:srgbClr val="FF0000"/>
                </a:solidFill>
                <a:effectLst>
                  <a:outerShdw blurRad="38100" dist="38100" dir="2700000" algn="tl">
                    <a:srgbClr val="C0C0C0"/>
                  </a:outerShdw>
                </a:effectLst>
                <a:latin typeface="Comic Sans MS" pitchFamily="66" charset="0"/>
              </a:rPr>
              <a:t>L</a:t>
            </a:r>
            <a:r>
              <a:rPr lang="zh-CN" altLang="en-US" sz="2400" dirty="0" smtClean="0">
                <a:latin typeface="Comic Sans MS" pitchFamily="66" charset="0"/>
              </a:rPr>
              <a:t>为信息包的长度；</a:t>
            </a:r>
            <a:r>
              <a:rPr lang="en-US" altLang="zh-CN" sz="2400" dirty="0" smtClean="0">
                <a:solidFill>
                  <a:srgbClr val="FF0000"/>
                </a:solidFill>
                <a:effectLst>
                  <a:outerShdw blurRad="38100" dist="38100" dir="2700000" algn="tl">
                    <a:srgbClr val="C0C0C0"/>
                  </a:outerShdw>
                </a:effectLst>
                <a:latin typeface="Comic Sans MS" pitchFamily="66" charset="0"/>
              </a:rPr>
              <a:t>D</a:t>
            </a:r>
            <a:r>
              <a:rPr lang="zh-CN" altLang="en-US" sz="2400" dirty="0" smtClean="0">
                <a:latin typeface="Comic Sans MS" pitchFamily="66" charset="0"/>
              </a:rPr>
              <a:t>为经过的中间节点数；</a:t>
            </a:r>
            <a:r>
              <a:rPr lang="en-US" altLang="zh-CN" sz="2400" dirty="0" smtClean="0">
                <a:solidFill>
                  <a:srgbClr val="FF0000"/>
                </a:solidFill>
                <a:effectLst>
                  <a:outerShdw blurRad="38100" dist="38100" dir="2700000" algn="tl">
                    <a:srgbClr val="C0C0C0"/>
                  </a:outerShdw>
                </a:effectLst>
                <a:latin typeface="Comic Sans MS" pitchFamily="66" charset="0"/>
              </a:rPr>
              <a:t>B</a:t>
            </a:r>
            <a:r>
              <a:rPr lang="zh-CN" altLang="en-US" sz="2400" dirty="0" smtClean="0">
                <a:latin typeface="Comic Sans MS" pitchFamily="66" charset="0"/>
              </a:rPr>
              <a:t>为带宽。</a:t>
            </a:r>
          </a:p>
        </p:txBody>
      </p:sp>
      <p:sp>
        <p:nvSpPr>
          <p:cNvPr id="95237"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2 之 2</a:t>
            </a:r>
          </a:p>
        </p:txBody>
      </p:sp>
      <p:grpSp>
        <p:nvGrpSpPr>
          <p:cNvPr id="95238" name="Group 47"/>
          <p:cNvGrpSpPr>
            <a:grpSpLocks/>
          </p:cNvGrpSpPr>
          <p:nvPr/>
        </p:nvGrpSpPr>
        <p:grpSpPr bwMode="auto">
          <a:xfrm>
            <a:off x="5580112" y="4069977"/>
            <a:ext cx="3513766" cy="2057400"/>
            <a:chOff x="1344" y="2448"/>
            <a:chExt cx="2928" cy="1632"/>
          </a:xfrm>
        </p:grpSpPr>
        <p:sp>
          <p:nvSpPr>
            <p:cNvPr id="95239" name="Line 8"/>
            <p:cNvSpPr>
              <a:spLocks noChangeShapeType="1"/>
            </p:cNvSpPr>
            <p:nvPr/>
          </p:nvSpPr>
          <p:spPr bwMode="auto">
            <a:xfrm flipV="1">
              <a:off x="1824" y="2448"/>
              <a:ext cx="0" cy="1632"/>
            </a:xfrm>
            <a:prstGeom prst="line">
              <a:avLst/>
            </a:prstGeom>
            <a:noFill/>
            <a:ln w="38100">
              <a:solidFill>
                <a:schemeClr val="tx1"/>
              </a:solidFill>
              <a:round/>
              <a:headEnd/>
              <a:tailEnd type="arrow"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latin typeface="+mn-lt"/>
              </a:endParaRPr>
            </a:p>
          </p:txBody>
        </p:sp>
        <p:sp>
          <p:nvSpPr>
            <p:cNvPr id="95240" name="Line 7"/>
            <p:cNvSpPr>
              <a:spLocks noChangeShapeType="1"/>
            </p:cNvSpPr>
            <p:nvPr/>
          </p:nvSpPr>
          <p:spPr bwMode="auto">
            <a:xfrm>
              <a:off x="1824" y="4080"/>
              <a:ext cx="2280" cy="0"/>
            </a:xfrm>
            <a:prstGeom prst="line">
              <a:avLst/>
            </a:prstGeom>
            <a:noFill/>
            <a:ln w="38100">
              <a:solidFill>
                <a:schemeClr val="tx1"/>
              </a:solidFill>
              <a:round/>
              <a:headEnd/>
              <a:tailEnd type="arrow"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latin typeface="+mn-lt"/>
              </a:endParaRPr>
            </a:p>
          </p:txBody>
        </p:sp>
        <p:sp>
          <p:nvSpPr>
            <p:cNvPr id="95241" name="Rectangle 9"/>
            <p:cNvSpPr>
              <a:spLocks noChangeArrowheads="1"/>
            </p:cNvSpPr>
            <p:nvPr/>
          </p:nvSpPr>
          <p:spPr bwMode="auto">
            <a:xfrm>
              <a:off x="1824" y="2832"/>
              <a:ext cx="192" cy="192"/>
            </a:xfrm>
            <a:prstGeom prst="rect">
              <a:avLst/>
            </a:prstGeom>
            <a:solidFill>
              <a:srgbClr val="FFFF00"/>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1600" b="0">
                <a:latin typeface="+mn-lt"/>
                <a:ea typeface="宋体" charset="-122"/>
              </a:endParaRPr>
            </a:p>
          </p:txBody>
        </p:sp>
        <p:sp>
          <p:nvSpPr>
            <p:cNvPr id="95242" name="Rectangle 10"/>
            <p:cNvSpPr>
              <a:spLocks noChangeArrowheads="1"/>
            </p:cNvSpPr>
            <p:nvPr/>
          </p:nvSpPr>
          <p:spPr bwMode="auto">
            <a:xfrm>
              <a:off x="2016" y="3120"/>
              <a:ext cx="192" cy="192"/>
            </a:xfrm>
            <a:prstGeom prst="rect">
              <a:avLst/>
            </a:prstGeom>
            <a:solidFill>
              <a:srgbClr val="FFFF00"/>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1600" b="0">
                <a:latin typeface="+mn-lt"/>
                <a:ea typeface="宋体" charset="-122"/>
              </a:endParaRPr>
            </a:p>
          </p:txBody>
        </p:sp>
        <p:sp>
          <p:nvSpPr>
            <p:cNvPr id="95243" name="Rectangle 11"/>
            <p:cNvSpPr>
              <a:spLocks noChangeArrowheads="1"/>
            </p:cNvSpPr>
            <p:nvPr/>
          </p:nvSpPr>
          <p:spPr bwMode="auto">
            <a:xfrm>
              <a:off x="2208" y="3408"/>
              <a:ext cx="192" cy="192"/>
            </a:xfrm>
            <a:prstGeom prst="rect">
              <a:avLst/>
            </a:prstGeom>
            <a:solidFill>
              <a:srgbClr val="FFFF00"/>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1600" b="0">
                <a:latin typeface="+mn-lt"/>
                <a:ea typeface="宋体" charset="-122"/>
              </a:endParaRPr>
            </a:p>
          </p:txBody>
        </p:sp>
        <p:sp>
          <p:nvSpPr>
            <p:cNvPr id="95244" name="Rectangle 12"/>
            <p:cNvSpPr>
              <a:spLocks noChangeArrowheads="1"/>
            </p:cNvSpPr>
            <p:nvPr/>
          </p:nvSpPr>
          <p:spPr bwMode="auto">
            <a:xfrm>
              <a:off x="2400" y="3696"/>
              <a:ext cx="192" cy="192"/>
            </a:xfrm>
            <a:prstGeom prst="rect">
              <a:avLst/>
            </a:prstGeom>
            <a:solidFill>
              <a:srgbClr val="FFFF00"/>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1600" b="0">
                <a:latin typeface="+mn-lt"/>
                <a:ea typeface="宋体" charset="-122"/>
              </a:endParaRPr>
            </a:p>
          </p:txBody>
        </p:sp>
        <p:sp>
          <p:nvSpPr>
            <p:cNvPr id="95245" name="Rectangle 17"/>
            <p:cNvSpPr>
              <a:spLocks noChangeArrowheads="1"/>
            </p:cNvSpPr>
            <p:nvPr/>
          </p:nvSpPr>
          <p:spPr bwMode="auto">
            <a:xfrm>
              <a:off x="2592" y="2832"/>
              <a:ext cx="768" cy="192"/>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1600" b="0">
                <a:latin typeface="+mn-lt"/>
                <a:ea typeface="宋体" charset="-122"/>
              </a:endParaRPr>
            </a:p>
          </p:txBody>
        </p:sp>
        <p:sp>
          <p:nvSpPr>
            <p:cNvPr id="95246" name="Line 29"/>
            <p:cNvSpPr>
              <a:spLocks noChangeShapeType="1"/>
            </p:cNvSpPr>
            <p:nvPr/>
          </p:nvSpPr>
          <p:spPr bwMode="auto">
            <a:xfrm>
              <a:off x="3408" y="2832"/>
              <a:ext cx="28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latin typeface="+mn-lt"/>
              </a:endParaRPr>
            </a:p>
          </p:txBody>
        </p:sp>
        <p:sp>
          <p:nvSpPr>
            <p:cNvPr id="95247" name="Line 30"/>
            <p:cNvSpPr>
              <a:spLocks noChangeShapeType="1"/>
            </p:cNvSpPr>
            <p:nvPr/>
          </p:nvSpPr>
          <p:spPr bwMode="auto">
            <a:xfrm>
              <a:off x="3408" y="3888"/>
              <a:ext cx="28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latin typeface="+mn-lt"/>
              </a:endParaRPr>
            </a:p>
          </p:txBody>
        </p:sp>
        <p:sp>
          <p:nvSpPr>
            <p:cNvPr id="95248" name="Line 31"/>
            <p:cNvSpPr>
              <a:spLocks noChangeShapeType="1"/>
            </p:cNvSpPr>
            <p:nvPr/>
          </p:nvSpPr>
          <p:spPr bwMode="auto">
            <a:xfrm flipV="1">
              <a:off x="3552" y="2832"/>
              <a:ext cx="0" cy="384"/>
            </a:xfrm>
            <a:prstGeom prst="line">
              <a:avLst/>
            </a:prstGeom>
            <a:noFill/>
            <a:ln w="38100">
              <a:solidFill>
                <a:schemeClr val="tx1"/>
              </a:solidFill>
              <a:round/>
              <a:headEnd/>
              <a:tailEnd type="arrow"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latin typeface="+mn-lt"/>
              </a:endParaRPr>
            </a:p>
          </p:txBody>
        </p:sp>
        <p:sp>
          <p:nvSpPr>
            <p:cNvPr id="95249" name="Line 32"/>
            <p:cNvSpPr>
              <a:spLocks noChangeShapeType="1"/>
            </p:cNvSpPr>
            <p:nvPr/>
          </p:nvSpPr>
          <p:spPr bwMode="auto">
            <a:xfrm>
              <a:off x="3552" y="3504"/>
              <a:ext cx="0" cy="384"/>
            </a:xfrm>
            <a:prstGeom prst="line">
              <a:avLst/>
            </a:prstGeom>
            <a:noFill/>
            <a:ln w="38100">
              <a:solidFill>
                <a:schemeClr val="tx1"/>
              </a:solidFill>
              <a:round/>
              <a:headEnd/>
              <a:tailEnd type="arrow"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latin typeface="+mn-lt"/>
              </a:endParaRPr>
            </a:p>
          </p:txBody>
        </p:sp>
        <p:sp>
          <p:nvSpPr>
            <p:cNvPr id="95250" name="Text Box 33"/>
            <p:cNvSpPr txBox="1">
              <a:spLocks noChangeArrowheads="1"/>
            </p:cNvSpPr>
            <p:nvPr/>
          </p:nvSpPr>
          <p:spPr bwMode="auto">
            <a:xfrm>
              <a:off x="3415" y="3217"/>
              <a:ext cx="240"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en-US" altLang="zh-CN" sz="1600" dirty="0">
                  <a:latin typeface="+mn-lt"/>
                  <a:ea typeface="宋体" charset="-122"/>
                </a:rPr>
                <a:t>D</a:t>
              </a:r>
            </a:p>
          </p:txBody>
        </p:sp>
        <p:sp>
          <p:nvSpPr>
            <p:cNvPr id="95251" name="Line 34"/>
            <p:cNvSpPr>
              <a:spLocks noChangeShapeType="1"/>
            </p:cNvSpPr>
            <p:nvPr/>
          </p:nvSpPr>
          <p:spPr bwMode="auto">
            <a:xfrm flipV="1">
              <a:off x="3360" y="2544"/>
              <a:ext cx="0" cy="24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latin typeface="+mn-lt"/>
              </a:endParaRPr>
            </a:p>
          </p:txBody>
        </p:sp>
        <p:sp>
          <p:nvSpPr>
            <p:cNvPr id="95252" name="Line 35"/>
            <p:cNvSpPr>
              <a:spLocks noChangeShapeType="1"/>
            </p:cNvSpPr>
            <p:nvPr/>
          </p:nvSpPr>
          <p:spPr bwMode="auto">
            <a:xfrm flipH="1" flipV="1">
              <a:off x="1824" y="2688"/>
              <a:ext cx="576" cy="0"/>
            </a:xfrm>
            <a:prstGeom prst="line">
              <a:avLst/>
            </a:prstGeom>
            <a:noFill/>
            <a:ln w="38100">
              <a:solidFill>
                <a:schemeClr val="tx1"/>
              </a:solidFill>
              <a:prstDash val="sysDot"/>
              <a:round/>
              <a:headEnd/>
              <a:tailEnd type="arrow"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latin typeface="+mn-lt"/>
              </a:endParaRPr>
            </a:p>
          </p:txBody>
        </p:sp>
        <p:sp>
          <p:nvSpPr>
            <p:cNvPr id="95253" name="Line 36"/>
            <p:cNvSpPr>
              <a:spLocks noChangeShapeType="1"/>
            </p:cNvSpPr>
            <p:nvPr/>
          </p:nvSpPr>
          <p:spPr bwMode="auto">
            <a:xfrm flipV="1">
              <a:off x="2784" y="2688"/>
              <a:ext cx="576" cy="0"/>
            </a:xfrm>
            <a:prstGeom prst="line">
              <a:avLst/>
            </a:prstGeom>
            <a:noFill/>
            <a:ln w="38100">
              <a:solidFill>
                <a:schemeClr val="tx1"/>
              </a:solidFill>
              <a:round/>
              <a:headEnd/>
              <a:tailEnd type="arrow"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latin typeface="+mn-lt"/>
              </a:endParaRPr>
            </a:p>
          </p:txBody>
        </p:sp>
        <p:sp>
          <p:nvSpPr>
            <p:cNvPr id="95254" name="Text Box 37"/>
            <p:cNvSpPr txBox="1">
              <a:spLocks noChangeArrowheads="1"/>
            </p:cNvSpPr>
            <p:nvPr/>
          </p:nvSpPr>
          <p:spPr bwMode="auto">
            <a:xfrm>
              <a:off x="2373" y="2538"/>
              <a:ext cx="576"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en-US" altLang="zh-CN" sz="1600" dirty="0">
                  <a:latin typeface="+mn-lt"/>
                  <a:ea typeface="宋体" charset="-122"/>
                </a:rPr>
                <a:t>T</a:t>
              </a:r>
              <a:r>
                <a:rPr lang="en-US" altLang="zh-CN" sz="1600" baseline="-25000" dirty="0">
                  <a:latin typeface="+mn-lt"/>
                  <a:ea typeface="宋体" charset="-122"/>
                </a:rPr>
                <a:t>CS</a:t>
              </a:r>
            </a:p>
          </p:txBody>
        </p:sp>
        <p:sp>
          <p:nvSpPr>
            <p:cNvPr id="95255" name="Text Box 38"/>
            <p:cNvSpPr txBox="1">
              <a:spLocks noChangeArrowheads="1"/>
            </p:cNvSpPr>
            <p:nvPr/>
          </p:nvSpPr>
          <p:spPr bwMode="auto">
            <a:xfrm>
              <a:off x="3696" y="3777"/>
              <a:ext cx="576"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600" dirty="0">
                  <a:latin typeface="+mn-lt"/>
                </a:rPr>
                <a:t>时间</a:t>
              </a:r>
            </a:p>
          </p:txBody>
        </p:sp>
        <p:sp>
          <p:nvSpPr>
            <p:cNvPr id="95256" name="Text Box 39"/>
            <p:cNvSpPr txBox="1">
              <a:spLocks noChangeArrowheads="1"/>
            </p:cNvSpPr>
            <p:nvPr/>
          </p:nvSpPr>
          <p:spPr bwMode="auto">
            <a:xfrm>
              <a:off x="1344" y="2784"/>
              <a:ext cx="480"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r" eaLnBrk="1" hangingPunct="1">
                <a:spcBef>
                  <a:spcPct val="50000"/>
                </a:spcBef>
                <a:buFont typeface="Wingdings" pitchFamily="2" charset="2"/>
                <a:buNone/>
              </a:pPr>
              <a:r>
                <a:rPr lang="en-US" altLang="zh-CN" sz="1600">
                  <a:latin typeface="+mn-lt"/>
                  <a:ea typeface="宋体" charset="-122"/>
                </a:rPr>
                <a:t>N1</a:t>
              </a:r>
            </a:p>
          </p:txBody>
        </p:sp>
        <p:sp>
          <p:nvSpPr>
            <p:cNvPr id="95257" name="Text Box 40"/>
            <p:cNvSpPr txBox="1">
              <a:spLocks noChangeArrowheads="1"/>
            </p:cNvSpPr>
            <p:nvPr/>
          </p:nvSpPr>
          <p:spPr bwMode="auto">
            <a:xfrm>
              <a:off x="1344" y="3072"/>
              <a:ext cx="480"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r" eaLnBrk="1" hangingPunct="1">
                <a:spcBef>
                  <a:spcPct val="50000"/>
                </a:spcBef>
                <a:buFont typeface="Wingdings" pitchFamily="2" charset="2"/>
                <a:buNone/>
              </a:pPr>
              <a:r>
                <a:rPr lang="en-US" altLang="zh-CN" sz="1600">
                  <a:latin typeface="+mn-lt"/>
                  <a:ea typeface="宋体" charset="-122"/>
                </a:rPr>
                <a:t>N2</a:t>
              </a:r>
            </a:p>
          </p:txBody>
        </p:sp>
        <p:sp>
          <p:nvSpPr>
            <p:cNvPr id="95258" name="Text Box 41"/>
            <p:cNvSpPr txBox="1">
              <a:spLocks noChangeArrowheads="1"/>
            </p:cNvSpPr>
            <p:nvPr/>
          </p:nvSpPr>
          <p:spPr bwMode="auto">
            <a:xfrm>
              <a:off x="1344" y="3360"/>
              <a:ext cx="480"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r" eaLnBrk="1" hangingPunct="1">
                <a:spcBef>
                  <a:spcPct val="50000"/>
                </a:spcBef>
                <a:buFont typeface="Wingdings" pitchFamily="2" charset="2"/>
                <a:buNone/>
              </a:pPr>
              <a:r>
                <a:rPr lang="en-US" altLang="zh-CN" sz="1600">
                  <a:latin typeface="+mn-lt"/>
                  <a:ea typeface="宋体" charset="-122"/>
                </a:rPr>
                <a:t>N3</a:t>
              </a:r>
            </a:p>
          </p:txBody>
        </p:sp>
        <p:sp>
          <p:nvSpPr>
            <p:cNvPr id="95259" name="Text Box 42"/>
            <p:cNvSpPr txBox="1">
              <a:spLocks noChangeArrowheads="1"/>
            </p:cNvSpPr>
            <p:nvPr/>
          </p:nvSpPr>
          <p:spPr bwMode="auto">
            <a:xfrm>
              <a:off x="1344" y="3648"/>
              <a:ext cx="480"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r" eaLnBrk="1" hangingPunct="1">
                <a:spcBef>
                  <a:spcPct val="50000"/>
                </a:spcBef>
                <a:buFont typeface="Wingdings" pitchFamily="2" charset="2"/>
                <a:buNone/>
              </a:pPr>
              <a:r>
                <a:rPr lang="en-US" altLang="zh-CN" sz="1600">
                  <a:latin typeface="+mn-lt"/>
                  <a:ea typeface="宋体" charset="-122"/>
                </a:rPr>
                <a:t>N4</a:t>
              </a:r>
            </a:p>
          </p:txBody>
        </p:sp>
        <p:sp>
          <p:nvSpPr>
            <p:cNvPr id="95260" name="Rectangle 43"/>
            <p:cNvSpPr>
              <a:spLocks noChangeArrowheads="1"/>
            </p:cNvSpPr>
            <p:nvPr/>
          </p:nvSpPr>
          <p:spPr bwMode="auto">
            <a:xfrm>
              <a:off x="2592" y="3120"/>
              <a:ext cx="768" cy="192"/>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1600" b="0">
                <a:latin typeface="+mn-lt"/>
                <a:ea typeface="宋体" charset="-122"/>
              </a:endParaRPr>
            </a:p>
          </p:txBody>
        </p:sp>
        <p:sp>
          <p:nvSpPr>
            <p:cNvPr id="95261" name="Rectangle 44"/>
            <p:cNvSpPr>
              <a:spLocks noChangeArrowheads="1"/>
            </p:cNvSpPr>
            <p:nvPr/>
          </p:nvSpPr>
          <p:spPr bwMode="auto">
            <a:xfrm>
              <a:off x="2592" y="3408"/>
              <a:ext cx="768" cy="192"/>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1600" b="0">
                <a:latin typeface="+mn-lt"/>
                <a:ea typeface="宋体" charset="-122"/>
              </a:endParaRPr>
            </a:p>
          </p:txBody>
        </p:sp>
        <p:sp>
          <p:nvSpPr>
            <p:cNvPr id="95262" name="Rectangle 45"/>
            <p:cNvSpPr>
              <a:spLocks noChangeArrowheads="1"/>
            </p:cNvSpPr>
            <p:nvPr/>
          </p:nvSpPr>
          <p:spPr bwMode="auto">
            <a:xfrm>
              <a:off x="2592" y="3696"/>
              <a:ext cx="768" cy="192"/>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1600" b="0">
                <a:latin typeface="+mn-lt"/>
                <a:ea typeface="宋体" charset="-122"/>
              </a:endParaRPr>
            </a:p>
          </p:txBody>
        </p:sp>
      </p:grpSp>
      <p:grpSp>
        <p:nvGrpSpPr>
          <p:cNvPr id="31" name="组合 30"/>
          <p:cNvGrpSpPr/>
          <p:nvPr/>
        </p:nvGrpSpPr>
        <p:grpSpPr>
          <a:xfrm>
            <a:off x="769527" y="4199409"/>
            <a:ext cx="4450545" cy="1893887"/>
            <a:chOff x="1835150" y="1312863"/>
            <a:chExt cx="5400675" cy="1893887"/>
          </a:xfrm>
        </p:grpSpPr>
        <p:sp>
          <p:nvSpPr>
            <p:cNvPr id="32" name="Rectangle 8"/>
            <p:cNvSpPr>
              <a:spLocks noChangeArrowheads="1"/>
            </p:cNvSpPr>
            <p:nvPr/>
          </p:nvSpPr>
          <p:spPr bwMode="auto">
            <a:xfrm>
              <a:off x="2093913" y="2665413"/>
              <a:ext cx="960437" cy="541337"/>
            </a:xfrm>
            <a:prstGeom prst="rect">
              <a:avLst/>
            </a:prstGeom>
            <a:solidFill>
              <a:srgbClr val="FFFF99"/>
            </a:solidFill>
            <a:ln w="9525">
              <a:solidFill>
                <a:srgbClr val="000000"/>
              </a:solidFill>
              <a:miter lim="800000"/>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400" b="1">
                <a:solidFill>
                  <a:schemeClr val="tx1"/>
                </a:solidFill>
                <a:latin typeface="宋体" panose="02010600030101010101" pitchFamily="2" charset="-122"/>
                <a:ea typeface="宋体" panose="02010600030101010101" pitchFamily="2" charset="-122"/>
              </a:endParaRPr>
            </a:p>
          </p:txBody>
        </p:sp>
        <p:sp>
          <p:nvSpPr>
            <p:cNvPr id="33" name="Rectangle 10"/>
            <p:cNvSpPr>
              <a:spLocks noChangeArrowheads="1"/>
            </p:cNvSpPr>
            <p:nvPr/>
          </p:nvSpPr>
          <p:spPr bwMode="auto">
            <a:xfrm>
              <a:off x="3400425" y="2665413"/>
              <a:ext cx="960438" cy="541337"/>
            </a:xfrm>
            <a:prstGeom prst="rect">
              <a:avLst/>
            </a:prstGeom>
            <a:solidFill>
              <a:srgbClr val="FFFF99"/>
            </a:solidFill>
            <a:ln w="9525">
              <a:solidFill>
                <a:srgbClr val="000000"/>
              </a:solidFill>
              <a:miter lim="800000"/>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400" b="1">
                <a:solidFill>
                  <a:schemeClr val="tx1"/>
                </a:solidFill>
                <a:latin typeface="宋体" panose="02010600030101010101" pitchFamily="2" charset="-122"/>
                <a:ea typeface="宋体" panose="02010600030101010101" pitchFamily="2" charset="-122"/>
              </a:endParaRPr>
            </a:p>
          </p:txBody>
        </p:sp>
        <p:sp>
          <p:nvSpPr>
            <p:cNvPr id="34" name="Line 17"/>
            <p:cNvSpPr>
              <a:spLocks noChangeShapeType="1"/>
            </p:cNvSpPr>
            <p:nvPr/>
          </p:nvSpPr>
          <p:spPr bwMode="auto">
            <a:xfrm>
              <a:off x="1835150" y="1882775"/>
              <a:ext cx="32702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400" b="1">
                <a:latin typeface="宋体" panose="02010600030101010101" pitchFamily="2" charset="-122"/>
                <a:ea typeface="宋体" panose="02010600030101010101" pitchFamily="2" charset="-122"/>
              </a:endParaRPr>
            </a:p>
          </p:txBody>
        </p:sp>
        <p:sp>
          <p:nvSpPr>
            <p:cNvPr id="35" name="Rectangle 18"/>
            <p:cNvSpPr>
              <a:spLocks noChangeArrowheads="1"/>
            </p:cNvSpPr>
            <p:nvPr/>
          </p:nvSpPr>
          <p:spPr bwMode="auto">
            <a:xfrm>
              <a:off x="2093913" y="1703388"/>
              <a:ext cx="960437" cy="541337"/>
            </a:xfrm>
            <a:prstGeom prst="rect">
              <a:avLst/>
            </a:prstGeom>
            <a:solidFill>
              <a:srgbClr val="FFFF99"/>
            </a:solidFill>
            <a:ln w="9525">
              <a:solidFill>
                <a:srgbClr val="000000"/>
              </a:solidFill>
              <a:miter lim="800000"/>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400" b="1">
                <a:solidFill>
                  <a:schemeClr val="tx1"/>
                </a:solidFill>
                <a:latin typeface="宋体" panose="02010600030101010101" pitchFamily="2" charset="-122"/>
                <a:ea typeface="宋体" panose="02010600030101010101" pitchFamily="2" charset="-122"/>
              </a:endParaRPr>
            </a:p>
          </p:txBody>
        </p:sp>
        <p:sp>
          <p:nvSpPr>
            <p:cNvPr id="36" name="Text Box 20"/>
            <p:cNvSpPr txBox="1">
              <a:spLocks noChangeArrowheads="1"/>
            </p:cNvSpPr>
            <p:nvPr/>
          </p:nvSpPr>
          <p:spPr bwMode="auto">
            <a:xfrm>
              <a:off x="2138363" y="1312863"/>
              <a:ext cx="1209675"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algn="just" eaLnBrk="1" hangingPunct="1">
                <a:lnSpc>
                  <a:spcPct val="100000"/>
                </a:lnSpc>
                <a:spcBef>
                  <a:spcPct val="0"/>
                </a:spcBef>
                <a:buClrTx/>
                <a:buFontTx/>
                <a:buNone/>
              </a:pPr>
              <a:r>
                <a:rPr lang="zh-CN" altLang="en-US" sz="1400" b="1" dirty="0" smtClean="0">
                  <a:solidFill>
                    <a:schemeClr val="tx1"/>
                  </a:solidFill>
                  <a:latin typeface="宋体" panose="02010600030101010101" pitchFamily="2" charset="-122"/>
                  <a:ea typeface="宋体" panose="02010600030101010101" pitchFamily="2" charset="-122"/>
                </a:rPr>
                <a:t>源节点</a:t>
              </a:r>
              <a:endParaRPr lang="zh-CN" altLang="en-US" sz="1400" b="1" dirty="0">
                <a:solidFill>
                  <a:schemeClr val="tx1"/>
                </a:solidFill>
                <a:latin typeface="宋体" panose="02010600030101010101" pitchFamily="2" charset="-122"/>
                <a:ea typeface="宋体" panose="02010600030101010101" pitchFamily="2" charset="-122"/>
              </a:endParaRPr>
            </a:p>
          </p:txBody>
        </p:sp>
        <p:sp>
          <p:nvSpPr>
            <p:cNvPr id="37" name="Line 21"/>
            <p:cNvSpPr>
              <a:spLocks noChangeShapeType="1"/>
            </p:cNvSpPr>
            <p:nvPr/>
          </p:nvSpPr>
          <p:spPr bwMode="auto">
            <a:xfrm>
              <a:off x="1835150" y="1882775"/>
              <a:ext cx="0" cy="9636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400" b="1">
                <a:latin typeface="宋体" panose="02010600030101010101" pitchFamily="2" charset="-122"/>
                <a:ea typeface="宋体" panose="02010600030101010101" pitchFamily="2" charset="-122"/>
              </a:endParaRPr>
            </a:p>
          </p:txBody>
        </p:sp>
        <p:sp>
          <p:nvSpPr>
            <p:cNvPr id="38" name="Text Box 22"/>
            <p:cNvSpPr txBox="1">
              <a:spLocks noChangeArrowheads="1"/>
            </p:cNvSpPr>
            <p:nvPr/>
          </p:nvSpPr>
          <p:spPr bwMode="auto">
            <a:xfrm>
              <a:off x="5949950" y="1327150"/>
              <a:ext cx="1122363" cy="42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algn="just" eaLnBrk="1" hangingPunct="1">
                <a:lnSpc>
                  <a:spcPct val="100000"/>
                </a:lnSpc>
                <a:spcBef>
                  <a:spcPct val="0"/>
                </a:spcBef>
                <a:buClrTx/>
                <a:buFontTx/>
                <a:buNone/>
              </a:pPr>
              <a:r>
                <a:rPr lang="zh-CN" altLang="en-US" sz="1400" b="1" dirty="0" smtClean="0">
                  <a:solidFill>
                    <a:schemeClr val="tx1"/>
                  </a:solidFill>
                  <a:latin typeface="宋体" panose="02010600030101010101" pitchFamily="2" charset="-122"/>
                  <a:ea typeface="宋体" panose="02010600030101010101" pitchFamily="2" charset="-122"/>
                </a:rPr>
                <a:t>目的节点</a:t>
              </a:r>
              <a:endParaRPr lang="zh-CN" altLang="en-US" sz="1400" b="1" dirty="0">
                <a:solidFill>
                  <a:schemeClr val="tx1"/>
                </a:solidFill>
                <a:latin typeface="宋体" panose="02010600030101010101" pitchFamily="2" charset="-122"/>
                <a:ea typeface="宋体" panose="02010600030101010101" pitchFamily="2" charset="-122"/>
              </a:endParaRPr>
            </a:p>
          </p:txBody>
        </p:sp>
        <p:sp>
          <p:nvSpPr>
            <p:cNvPr id="41" name="Rectangle 25"/>
            <p:cNvSpPr>
              <a:spLocks noChangeArrowheads="1"/>
            </p:cNvSpPr>
            <p:nvPr/>
          </p:nvSpPr>
          <p:spPr bwMode="auto">
            <a:xfrm>
              <a:off x="3400425" y="1703388"/>
              <a:ext cx="960438" cy="541337"/>
            </a:xfrm>
            <a:prstGeom prst="rect">
              <a:avLst/>
            </a:prstGeom>
            <a:solidFill>
              <a:srgbClr val="FFFF99"/>
            </a:solidFill>
            <a:ln w="9525">
              <a:solidFill>
                <a:srgbClr val="000000"/>
              </a:solidFill>
              <a:miter lim="800000"/>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400" b="1">
                <a:solidFill>
                  <a:schemeClr val="tx1"/>
                </a:solidFill>
                <a:latin typeface="宋体" panose="02010600030101010101" pitchFamily="2" charset="-122"/>
                <a:ea typeface="宋体" panose="02010600030101010101" pitchFamily="2" charset="-122"/>
              </a:endParaRPr>
            </a:p>
          </p:txBody>
        </p:sp>
        <p:sp>
          <p:nvSpPr>
            <p:cNvPr id="42" name="Rectangle 26"/>
            <p:cNvSpPr>
              <a:spLocks noChangeArrowheads="1"/>
            </p:cNvSpPr>
            <p:nvPr/>
          </p:nvSpPr>
          <p:spPr bwMode="auto">
            <a:xfrm>
              <a:off x="4708525" y="2665413"/>
              <a:ext cx="958850" cy="541337"/>
            </a:xfrm>
            <a:prstGeom prst="rect">
              <a:avLst/>
            </a:prstGeom>
            <a:solidFill>
              <a:srgbClr val="FFFF99"/>
            </a:solidFill>
            <a:ln w="9525">
              <a:solidFill>
                <a:srgbClr val="000000"/>
              </a:solidFill>
              <a:miter lim="800000"/>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400" b="1">
                <a:solidFill>
                  <a:schemeClr val="tx1"/>
                </a:solidFill>
                <a:latin typeface="宋体" panose="02010600030101010101" pitchFamily="2" charset="-122"/>
                <a:ea typeface="宋体" panose="02010600030101010101" pitchFamily="2" charset="-122"/>
              </a:endParaRPr>
            </a:p>
          </p:txBody>
        </p:sp>
        <p:sp>
          <p:nvSpPr>
            <p:cNvPr id="43" name="Rectangle 27"/>
            <p:cNvSpPr>
              <a:spLocks noChangeArrowheads="1"/>
            </p:cNvSpPr>
            <p:nvPr/>
          </p:nvSpPr>
          <p:spPr bwMode="auto">
            <a:xfrm>
              <a:off x="6015038" y="2665413"/>
              <a:ext cx="958850" cy="541337"/>
            </a:xfrm>
            <a:prstGeom prst="rect">
              <a:avLst/>
            </a:prstGeom>
            <a:solidFill>
              <a:srgbClr val="FFFF99"/>
            </a:solidFill>
            <a:ln w="9525">
              <a:solidFill>
                <a:srgbClr val="000000"/>
              </a:solidFill>
              <a:miter lim="800000"/>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400" b="1">
                <a:solidFill>
                  <a:schemeClr val="tx1"/>
                </a:solidFill>
                <a:latin typeface="宋体" panose="02010600030101010101" pitchFamily="2" charset="-122"/>
                <a:ea typeface="宋体" panose="02010600030101010101" pitchFamily="2" charset="-122"/>
              </a:endParaRPr>
            </a:p>
          </p:txBody>
        </p:sp>
        <p:sp>
          <p:nvSpPr>
            <p:cNvPr id="44" name="Rectangle 28"/>
            <p:cNvSpPr>
              <a:spLocks noChangeArrowheads="1"/>
            </p:cNvSpPr>
            <p:nvPr/>
          </p:nvSpPr>
          <p:spPr bwMode="auto">
            <a:xfrm>
              <a:off x="6015038" y="1703388"/>
              <a:ext cx="958850" cy="541337"/>
            </a:xfrm>
            <a:prstGeom prst="rect">
              <a:avLst/>
            </a:prstGeom>
            <a:solidFill>
              <a:srgbClr val="FFFF99"/>
            </a:solidFill>
            <a:ln w="9525">
              <a:solidFill>
                <a:srgbClr val="000000"/>
              </a:solidFill>
              <a:miter lim="800000"/>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400" b="1">
                <a:solidFill>
                  <a:schemeClr val="tx1"/>
                </a:solidFill>
                <a:latin typeface="宋体" panose="02010600030101010101" pitchFamily="2" charset="-122"/>
                <a:ea typeface="宋体" panose="02010600030101010101" pitchFamily="2" charset="-122"/>
              </a:endParaRPr>
            </a:p>
          </p:txBody>
        </p:sp>
        <p:sp>
          <p:nvSpPr>
            <p:cNvPr id="45" name="Text Box 29"/>
            <p:cNvSpPr txBox="1">
              <a:spLocks noChangeArrowheads="1"/>
            </p:cNvSpPr>
            <p:nvPr/>
          </p:nvSpPr>
          <p:spPr bwMode="auto">
            <a:xfrm>
              <a:off x="4730750" y="1731963"/>
              <a:ext cx="1044575" cy="45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algn="just" eaLnBrk="1" hangingPunct="1">
                <a:lnSpc>
                  <a:spcPct val="100000"/>
                </a:lnSpc>
                <a:spcBef>
                  <a:spcPct val="0"/>
                </a:spcBef>
                <a:buClrTx/>
                <a:buFontTx/>
                <a:buNone/>
              </a:pPr>
              <a:r>
                <a:rPr lang="en-US" altLang="zh-CN" sz="1400" b="1">
                  <a:solidFill>
                    <a:schemeClr val="tx1"/>
                  </a:solidFill>
                  <a:latin typeface="宋体" panose="02010600030101010101" pitchFamily="2" charset="-122"/>
                  <a:ea typeface="宋体" panose="02010600030101010101" pitchFamily="2" charset="-122"/>
                </a:rPr>
                <a:t>……</a:t>
              </a:r>
            </a:p>
          </p:txBody>
        </p:sp>
        <p:sp>
          <p:nvSpPr>
            <p:cNvPr id="46" name="Text Box 30"/>
            <p:cNvSpPr txBox="1">
              <a:spLocks noChangeArrowheads="1"/>
            </p:cNvSpPr>
            <p:nvPr/>
          </p:nvSpPr>
          <p:spPr bwMode="auto">
            <a:xfrm>
              <a:off x="3984625" y="2305050"/>
              <a:ext cx="1790700" cy="42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algn="just" eaLnBrk="1" hangingPunct="1">
                <a:lnSpc>
                  <a:spcPct val="100000"/>
                </a:lnSpc>
                <a:spcBef>
                  <a:spcPct val="0"/>
                </a:spcBef>
                <a:buClrTx/>
                <a:buFontTx/>
                <a:buNone/>
              </a:pPr>
              <a:r>
                <a:rPr lang="zh-CN" altLang="en-US" sz="1400" b="1" dirty="0" smtClean="0">
                  <a:solidFill>
                    <a:schemeClr val="tx1"/>
                  </a:solidFill>
                  <a:latin typeface="+mn-lt"/>
                  <a:ea typeface="宋体" panose="02010600030101010101" pitchFamily="2" charset="-122"/>
                </a:rPr>
                <a:t>中间节点 </a:t>
              </a:r>
              <a:r>
                <a:rPr lang="en-US" altLang="zh-CN" sz="1400" b="1" dirty="0" smtClean="0">
                  <a:solidFill>
                    <a:schemeClr val="tx1"/>
                  </a:solidFill>
                  <a:latin typeface="+mn-lt"/>
                  <a:ea typeface="宋体" panose="02010600030101010101" pitchFamily="2" charset="-122"/>
                </a:rPr>
                <a:t>D=4</a:t>
              </a:r>
              <a:endParaRPr lang="zh-CN" altLang="en-US" sz="1400" b="1" dirty="0">
                <a:solidFill>
                  <a:schemeClr val="tx1"/>
                </a:solidFill>
                <a:latin typeface="+mn-lt"/>
                <a:ea typeface="宋体" panose="02010600030101010101" pitchFamily="2" charset="-122"/>
              </a:endParaRPr>
            </a:p>
          </p:txBody>
        </p:sp>
        <p:sp>
          <p:nvSpPr>
            <p:cNvPr id="47" name="Line 31"/>
            <p:cNvSpPr>
              <a:spLocks noChangeShapeType="1"/>
            </p:cNvSpPr>
            <p:nvPr/>
          </p:nvSpPr>
          <p:spPr bwMode="auto">
            <a:xfrm>
              <a:off x="1835150" y="2846388"/>
              <a:ext cx="347663" cy="0"/>
            </a:xfrm>
            <a:prstGeom prst="line">
              <a:avLst/>
            </a:prstGeom>
            <a:noFill/>
            <a:ln w="9525">
              <a:solidFill>
                <a:srgbClr val="00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sz="1400" b="1">
                <a:latin typeface="宋体" panose="02010600030101010101" pitchFamily="2" charset="-122"/>
                <a:ea typeface="宋体" panose="02010600030101010101" pitchFamily="2" charset="-122"/>
              </a:endParaRPr>
            </a:p>
          </p:txBody>
        </p:sp>
        <p:sp>
          <p:nvSpPr>
            <p:cNvPr id="48" name="Line 32"/>
            <p:cNvSpPr>
              <a:spLocks noChangeShapeType="1"/>
            </p:cNvSpPr>
            <p:nvPr/>
          </p:nvSpPr>
          <p:spPr bwMode="auto">
            <a:xfrm>
              <a:off x="2965450" y="2846388"/>
              <a:ext cx="523875" cy="0"/>
            </a:xfrm>
            <a:prstGeom prst="line">
              <a:avLst/>
            </a:prstGeom>
            <a:noFill/>
            <a:ln w="9525">
              <a:solidFill>
                <a:srgbClr val="00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sz="1400" b="1">
                <a:latin typeface="宋体" panose="02010600030101010101" pitchFamily="2" charset="-122"/>
                <a:ea typeface="宋体" panose="02010600030101010101" pitchFamily="2" charset="-122"/>
              </a:endParaRPr>
            </a:p>
          </p:txBody>
        </p:sp>
        <p:sp>
          <p:nvSpPr>
            <p:cNvPr id="49" name="Line 33"/>
            <p:cNvSpPr>
              <a:spLocks noChangeShapeType="1"/>
            </p:cNvSpPr>
            <p:nvPr/>
          </p:nvSpPr>
          <p:spPr bwMode="auto">
            <a:xfrm>
              <a:off x="4271963" y="2846388"/>
              <a:ext cx="523875" cy="0"/>
            </a:xfrm>
            <a:prstGeom prst="line">
              <a:avLst/>
            </a:prstGeom>
            <a:noFill/>
            <a:ln w="9525">
              <a:solidFill>
                <a:srgbClr val="00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sz="1400" b="1">
                <a:latin typeface="宋体" panose="02010600030101010101" pitchFamily="2" charset="-122"/>
                <a:ea typeface="宋体" panose="02010600030101010101" pitchFamily="2" charset="-122"/>
              </a:endParaRPr>
            </a:p>
          </p:txBody>
        </p:sp>
        <p:sp>
          <p:nvSpPr>
            <p:cNvPr id="50" name="Line 34"/>
            <p:cNvSpPr>
              <a:spLocks noChangeShapeType="1"/>
            </p:cNvSpPr>
            <p:nvPr/>
          </p:nvSpPr>
          <p:spPr bwMode="auto">
            <a:xfrm>
              <a:off x="5578475" y="2846388"/>
              <a:ext cx="523875" cy="0"/>
            </a:xfrm>
            <a:prstGeom prst="line">
              <a:avLst/>
            </a:prstGeom>
            <a:noFill/>
            <a:ln w="9525">
              <a:solidFill>
                <a:srgbClr val="00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sz="1400" b="1">
                <a:latin typeface="宋体" panose="02010600030101010101" pitchFamily="2" charset="-122"/>
                <a:ea typeface="宋体" panose="02010600030101010101" pitchFamily="2" charset="-122"/>
              </a:endParaRPr>
            </a:p>
          </p:txBody>
        </p:sp>
        <p:sp>
          <p:nvSpPr>
            <p:cNvPr id="51" name="Line 35"/>
            <p:cNvSpPr>
              <a:spLocks noChangeShapeType="1"/>
            </p:cNvSpPr>
            <p:nvPr/>
          </p:nvSpPr>
          <p:spPr bwMode="auto">
            <a:xfrm>
              <a:off x="6908800" y="1879600"/>
              <a:ext cx="327025" cy="0"/>
            </a:xfrm>
            <a:prstGeom prst="line">
              <a:avLst/>
            </a:prstGeom>
            <a:noFill/>
            <a:ln w="9525">
              <a:solidFill>
                <a:srgbClr val="000000"/>
              </a:solidFill>
              <a:round/>
              <a:headEnd type="stealth" w="sm" len="med"/>
              <a:tailEnd/>
            </a:ln>
            <a:extLst>
              <a:ext uri="{909E8E84-426E-40DD-AFC4-6F175D3DCCD1}">
                <a14:hiddenFill xmlns:a14="http://schemas.microsoft.com/office/drawing/2010/main">
                  <a:noFill/>
                </a14:hiddenFill>
              </a:ext>
            </a:extLst>
          </p:spPr>
          <p:txBody>
            <a:bodyPr/>
            <a:lstStyle/>
            <a:p>
              <a:endParaRPr lang="zh-CN" altLang="en-US" sz="1400" b="1">
                <a:latin typeface="宋体" panose="02010600030101010101" pitchFamily="2" charset="-122"/>
                <a:ea typeface="宋体" panose="02010600030101010101" pitchFamily="2" charset="-122"/>
              </a:endParaRPr>
            </a:p>
          </p:txBody>
        </p:sp>
        <p:sp>
          <p:nvSpPr>
            <p:cNvPr id="52" name="Line 36"/>
            <p:cNvSpPr>
              <a:spLocks noChangeShapeType="1"/>
            </p:cNvSpPr>
            <p:nvPr/>
          </p:nvSpPr>
          <p:spPr bwMode="auto">
            <a:xfrm>
              <a:off x="6886575" y="2846388"/>
              <a:ext cx="34925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400" b="1">
                <a:latin typeface="宋体" panose="02010600030101010101" pitchFamily="2" charset="-122"/>
                <a:ea typeface="宋体" panose="02010600030101010101" pitchFamily="2" charset="-122"/>
              </a:endParaRPr>
            </a:p>
          </p:txBody>
        </p:sp>
        <p:sp>
          <p:nvSpPr>
            <p:cNvPr id="53" name="Line 37"/>
            <p:cNvSpPr>
              <a:spLocks noChangeShapeType="1"/>
            </p:cNvSpPr>
            <p:nvPr/>
          </p:nvSpPr>
          <p:spPr bwMode="auto">
            <a:xfrm flipV="1">
              <a:off x="7235825" y="1882775"/>
              <a:ext cx="0" cy="9636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400" b="1">
                <a:latin typeface="宋体" panose="02010600030101010101" pitchFamily="2" charset="-122"/>
                <a:ea typeface="宋体" panose="02010600030101010101" pitchFamily="2" charset="-122"/>
              </a:endParaRPr>
            </a:p>
          </p:txBody>
        </p:sp>
      </p:gr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2018" name="Rectangle 2"/>
          <p:cNvSpPr>
            <a:spLocks noGrp="1" noChangeArrowheads="1"/>
          </p:cNvSpPr>
          <p:nvPr>
            <p:ph type="title"/>
          </p:nvPr>
        </p:nvSpPr>
        <p:spPr/>
        <p:txBody>
          <a:bodyPr/>
          <a:lstStyle/>
          <a:p>
            <a:pPr eaLnBrk="1" hangingPunct="1">
              <a:defRPr/>
            </a:pPr>
            <a:r>
              <a:rPr lang="zh-CN" altLang="en-US" smtClean="0"/>
              <a:t>存储转发寻径</a:t>
            </a:r>
            <a:br>
              <a:rPr lang="zh-CN" altLang="en-US" smtClean="0"/>
            </a:br>
            <a:r>
              <a:rPr lang="zh-CN" altLang="en-US" sz="3200" smtClean="0"/>
              <a:t>（</a:t>
            </a:r>
            <a:r>
              <a:rPr lang="en-US" altLang="zh-CN" sz="3200" smtClean="0"/>
              <a:t>store and forward</a:t>
            </a:r>
            <a:r>
              <a:rPr lang="zh-CN" altLang="en-US" sz="3200" smtClean="0"/>
              <a:t>）</a:t>
            </a:r>
          </a:p>
        </p:txBody>
      </p:sp>
      <p:sp>
        <p:nvSpPr>
          <p:cNvPr id="9625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消息传递机制</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消息寻径方式</a:t>
            </a:r>
            <a:endParaRPr lang="zh-CN" altLang="en-US" sz="1200" b="0">
              <a:latin typeface="Times New Roman" pitchFamily="18" charset="0"/>
              <a:ea typeface="幼圆" pitchFamily="49" charset="-122"/>
            </a:endParaRPr>
          </a:p>
        </p:txBody>
      </p:sp>
      <p:sp>
        <p:nvSpPr>
          <p:cNvPr id="982021" name="Rectangle 5"/>
          <p:cNvSpPr>
            <a:spLocks noGrp="1" noChangeArrowheads="1"/>
          </p:cNvSpPr>
          <p:nvPr>
            <p:ph type="body" idx="1"/>
          </p:nvPr>
        </p:nvSpPr>
        <p:spPr/>
        <p:txBody>
          <a:bodyPr/>
          <a:lstStyle/>
          <a:p>
            <a:pPr marL="0" indent="0" eaLnBrk="1" hangingPunct="1">
              <a:lnSpc>
                <a:spcPct val="125000"/>
              </a:lnSpc>
              <a:buClr>
                <a:srgbClr val="FF0000"/>
              </a:buClr>
              <a:defRPr/>
            </a:pPr>
            <a:r>
              <a:rPr lang="zh-CN" altLang="en-US" sz="2400" dirty="0" smtClean="0">
                <a:solidFill>
                  <a:srgbClr val="FF0000"/>
                </a:solidFill>
                <a:effectLst>
                  <a:outerShdw blurRad="38100" dist="38100" dir="2700000" algn="tl">
                    <a:srgbClr val="C0C0C0"/>
                  </a:outerShdw>
                </a:effectLst>
              </a:rPr>
              <a:t>  方法</a:t>
            </a:r>
          </a:p>
          <a:p>
            <a:pPr marL="0" indent="0" eaLnBrk="1" hangingPunct="1">
              <a:lnSpc>
                <a:spcPct val="125000"/>
              </a:lnSpc>
              <a:buFont typeface="Wingdings" pitchFamily="2" charset="2"/>
              <a:buNone/>
              <a:defRPr/>
            </a:pPr>
            <a:r>
              <a:rPr lang="zh-CN" altLang="en-US" sz="2400" dirty="0" smtClean="0"/>
              <a:t>    信息流的基本单位是</a:t>
            </a:r>
            <a:r>
              <a:rPr lang="zh-CN" altLang="en-US" sz="2400" dirty="0" smtClean="0">
                <a:solidFill>
                  <a:srgbClr val="0000CC"/>
                </a:solidFill>
                <a:effectLst>
                  <a:outerShdw blurRad="38100" dist="38100" dir="2700000" algn="tl">
                    <a:srgbClr val="C0C0C0"/>
                  </a:outerShdw>
                </a:effectLst>
              </a:rPr>
              <a:t>包</a:t>
            </a:r>
            <a:r>
              <a:rPr lang="zh-CN" altLang="en-US" sz="2400" dirty="0" smtClean="0"/>
              <a:t>，每个节点有一个</a:t>
            </a:r>
            <a:r>
              <a:rPr lang="zh-CN" altLang="en-US" sz="2400" dirty="0" smtClean="0">
                <a:solidFill>
                  <a:srgbClr val="0000CC"/>
                </a:solidFill>
                <a:effectLst>
                  <a:outerShdw blurRad="38100" dist="38100" dir="2700000" algn="tl">
                    <a:srgbClr val="C0C0C0"/>
                  </a:outerShdw>
                </a:effectLst>
              </a:rPr>
              <a:t>包缓冲区</a:t>
            </a:r>
            <a:r>
              <a:rPr lang="zh-CN" altLang="en-US" sz="2400" dirty="0" smtClean="0"/>
              <a:t>，包从源节点经过中间节点（</a:t>
            </a:r>
            <a:r>
              <a:rPr lang="zh-CN" altLang="en-US" sz="2400" dirty="0" smtClean="0">
                <a:solidFill>
                  <a:srgbClr val="0000CC"/>
                </a:solidFill>
                <a:effectLst>
                  <a:outerShdw blurRad="38100" dist="38100" dir="2700000" algn="tl">
                    <a:srgbClr val="C0C0C0"/>
                  </a:outerShdw>
                </a:effectLst>
              </a:rPr>
              <a:t>存储 - 转发</a:t>
            </a:r>
            <a:r>
              <a:rPr lang="en-US" altLang="zh-CN" sz="2400" dirty="0" smtClean="0"/>
              <a:t>）</a:t>
            </a:r>
            <a:r>
              <a:rPr lang="zh-CN" altLang="en-US" sz="2400" dirty="0" smtClean="0"/>
              <a:t>到达目的节点。</a:t>
            </a:r>
          </a:p>
          <a:p>
            <a:pPr marL="0" indent="0" eaLnBrk="1" hangingPunct="1">
              <a:lnSpc>
                <a:spcPct val="125000"/>
              </a:lnSpc>
              <a:buClr>
                <a:srgbClr val="FF0000"/>
              </a:buClr>
              <a:defRPr/>
            </a:pPr>
            <a:r>
              <a:rPr lang="zh-CN" altLang="en-US" sz="2400" dirty="0" smtClean="0">
                <a:solidFill>
                  <a:srgbClr val="FF0000"/>
                </a:solidFill>
                <a:effectLst>
                  <a:outerShdw blurRad="38100" dist="38100" dir="2700000" algn="tl">
                    <a:srgbClr val="C0C0C0"/>
                  </a:outerShdw>
                </a:effectLst>
              </a:rPr>
              <a:t>  优点</a:t>
            </a:r>
          </a:p>
          <a:p>
            <a:pPr marL="0" indent="0" eaLnBrk="1" hangingPunct="1">
              <a:lnSpc>
                <a:spcPct val="125000"/>
              </a:lnSpc>
              <a:buFont typeface="Wingdings" pitchFamily="2" charset="2"/>
              <a:buNone/>
              <a:defRPr/>
            </a:pPr>
            <a:r>
              <a:rPr lang="zh-CN" altLang="en-US" sz="2400" dirty="0" smtClean="0"/>
              <a:t>    占用物理通路的时间比较短。</a:t>
            </a:r>
          </a:p>
          <a:p>
            <a:pPr marL="0" indent="0" eaLnBrk="1" hangingPunct="1">
              <a:lnSpc>
                <a:spcPct val="125000"/>
              </a:lnSpc>
              <a:buClr>
                <a:srgbClr val="FF0000"/>
              </a:buClr>
              <a:defRPr/>
            </a:pPr>
            <a:r>
              <a:rPr lang="zh-CN" altLang="en-US" sz="2400" dirty="0" smtClean="0">
                <a:solidFill>
                  <a:srgbClr val="FF0000"/>
                </a:solidFill>
                <a:effectLst>
                  <a:outerShdw blurRad="38100" dist="38100" dir="2700000" algn="tl">
                    <a:srgbClr val="C0C0C0"/>
                  </a:outerShdw>
                </a:effectLst>
              </a:rPr>
              <a:t>  缺点</a:t>
            </a:r>
          </a:p>
          <a:p>
            <a:pPr marL="0" indent="0" eaLnBrk="1" hangingPunct="1">
              <a:lnSpc>
                <a:spcPct val="125000"/>
              </a:lnSpc>
              <a:buFont typeface="Wingdings" pitchFamily="2" charset="2"/>
              <a:buNone/>
              <a:defRPr/>
            </a:pPr>
            <a:r>
              <a:rPr lang="zh-CN" altLang="en-US" sz="2400" dirty="0" smtClean="0"/>
              <a:t>    包缓冲区大（不利于</a:t>
            </a:r>
            <a:r>
              <a:rPr lang="en-US" altLang="zh-CN" sz="2400" dirty="0" smtClean="0"/>
              <a:t>VLSI</a:t>
            </a:r>
            <a:r>
              <a:rPr lang="zh-CN" altLang="en-US" sz="2400" dirty="0" smtClean="0"/>
              <a:t>实现），时延大（与节点距离成正比）。</a:t>
            </a:r>
          </a:p>
        </p:txBody>
      </p:sp>
      <p:sp>
        <p:nvSpPr>
          <p:cNvPr id="96261"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2 之 1</a:t>
            </a:r>
          </a:p>
        </p:txBody>
      </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7138" name="Rectangle 2"/>
          <p:cNvSpPr>
            <a:spLocks noGrp="1" noChangeArrowheads="1"/>
          </p:cNvSpPr>
          <p:nvPr>
            <p:ph type="title"/>
          </p:nvPr>
        </p:nvSpPr>
        <p:spPr/>
        <p:txBody>
          <a:bodyPr/>
          <a:lstStyle/>
          <a:p>
            <a:pPr eaLnBrk="1" hangingPunct="1">
              <a:defRPr/>
            </a:pPr>
            <a:r>
              <a:rPr lang="zh-CN" altLang="en-US" smtClean="0"/>
              <a:t>传输时延</a:t>
            </a:r>
          </a:p>
        </p:txBody>
      </p:sp>
      <p:sp>
        <p:nvSpPr>
          <p:cNvPr id="9728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消息传递机制</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消息寻径方式</a:t>
            </a:r>
            <a:endParaRPr lang="zh-CN" altLang="en-US" sz="1200" b="0">
              <a:latin typeface="Times New Roman" pitchFamily="18" charset="0"/>
              <a:ea typeface="幼圆" pitchFamily="49" charset="-122"/>
            </a:endParaRPr>
          </a:p>
        </p:txBody>
      </p:sp>
      <p:sp>
        <p:nvSpPr>
          <p:cNvPr id="987140" name="Rectangle 4"/>
          <p:cNvSpPr>
            <a:spLocks noGrp="1" noChangeArrowheads="1"/>
          </p:cNvSpPr>
          <p:nvPr>
            <p:ph type="body" idx="1"/>
          </p:nvPr>
        </p:nvSpPr>
        <p:spPr>
          <a:xfrm>
            <a:off x="809625" y="1974850"/>
            <a:ext cx="7958138" cy="1687513"/>
          </a:xfrm>
        </p:spPr>
        <p:txBody>
          <a:bodyPr/>
          <a:lstStyle/>
          <a:p>
            <a:pPr marL="952500" indent="-952500" algn="ctr" eaLnBrk="1" hangingPunct="1">
              <a:lnSpc>
                <a:spcPct val="125000"/>
              </a:lnSpc>
              <a:buFont typeface="Wingdings" pitchFamily="2" charset="2"/>
              <a:buNone/>
              <a:defRPr/>
            </a:pPr>
            <a:r>
              <a:rPr lang="en-US" altLang="zh-CN" sz="2400" dirty="0" smtClean="0">
                <a:solidFill>
                  <a:srgbClr val="FF0000"/>
                </a:solidFill>
                <a:effectLst>
                  <a:outerShdw blurRad="38100" dist="38100" dir="2700000" algn="tl">
                    <a:srgbClr val="C0C0C0"/>
                  </a:outerShdw>
                </a:effectLst>
                <a:latin typeface="Comic Sans MS" pitchFamily="66" charset="0"/>
              </a:rPr>
              <a:t>T</a:t>
            </a:r>
            <a:r>
              <a:rPr lang="en-US" altLang="zh-CN" sz="2400" baseline="-25000" dirty="0" smtClean="0">
                <a:solidFill>
                  <a:srgbClr val="FF0000"/>
                </a:solidFill>
                <a:effectLst>
                  <a:outerShdw blurRad="38100" dist="38100" dir="2700000" algn="tl">
                    <a:srgbClr val="C0C0C0"/>
                  </a:outerShdw>
                </a:effectLst>
                <a:latin typeface="Comic Sans MS" pitchFamily="66" charset="0"/>
              </a:rPr>
              <a:t>SF</a:t>
            </a:r>
            <a:r>
              <a:rPr lang="en-US" altLang="zh-CN" sz="2400" dirty="0" smtClean="0">
                <a:solidFill>
                  <a:srgbClr val="FF0000"/>
                </a:solidFill>
                <a:effectLst>
                  <a:outerShdw blurRad="38100" dist="38100" dir="2700000" algn="tl">
                    <a:srgbClr val="C0C0C0"/>
                  </a:outerShdw>
                </a:effectLst>
                <a:latin typeface="Comic Sans MS" pitchFamily="66" charset="0"/>
              </a:rPr>
              <a:t> = (L／B)×(D+1)</a:t>
            </a:r>
          </a:p>
          <a:p>
            <a:pPr marL="895350" indent="-895350" eaLnBrk="1" hangingPunct="1">
              <a:lnSpc>
                <a:spcPct val="125000"/>
              </a:lnSpc>
              <a:buFont typeface="Wingdings" pitchFamily="2" charset="2"/>
              <a:buNone/>
              <a:defRPr/>
            </a:pPr>
            <a:r>
              <a:rPr lang="zh-CN" altLang="en-US" sz="2400" dirty="0" smtClean="0">
                <a:effectLst>
                  <a:outerShdw blurRad="38100" dist="38100" dir="2700000" algn="tl">
                    <a:srgbClr val="C0C0C0"/>
                  </a:outerShdw>
                </a:effectLst>
                <a:latin typeface="Comic Sans MS" pitchFamily="66" charset="0"/>
              </a:rPr>
              <a:t>其中</a:t>
            </a:r>
            <a:r>
              <a:rPr lang="zh-CN" altLang="en-US" sz="2400" dirty="0" smtClean="0">
                <a:latin typeface="Comic Sans MS" pitchFamily="66" charset="0"/>
              </a:rPr>
              <a:t>：</a:t>
            </a:r>
            <a:r>
              <a:rPr lang="en-US" altLang="zh-CN" sz="2400" dirty="0" smtClean="0">
                <a:solidFill>
                  <a:srgbClr val="FF0000"/>
                </a:solidFill>
                <a:effectLst>
                  <a:outerShdw blurRad="38100" dist="38100" dir="2700000" algn="tl">
                    <a:srgbClr val="C0C0C0"/>
                  </a:outerShdw>
                </a:effectLst>
                <a:latin typeface="Comic Sans MS" pitchFamily="66" charset="0"/>
              </a:rPr>
              <a:t>L</a:t>
            </a:r>
            <a:r>
              <a:rPr lang="zh-CN" altLang="en-US" sz="2400" dirty="0" smtClean="0">
                <a:latin typeface="Comic Sans MS" pitchFamily="66" charset="0"/>
              </a:rPr>
              <a:t>为信息包的长度；</a:t>
            </a:r>
            <a:r>
              <a:rPr lang="en-US" altLang="zh-CN" sz="2400" dirty="0" smtClean="0">
                <a:solidFill>
                  <a:srgbClr val="FF0000"/>
                </a:solidFill>
                <a:effectLst>
                  <a:outerShdw blurRad="38100" dist="38100" dir="2700000" algn="tl">
                    <a:srgbClr val="C0C0C0"/>
                  </a:outerShdw>
                </a:effectLst>
                <a:latin typeface="Comic Sans MS" pitchFamily="66" charset="0"/>
              </a:rPr>
              <a:t>D</a:t>
            </a:r>
            <a:r>
              <a:rPr lang="zh-CN" altLang="en-US" sz="2400" dirty="0" smtClean="0">
                <a:latin typeface="Comic Sans MS" pitchFamily="66" charset="0"/>
              </a:rPr>
              <a:t>为经过的</a:t>
            </a:r>
            <a:r>
              <a:rPr lang="zh-CN" altLang="en-US" sz="2400" dirty="0">
                <a:latin typeface="Comic Sans MS" pitchFamily="66" charset="0"/>
              </a:rPr>
              <a:t>中间</a:t>
            </a:r>
            <a:r>
              <a:rPr lang="zh-CN" altLang="en-US" sz="2400" dirty="0" smtClean="0">
                <a:latin typeface="Comic Sans MS" pitchFamily="66" charset="0"/>
              </a:rPr>
              <a:t>节点数；</a:t>
            </a:r>
            <a:r>
              <a:rPr lang="en-US" altLang="zh-CN" sz="2400" dirty="0" smtClean="0">
                <a:solidFill>
                  <a:srgbClr val="FF0000"/>
                </a:solidFill>
                <a:effectLst>
                  <a:outerShdw blurRad="38100" dist="38100" dir="2700000" algn="tl">
                    <a:srgbClr val="C0C0C0"/>
                  </a:outerShdw>
                </a:effectLst>
                <a:latin typeface="Comic Sans MS" pitchFamily="66" charset="0"/>
              </a:rPr>
              <a:t>B</a:t>
            </a:r>
            <a:r>
              <a:rPr lang="zh-CN" altLang="en-US" sz="2400" dirty="0" smtClean="0">
                <a:latin typeface="Comic Sans MS" pitchFamily="66" charset="0"/>
              </a:rPr>
              <a:t>为带宽。</a:t>
            </a:r>
          </a:p>
        </p:txBody>
      </p:sp>
      <p:sp>
        <p:nvSpPr>
          <p:cNvPr id="97285"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2 之 2</a:t>
            </a:r>
          </a:p>
        </p:txBody>
      </p:sp>
      <p:grpSp>
        <p:nvGrpSpPr>
          <p:cNvPr id="2" name="组合 1"/>
          <p:cNvGrpSpPr/>
          <p:nvPr/>
        </p:nvGrpSpPr>
        <p:grpSpPr>
          <a:xfrm>
            <a:off x="4644008" y="3501008"/>
            <a:ext cx="4464497" cy="2819400"/>
            <a:chOff x="827584" y="3501008"/>
            <a:chExt cx="8261703" cy="2819400"/>
          </a:xfrm>
        </p:grpSpPr>
        <p:sp>
          <p:nvSpPr>
            <p:cNvPr id="97286" name="Line 6"/>
            <p:cNvSpPr>
              <a:spLocks noChangeShapeType="1"/>
            </p:cNvSpPr>
            <p:nvPr/>
          </p:nvSpPr>
          <p:spPr bwMode="auto">
            <a:xfrm>
              <a:off x="1589584" y="6320408"/>
              <a:ext cx="7086600" cy="0"/>
            </a:xfrm>
            <a:prstGeom prst="line">
              <a:avLst/>
            </a:prstGeom>
            <a:noFill/>
            <a:ln w="38100">
              <a:solidFill>
                <a:schemeClr val="tx1"/>
              </a:solidFill>
              <a:round/>
              <a:headEnd/>
              <a:tailEnd type="arrow"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mn-lt"/>
              </a:endParaRPr>
            </a:p>
          </p:txBody>
        </p:sp>
        <p:sp>
          <p:nvSpPr>
            <p:cNvPr id="97287" name="Line 7"/>
            <p:cNvSpPr>
              <a:spLocks noChangeShapeType="1"/>
            </p:cNvSpPr>
            <p:nvPr/>
          </p:nvSpPr>
          <p:spPr bwMode="auto">
            <a:xfrm flipV="1">
              <a:off x="1589584" y="3501008"/>
              <a:ext cx="0" cy="2819400"/>
            </a:xfrm>
            <a:prstGeom prst="line">
              <a:avLst/>
            </a:prstGeom>
            <a:noFill/>
            <a:ln w="38100">
              <a:solidFill>
                <a:schemeClr val="tx1"/>
              </a:solidFill>
              <a:round/>
              <a:headEnd/>
              <a:tailEnd type="arrow"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mn-lt"/>
              </a:endParaRPr>
            </a:p>
          </p:txBody>
        </p:sp>
        <p:sp>
          <p:nvSpPr>
            <p:cNvPr id="97288" name="Rectangle 8"/>
            <p:cNvSpPr>
              <a:spLocks noChangeArrowheads="1"/>
            </p:cNvSpPr>
            <p:nvPr/>
          </p:nvSpPr>
          <p:spPr bwMode="auto">
            <a:xfrm>
              <a:off x="1589584" y="4339208"/>
              <a:ext cx="304800" cy="304800"/>
            </a:xfrm>
            <a:prstGeom prst="rect">
              <a:avLst/>
            </a:prstGeom>
            <a:solidFill>
              <a:schemeClr val="accent1"/>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1400" b="0">
                <a:latin typeface="+mn-lt"/>
                <a:ea typeface="宋体" charset="-122"/>
              </a:endParaRPr>
            </a:p>
          </p:txBody>
        </p:sp>
        <p:sp>
          <p:nvSpPr>
            <p:cNvPr id="97289" name="Rectangle 9"/>
            <p:cNvSpPr>
              <a:spLocks noChangeArrowheads="1"/>
            </p:cNvSpPr>
            <p:nvPr/>
          </p:nvSpPr>
          <p:spPr bwMode="auto">
            <a:xfrm>
              <a:off x="3113584" y="4796408"/>
              <a:ext cx="304800" cy="304800"/>
            </a:xfrm>
            <a:prstGeom prst="rect">
              <a:avLst/>
            </a:prstGeom>
            <a:solidFill>
              <a:schemeClr val="accent1"/>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1400" b="0">
                <a:latin typeface="+mn-lt"/>
                <a:ea typeface="宋体" charset="-122"/>
              </a:endParaRPr>
            </a:p>
          </p:txBody>
        </p:sp>
        <p:sp>
          <p:nvSpPr>
            <p:cNvPr id="97290" name="Rectangle 10"/>
            <p:cNvSpPr>
              <a:spLocks noChangeArrowheads="1"/>
            </p:cNvSpPr>
            <p:nvPr/>
          </p:nvSpPr>
          <p:spPr bwMode="auto">
            <a:xfrm>
              <a:off x="4637584" y="5253608"/>
              <a:ext cx="304800" cy="304800"/>
            </a:xfrm>
            <a:prstGeom prst="rect">
              <a:avLst/>
            </a:prstGeom>
            <a:solidFill>
              <a:schemeClr val="accent1"/>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1400" b="0">
                <a:latin typeface="+mn-lt"/>
                <a:ea typeface="宋体" charset="-122"/>
              </a:endParaRPr>
            </a:p>
          </p:txBody>
        </p:sp>
        <p:sp>
          <p:nvSpPr>
            <p:cNvPr id="97291" name="Rectangle 11"/>
            <p:cNvSpPr>
              <a:spLocks noChangeArrowheads="1"/>
            </p:cNvSpPr>
            <p:nvPr/>
          </p:nvSpPr>
          <p:spPr bwMode="auto">
            <a:xfrm>
              <a:off x="6237784" y="5710808"/>
              <a:ext cx="304800" cy="304800"/>
            </a:xfrm>
            <a:prstGeom prst="rect">
              <a:avLst/>
            </a:prstGeom>
            <a:solidFill>
              <a:schemeClr val="accent1"/>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1400" b="0">
                <a:latin typeface="+mn-lt"/>
                <a:ea typeface="宋体" charset="-122"/>
              </a:endParaRPr>
            </a:p>
          </p:txBody>
        </p:sp>
        <p:sp>
          <p:nvSpPr>
            <p:cNvPr id="97292" name="Rectangle 15"/>
            <p:cNvSpPr>
              <a:spLocks noChangeArrowheads="1"/>
            </p:cNvSpPr>
            <p:nvPr/>
          </p:nvSpPr>
          <p:spPr bwMode="auto">
            <a:xfrm>
              <a:off x="6542584" y="5710808"/>
              <a:ext cx="1219200" cy="30480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1400" b="0">
                <a:latin typeface="+mn-lt"/>
                <a:ea typeface="宋体" charset="-122"/>
              </a:endParaRPr>
            </a:p>
          </p:txBody>
        </p:sp>
        <p:sp>
          <p:nvSpPr>
            <p:cNvPr id="97293" name="Rectangle 16"/>
            <p:cNvSpPr>
              <a:spLocks noChangeArrowheads="1"/>
            </p:cNvSpPr>
            <p:nvPr/>
          </p:nvSpPr>
          <p:spPr bwMode="auto">
            <a:xfrm>
              <a:off x="1894384" y="4339208"/>
              <a:ext cx="1219200" cy="30480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1400" b="0">
                <a:latin typeface="+mn-lt"/>
                <a:ea typeface="宋体" charset="-122"/>
              </a:endParaRPr>
            </a:p>
          </p:txBody>
        </p:sp>
        <p:sp>
          <p:nvSpPr>
            <p:cNvPr id="97294" name="Rectangle 23"/>
            <p:cNvSpPr>
              <a:spLocks noChangeArrowheads="1"/>
            </p:cNvSpPr>
            <p:nvPr/>
          </p:nvSpPr>
          <p:spPr bwMode="auto">
            <a:xfrm>
              <a:off x="4942384" y="5253608"/>
              <a:ext cx="1219200" cy="30480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1400" b="0">
                <a:latin typeface="+mn-lt"/>
                <a:ea typeface="宋体" charset="-122"/>
              </a:endParaRPr>
            </a:p>
          </p:txBody>
        </p:sp>
        <p:sp>
          <p:nvSpPr>
            <p:cNvPr id="97295" name="Rectangle 24"/>
            <p:cNvSpPr>
              <a:spLocks noChangeArrowheads="1"/>
            </p:cNvSpPr>
            <p:nvPr/>
          </p:nvSpPr>
          <p:spPr bwMode="auto">
            <a:xfrm>
              <a:off x="3418384" y="4796408"/>
              <a:ext cx="1219200" cy="30480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1400" b="0">
                <a:latin typeface="+mn-lt"/>
                <a:ea typeface="宋体" charset="-122"/>
              </a:endParaRPr>
            </a:p>
          </p:txBody>
        </p:sp>
        <p:sp>
          <p:nvSpPr>
            <p:cNvPr id="97296" name="Line 28"/>
            <p:cNvSpPr>
              <a:spLocks noChangeShapeType="1"/>
            </p:cNvSpPr>
            <p:nvPr/>
          </p:nvSpPr>
          <p:spPr bwMode="auto">
            <a:xfrm>
              <a:off x="7837984" y="4339208"/>
              <a:ext cx="4572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mn-lt"/>
              </a:endParaRPr>
            </a:p>
          </p:txBody>
        </p:sp>
        <p:sp>
          <p:nvSpPr>
            <p:cNvPr id="97297" name="Line 29"/>
            <p:cNvSpPr>
              <a:spLocks noChangeShapeType="1"/>
            </p:cNvSpPr>
            <p:nvPr/>
          </p:nvSpPr>
          <p:spPr bwMode="auto">
            <a:xfrm>
              <a:off x="7837984" y="6015608"/>
              <a:ext cx="4572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mn-lt"/>
              </a:endParaRPr>
            </a:p>
          </p:txBody>
        </p:sp>
        <p:sp>
          <p:nvSpPr>
            <p:cNvPr id="97298" name="Line 30"/>
            <p:cNvSpPr>
              <a:spLocks noChangeShapeType="1"/>
            </p:cNvSpPr>
            <p:nvPr/>
          </p:nvSpPr>
          <p:spPr bwMode="auto">
            <a:xfrm flipV="1">
              <a:off x="8066584" y="4339208"/>
              <a:ext cx="0" cy="609600"/>
            </a:xfrm>
            <a:prstGeom prst="line">
              <a:avLst/>
            </a:prstGeom>
            <a:noFill/>
            <a:ln w="38100">
              <a:solidFill>
                <a:schemeClr val="tx1"/>
              </a:solidFill>
              <a:round/>
              <a:headEnd/>
              <a:tailEnd type="arrow"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mn-lt"/>
              </a:endParaRPr>
            </a:p>
          </p:txBody>
        </p:sp>
        <p:sp>
          <p:nvSpPr>
            <p:cNvPr id="97299" name="Line 31"/>
            <p:cNvSpPr>
              <a:spLocks noChangeShapeType="1"/>
            </p:cNvSpPr>
            <p:nvPr/>
          </p:nvSpPr>
          <p:spPr bwMode="auto">
            <a:xfrm>
              <a:off x="8066584" y="5406008"/>
              <a:ext cx="0" cy="609600"/>
            </a:xfrm>
            <a:prstGeom prst="line">
              <a:avLst/>
            </a:prstGeom>
            <a:noFill/>
            <a:ln w="38100">
              <a:solidFill>
                <a:schemeClr val="tx1"/>
              </a:solidFill>
              <a:round/>
              <a:headEnd/>
              <a:tailEnd type="arrow"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mn-lt"/>
              </a:endParaRPr>
            </a:p>
          </p:txBody>
        </p:sp>
        <p:sp>
          <p:nvSpPr>
            <p:cNvPr id="97300" name="Text Box 32"/>
            <p:cNvSpPr txBox="1">
              <a:spLocks noChangeArrowheads="1"/>
            </p:cNvSpPr>
            <p:nvPr/>
          </p:nvSpPr>
          <p:spPr bwMode="auto">
            <a:xfrm>
              <a:off x="7764344" y="5013176"/>
              <a:ext cx="38100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en-US" altLang="zh-CN" sz="1400" dirty="0">
                  <a:latin typeface="+mn-lt"/>
                  <a:ea typeface="宋体" charset="-122"/>
                </a:rPr>
                <a:t>D</a:t>
              </a:r>
            </a:p>
          </p:txBody>
        </p:sp>
        <p:sp>
          <p:nvSpPr>
            <p:cNvPr id="97301" name="Line 33"/>
            <p:cNvSpPr>
              <a:spLocks noChangeShapeType="1"/>
            </p:cNvSpPr>
            <p:nvPr/>
          </p:nvSpPr>
          <p:spPr bwMode="auto">
            <a:xfrm flipV="1">
              <a:off x="7761784" y="3729608"/>
              <a:ext cx="0" cy="6096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mn-lt"/>
              </a:endParaRPr>
            </a:p>
          </p:txBody>
        </p:sp>
        <p:sp>
          <p:nvSpPr>
            <p:cNvPr id="97302" name="Line 34"/>
            <p:cNvSpPr>
              <a:spLocks noChangeShapeType="1"/>
            </p:cNvSpPr>
            <p:nvPr/>
          </p:nvSpPr>
          <p:spPr bwMode="auto">
            <a:xfrm flipH="1" flipV="1">
              <a:off x="1589584" y="3958208"/>
              <a:ext cx="2667000" cy="0"/>
            </a:xfrm>
            <a:prstGeom prst="line">
              <a:avLst/>
            </a:prstGeom>
            <a:noFill/>
            <a:ln w="38100">
              <a:solidFill>
                <a:schemeClr val="tx1"/>
              </a:solidFill>
              <a:prstDash val="sysDot"/>
              <a:round/>
              <a:headEnd/>
              <a:tailEnd type="arrow"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mn-lt"/>
              </a:endParaRPr>
            </a:p>
          </p:txBody>
        </p:sp>
        <p:sp>
          <p:nvSpPr>
            <p:cNvPr id="97303" name="Line 35"/>
            <p:cNvSpPr>
              <a:spLocks noChangeShapeType="1"/>
            </p:cNvSpPr>
            <p:nvPr/>
          </p:nvSpPr>
          <p:spPr bwMode="auto">
            <a:xfrm flipV="1">
              <a:off x="5094784" y="3958208"/>
              <a:ext cx="2667000" cy="0"/>
            </a:xfrm>
            <a:prstGeom prst="line">
              <a:avLst/>
            </a:prstGeom>
            <a:noFill/>
            <a:ln w="38100">
              <a:solidFill>
                <a:schemeClr val="tx1"/>
              </a:solidFill>
              <a:round/>
              <a:headEnd/>
              <a:tailEnd type="arrow"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mn-lt"/>
              </a:endParaRPr>
            </a:p>
          </p:txBody>
        </p:sp>
        <p:sp>
          <p:nvSpPr>
            <p:cNvPr id="97304" name="Text Box 36"/>
            <p:cNvSpPr txBox="1">
              <a:spLocks noChangeArrowheads="1"/>
            </p:cNvSpPr>
            <p:nvPr/>
          </p:nvSpPr>
          <p:spPr bwMode="auto">
            <a:xfrm>
              <a:off x="4238729" y="3798616"/>
              <a:ext cx="83819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en-US" altLang="zh-CN" sz="1400" dirty="0">
                  <a:latin typeface="+mn-lt"/>
                  <a:ea typeface="宋体" charset="-122"/>
                </a:rPr>
                <a:t>T</a:t>
              </a:r>
              <a:r>
                <a:rPr lang="en-US" altLang="zh-CN" sz="1400" baseline="-25000" dirty="0">
                  <a:latin typeface="+mn-lt"/>
                  <a:ea typeface="宋体" charset="-122"/>
                </a:rPr>
                <a:t>SF</a:t>
              </a:r>
            </a:p>
          </p:txBody>
        </p:sp>
        <p:sp>
          <p:nvSpPr>
            <p:cNvPr id="97305" name="Text Box 37"/>
            <p:cNvSpPr txBox="1">
              <a:spLocks noChangeArrowheads="1"/>
            </p:cNvSpPr>
            <p:nvPr/>
          </p:nvSpPr>
          <p:spPr bwMode="auto">
            <a:xfrm>
              <a:off x="8038984" y="6001543"/>
              <a:ext cx="1050303"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400" dirty="0">
                  <a:latin typeface="+mn-lt"/>
                </a:rPr>
                <a:t>时间</a:t>
              </a:r>
            </a:p>
          </p:txBody>
        </p:sp>
        <p:sp>
          <p:nvSpPr>
            <p:cNvPr id="97306" name="Text Box 38"/>
            <p:cNvSpPr txBox="1">
              <a:spLocks noChangeArrowheads="1"/>
            </p:cNvSpPr>
            <p:nvPr/>
          </p:nvSpPr>
          <p:spPr bwMode="auto">
            <a:xfrm>
              <a:off x="827584" y="4339208"/>
              <a:ext cx="76200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r" eaLnBrk="1" hangingPunct="1">
                <a:spcBef>
                  <a:spcPct val="50000"/>
                </a:spcBef>
                <a:buFont typeface="Wingdings" pitchFamily="2" charset="2"/>
                <a:buNone/>
              </a:pPr>
              <a:r>
                <a:rPr lang="en-US" altLang="zh-CN" sz="1400">
                  <a:latin typeface="+mn-lt"/>
                  <a:ea typeface="宋体" charset="-122"/>
                </a:rPr>
                <a:t>N1</a:t>
              </a:r>
            </a:p>
          </p:txBody>
        </p:sp>
        <p:sp>
          <p:nvSpPr>
            <p:cNvPr id="97307" name="Text Box 39"/>
            <p:cNvSpPr txBox="1">
              <a:spLocks noChangeArrowheads="1"/>
            </p:cNvSpPr>
            <p:nvPr/>
          </p:nvSpPr>
          <p:spPr bwMode="auto">
            <a:xfrm>
              <a:off x="827584" y="4796408"/>
              <a:ext cx="76200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r" eaLnBrk="1" hangingPunct="1">
                <a:spcBef>
                  <a:spcPct val="50000"/>
                </a:spcBef>
                <a:buFont typeface="Wingdings" pitchFamily="2" charset="2"/>
                <a:buNone/>
              </a:pPr>
              <a:r>
                <a:rPr lang="en-US" altLang="zh-CN" sz="1400">
                  <a:latin typeface="+mn-lt"/>
                  <a:ea typeface="宋体" charset="-122"/>
                </a:rPr>
                <a:t>N2</a:t>
              </a:r>
            </a:p>
          </p:txBody>
        </p:sp>
        <p:sp>
          <p:nvSpPr>
            <p:cNvPr id="97308" name="Text Box 40"/>
            <p:cNvSpPr txBox="1">
              <a:spLocks noChangeArrowheads="1"/>
            </p:cNvSpPr>
            <p:nvPr/>
          </p:nvSpPr>
          <p:spPr bwMode="auto">
            <a:xfrm>
              <a:off x="827584" y="5253608"/>
              <a:ext cx="76200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r" eaLnBrk="1" hangingPunct="1">
                <a:spcBef>
                  <a:spcPct val="50000"/>
                </a:spcBef>
                <a:buFont typeface="Wingdings" pitchFamily="2" charset="2"/>
                <a:buNone/>
              </a:pPr>
              <a:r>
                <a:rPr lang="en-US" altLang="zh-CN" sz="1400">
                  <a:latin typeface="+mn-lt"/>
                  <a:ea typeface="宋体" charset="-122"/>
                </a:rPr>
                <a:t>N3</a:t>
              </a:r>
            </a:p>
          </p:txBody>
        </p:sp>
        <p:sp>
          <p:nvSpPr>
            <p:cNvPr id="97309" name="Text Box 41"/>
            <p:cNvSpPr txBox="1">
              <a:spLocks noChangeArrowheads="1"/>
            </p:cNvSpPr>
            <p:nvPr/>
          </p:nvSpPr>
          <p:spPr bwMode="auto">
            <a:xfrm>
              <a:off x="827584" y="5710808"/>
              <a:ext cx="76200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r" eaLnBrk="1" hangingPunct="1">
                <a:spcBef>
                  <a:spcPct val="50000"/>
                </a:spcBef>
                <a:buFont typeface="Wingdings" pitchFamily="2" charset="2"/>
                <a:buNone/>
              </a:pPr>
              <a:r>
                <a:rPr lang="en-US" altLang="zh-CN" sz="1400">
                  <a:latin typeface="+mn-lt"/>
                  <a:ea typeface="宋体" charset="-122"/>
                </a:rPr>
                <a:t>N4</a:t>
              </a:r>
            </a:p>
          </p:txBody>
        </p:sp>
        <p:sp>
          <p:nvSpPr>
            <p:cNvPr id="97310" name="Line 42"/>
            <p:cNvSpPr>
              <a:spLocks noChangeShapeType="1"/>
            </p:cNvSpPr>
            <p:nvPr/>
          </p:nvSpPr>
          <p:spPr bwMode="auto">
            <a:xfrm flipV="1">
              <a:off x="3113584" y="4110608"/>
              <a:ext cx="0" cy="2286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mn-lt"/>
              </a:endParaRPr>
            </a:p>
          </p:txBody>
        </p:sp>
        <p:sp>
          <p:nvSpPr>
            <p:cNvPr id="97311" name="Text Box 43"/>
            <p:cNvSpPr txBox="1">
              <a:spLocks noChangeArrowheads="1"/>
            </p:cNvSpPr>
            <p:nvPr/>
          </p:nvSpPr>
          <p:spPr bwMode="auto">
            <a:xfrm>
              <a:off x="1870972" y="4031449"/>
              <a:ext cx="876302"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en-US" altLang="zh-CN" sz="1400" dirty="0">
                  <a:latin typeface="+mn-lt"/>
                  <a:ea typeface="宋体" charset="-122"/>
                </a:rPr>
                <a:t>L/B</a:t>
              </a:r>
              <a:endParaRPr lang="en-US" altLang="zh-CN" sz="1400" baseline="-25000" dirty="0">
                <a:latin typeface="+mn-lt"/>
                <a:ea typeface="宋体" charset="-122"/>
              </a:endParaRPr>
            </a:p>
          </p:txBody>
        </p:sp>
        <p:sp>
          <p:nvSpPr>
            <p:cNvPr id="97312" name="Line 44"/>
            <p:cNvSpPr>
              <a:spLocks noChangeShapeType="1"/>
            </p:cNvSpPr>
            <p:nvPr/>
          </p:nvSpPr>
          <p:spPr bwMode="auto">
            <a:xfrm flipH="1" flipV="1">
              <a:off x="1589584" y="4186808"/>
              <a:ext cx="457200" cy="0"/>
            </a:xfrm>
            <a:prstGeom prst="line">
              <a:avLst/>
            </a:prstGeom>
            <a:noFill/>
            <a:ln w="38100">
              <a:solidFill>
                <a:schemeClr val="tx1"/>
              </a:solidFill>
              <a:round/>
              <a:headEnd/>
              <a:tailEnd type="arrow"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mn-lt"/>
              </a:endParaRPr>
            </a:p>
          </p:txBody>
        </p:sp>
        <p:sp>
          <p:nvSpPr>
            <p:cNvPr id="97313" name="Line 45"/>
            <p:cNvSpPr>
              <a:spLocks noChangeShapeType="1"/>
            </p:cNvSpPr>
            <p:nvPr/>
          </p:nvSpPr>
          <p:spPr bwMode="auto">
            <a:xfrm flipV="1">
              <a:off x="2580184" y="4186808"/>
              <a:ext cx="533400" cy="0"/>
            </a:xfrm>
            <a:prstGeom prst="line">
              <a:avLst/>
            </a:prstGeom>
            <a:noFill/>
            <a:ln w="38100">
              <a:solidFill>
                <a:schemeClr val="tx1"/>
              </a:solidFill>
              <a:round/>
              <a:headEnd/>
              <a:tailEnd type="arrow"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mn-lt"/>
              </a:endParaRPr>
            </a:p>
          </p:txBody>
        </p:sp>
        <p:sp>
          <p:nvSpPr>
            <p:cNvPr id="97314" name="Text Box 46"/>
            <p:cNvSpPr txBox="1">
              <a:spLocks noChangeArrowheads="1"/>
            </p:cNvSpPr>
            <p:nvPr/>
          </p:nvSpPr>
          <p:spPr bwMode="auto">
            <a:xfrm>
              <a:off x="2503984" y="5144338"/>
              <a:ext cx="45720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400" dirty="0">
                  <a:latin typeface="+mn-lt"/>
                </a:rPr>
                <a:t>头</a:t>
              </a:r>
            </a:p>
          </p:txBody>
        </p:sp>
        <p:sp>
          <p:nvSpPr>
            <p:cNvPr id="97315" name="Text Box 47"/>
            <p:cNvSpPr txBox="1">
              <a:spLocks noChangeArrowheads="1"/>
            </p:cNvSpPr>
            <p:nvPr/>
          </p:nvSpPr>
          <p:spPr bwMode="auto">
            <a:xfrm>
              <a:off x="3492649" y="4345359"/>
              <a:ext cx="121920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400" dirty="0">
                  <a:latin typeface="+mn-lt"/>
                </a:rPr>
                <a:t>数据</a:t>
              </a:r>
            </a:p>
          </p:txBody>
        </p:sp>
        <p:sp>
          <p:nvSpPr>
            <p:cNvPr id="97316" name="Text Box 48"/>
            <p:cNvSpPr txBox="1">
              <a:spLocks noChangeArrowheads="1"/>
            </p:cNvSpPr>
            <p:nvPr/>
          </p:nvSpPr>
          <p:spPr bwMode="auto">
            <a:xfrm>
              <a:off x="3490970" y="5125652"/>
              <a:ext cx="45720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400" dirty="0">
                  <a:latin typeface="+mn-lt"/>
                </a:rPr>
                <a:t>包</a:t>
              </a:r>
            </a:p>
          </p:txBody>
        </p:sp>
        <p:sp>
          <p:nvSpPr>
            <p:cNvPr id="97317" name="Freeform 50"/>
            <p:cNvSpPr>
              <a:spLocks/>
            </p:cNvSpPr>
            <p:nvPr/>
          </p:nvSpPr>
          <p:spPr bwMode="auto">
            <a:xfrm>
              <a:off x="2808784" y="4948808"/>
              <a:ext cx="228600" cy="228600"/>
            </a:xfrm>
            <a:custGeom>
              <a:avLst/>
              <a:gdLst>
                <a:gd name="T0" fmla="*/ 0 w 144"/>
                <a:gd name="T1" fmla="*/ 2147483647 h 144"/>
                <a:gd name="T2" fmla="*/ 2147483647 w 144"/>
                <a:gd name="T3" fmla="*/ 2147483647 h 144"/>
                <a:gd name="T4" fmla="*/ 2147483647 w 144"/>
                <a:gd name="T5" fmla="*/ 0 h 144"/>
                <a:gd name="T6" fmla="*/ 0 60000 65536"/>
                <a:gd name="T7" fmla="*/ 0 60000 65536"/>
                <a:gd name="T8" fmla="*/ 0 60000 65536"/>
              </a:gdLst>
              <a:ahLst/>
              <a:cxnLst>
                <a:cxn ang="T6">
                  <a:pos x="T0" y="T1"/>
                </a:cxn>
                <a:cxn ang="T7">
                  <a:pos x="T2" y="T3"/>
                </a:cxn>
                <a:cxn ang="T8">
                  <a:pos x="T4" y="T5"/>
                </a:cxn>
              </a:cxnLst>
              <a:rect l="0" t="0" r="r" b="b"/>
              <a:pathLst>
                <a:path w="144" h="144">
                  <a:moveTo>
                    <a:pt x="0" y="144"/>
                  </a:moveTo>
                  <a:cubicBezTo>
                    <a:pt x="12" y="108"/>
                    <a:pt x="24" y="72"/>
                    <a:pt x="48" y="48"/>
                  </a:cubicBezTo>
                  <a:cubicBezTo>
                    <a:pt x="72" y="24"/>
                    <a:pt x="120" y="8"/>
                    <a:pt x="144" y="0"/>
                  </a:cubicBezTo>
                </a:path>
              </a:pathLst>
            </a:custGeom>
            <a:noFill/>
            <a:ln w="38100" cap="flat" cmpd="sng">
              <a:solidFill>
                <a:schemeClr val="tx1"/>
              </a:solidFill>
              <a:prstDash val="solid"/>
              <a:round/>
              <a:headEnd/>
              <a:tailEnd type="arrow"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mn-lt"/>
              </a:endParaRPr>
            </a:p>
          </p:txBody>
        </p:sp>
        <p:sp>
          <p:nvSpPr>
            <p:cNvPr id="97318" name="AutoShape 51"/>
            <p:cNvSpPr>
              <a:spLocks/>
            </p:cNvSpPr>
            <p:nvPr/>
          </p:nvSpPr>
          <p:spPr bwMode="auto">
            <a:xfrm rot="-5400000">
              <a:off x="3951784" y="4110608"/>
              <a:ext cx="152400" cy="1219200"/>
            </a:xfrm>
            <a:prstGeom prst="rightBrace">
              <a:avLst>
                <a:gd name="adj1" fmla="val 66667"/>
                <a:gd name="adj2" fmla="val 50000"/>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1400" b="0">
                <a:latin typeface="+mn-lt"/>
                <a:ea typeface="宋体" charset="-122"/>
              </a:endParaRPr>
            </a:p>
          </p:txBody>
        </p:sp>
      </p:grpSp>
      <p:grpSp>
        <p:nvGrpSpPr>
          <p:cNvPr id="40" name="组合 39"/>
          <p:cNvGrpSpPr/>
          <p:nvPr/>
        </p:nvGrpSpPr>
        <p:grpSpPr>
          <a:xfrm>
            <a:off x="683568" y="4199409"/>
            <a:ext cx="3853345" cy="1893887"/>
            <a:chOff x="1835150" y="1312863"/>
            <a:chExt cx="5400675" cy="1893887"/>
          </a:xfrm>
        </p:grpSpPr>
        <p:sp>
          <p:nvSpPr>
            <p:cNvPr id="41" name="Rectangle 8"/>
            <p:cNvSpPr>
              <a:spLocks noChangeArrowheads="1"/>
            </p:cNvSpPr>
            <p:nvPr/>
          </p:nvSpPr>
          <p:spPr bwMode="auto">
            <a:xfrm>
              <a:off x="2093913" y="2665413"/>
              <a:ext cx="960437" cy="541337"/>
            </a:xfrm>
            <a:prstGeom prst="rect">
              <a:avLst/>
            </a:prstGeom>
            <a:solidFill>
              <a:srgbClr val="FFFF99"/>
            </a:solidFill>
            <a:ln w="9525">
              <a:solidFill>
                <a:srgbClr val="000000"/>
              </a:solidFill>
              <a:miter lim="800000"/>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400" b="1">
                <a:solidFill>
                  <a:schemeClr val="tx1"/>
                </a:solidFill>
                <a:latin typeface="宋体" panose="02010600030101010101" pitchFamily="2" charset="-122"/>
                <a:ea typeface="宋体" panose="02010600030101010101" pitchFamily="2" charset="-122"/>
              </a:endParaRPr>
            </a:p>
          </p:txBody>
        </p:sp>
        <p:sp>
          <p:nvSpPr>
            <p:cNvPr id="42" name="Rectangle 10"/>
            <p:cNvSpPr>
              <a:spLocks noChangeArrowheads="1"/>
            </p:cNvSpPr>
            <p:nvPr/>
          </p:nvSpPr>
          <p:spPr bwMode="auto">
            <a:xfrm>
              <a:off x="3400425" y="2665413"/>
              <a:ext cx="960438" cy="541337"/>
            </a:xfrm>
            <a:prstGeom prst="rect">
              <a:avLst/>
            </a:prstGeom>
            <a:solidFill>
              <a:srgbClr val="FFFF99"/>
            </a:solidFill>
            <a:ln w="9525">
              <a:solidFill>
                <a:srgbClr val="000000"/>
              </a:solidFill>
              <a:miter lim="800000"/>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400" b="1">
                <a:solidFill>
                  <a:schemeClr val="tx1"/>
                </a:solidFill>
                <a:latin typeface="宋体" panose="02010600030101010101" pitchFamily="2" charset="-122"/>
                <a:ea typeface="宋体" panose="02010600030101010101" pitchFamily="2" charset="-122"/>
              </a:endParaRPr>
            </a:p>
          </p:txBody>
        </p:sp>
        <p:sp>
          <p:nvSpPr>
            <p:cNvPr id="43" name="Line 17"/>
            <p:cNvSpPr>
              <a:spLocks noChangeShapeType="1"/>
            </p:cNvSpPr>
            <p:nvPr/>
          </p:nvSpPr>
          <p:spPr bwMode="auto">
            <a:xfrm>
              <a:off x="1835150" y="1882775"/>
              <a:ext cx="32702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400" b="1">
                <a:latin typeface="宋体" panose="02010600030101010101" pitchFamily="2" charset="-122"/>
                <a:ea typeface="宋体" panose="02010600030101010101" pitchFamily="2" charset="-122"/>
              </a:endParaRPr>
            </a:p>
          </p:txBody>
        </p:sp>
        <p:sp>
          <p:nvSpPr>
            <p:cNvPr id="44" name="Rectangle 18"/>
            <p:cNvSpPr>
              <a:spLocks noChangeArrowheads="1"/>
            </p:cNvSpPr>
            <p:nvPr/>
          </p:nvSpPr>
          <p:spPr bwMode="auto">
            <a:xfrm>
              <a:off x="2093913" y="1703388"/>
              <a:ext cx="960437" cy="541337"/>
            </a:xfrm>
            <a:prstGeom prst="rect">
              <a:avLst/>
            </a:prstGeom>
            <a:solidFill>
              <a:srgbClr val="FFFF99"/>
            </a:solidFill>
            <a:ln w="9525">
              <a:solidFill>
                <a:srgbClr val="000000"/>
              </a:solidFill>
              <a:miter lim="800000"/>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400" b="1">
                <a:solidFill>
                  <a:schemeClr val="tx1"/>
                </a:solidFill>
                <a:latin typeface="宋体" panose="02010600030101010101" pitchFamily="2" charset="-122"/>
                <a:ea typeface="宋体" panose="02010600030101010101" pitchFamily="2" charset="-122"/>
              </a:endParaRPr>
            </a:p>
          </p:txBody>
        </p:sp>
        <p:sp>
          <p:nvSpPr>
            <p:cNvPr id="45" name="Text Box 20"/>
            <p:cNvSpPr txBox="1">
              <a:spLocks noChangeArrowheads="1"/>
            </p:cNvSpPr>
            <p:nvPr/>
          </p:nvSpPr>
          <p:spPr bwMode="auto">
            <a:xfrm>
              <a:off x="2138363" y="1312863"/>
              <a:ext cx="1209675"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algn="just" eaLnBrk="1" hangingPunct="1">
                <a:lnSpc>
                  <a:spcPct val="100000"/>
                </a:lnSpc>
                <a:spcBef>
                  <a:spcPct val="0"/>
                </a:spcBef>
                <a:buClrTx/>
                <a:buFontTx/>
                <a:buNone/>
              </a:pPr>
              <a:r>
                <a:rPr lang="zh-CN" altLang="en-US" sz="1400" b="1" dirty="0" smtClean="0">
                  <a:solidFill>
                    <a:schemeClr val="tx1"/>
                  </a:solidFill>
                  <a:latin typeface="宋体" panose="02010600030101010101" pitchFamily="2" charset="-122"/>
                  <a:ea typeface="宋体" panose="02010600030101010101" pitchFamily="2" charset="-122"/>
                </a:rPr>
                <a:t>源节点</a:t>
              </a:r>
              <a:endParaRPr lang="zh-CN" altLang="en-US" sz="1400" b="1" dirty="0">
                <a:solidFill>
                  <a:schemeClr val="tx1"/>
                </a:solidFill>
                <a:latin typeface="宋体" panose="02010600030101010101" pitchFamily="2" charset="-122"/>
                <a:ea typeface="宋体" panose="02010600030101010101" pitchFamily="2" charset="-122"/>
              </a:endParaRPr>
            </a:p>
          </p:txBody>
        </p:sp>
        <p:sp>
          <p:nvSpPr>
            <p:cNvPr id="46" name="Line 21"/>
            <p:cNvSpPr>
              <a:spLocks noChangeShapeType="1"/>
            </p:cNvSpPr>
            <p:nvPr/>
          </p:nvSpPr>
          <p:spPr bwMode="auto">
            <a:xfrm>
              <a:off x="1835150" y="1882775"/>
              <a:ext cx="0" cy="9636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400" b="1">
                <a:latin typeface="宋体" panose="02010600030101010101" pitchFamily="2" charset="-122"/>
                <a:ea typeface="宋体" panose="02010600030101010101" pitchFamily="2" charset="-122"/>
              </a:endParaRPr>
            </a:p>
          </p:txBody>
        </p:sp>
        <p:sp>
          <p:nvSpPr>
            <p:cNvPr id="47" name="Text Box 22"/>
            <p:cNvSpPr txBox="1">
              <a:spLocks noChangeArrowheads="1"/>
            </p:cNvSpPr>
            <p:nvPr/>
          </p:nvSpPr>
          <p:spPr bwMode="auto">
            <a:xfrm>
              <a:off x="5811594" y="1327150"/>
              <a:ext cx="1296988" cy="42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algn="just" eaLnBrk="1" hangingPunct="1">
                <a:lnSpc>
                  <a:spcPct val="100000"/>
                </a:lnSpc>
                <a:spcBef>
                  <a:spcPct val="0"/>
                </a:spcBef>
                <a:buClrTx/>
                <a:buFontTx/>
                <a:buNone/>
              </a:pPr>
              <a:r>
                <a:rPr lang="zh-CN" altLang="en-US" sz="1400" b="1" dirty="0" smtClean="0">
                  <a:solidFill>
                    <a:schemeClr val="tx1"/>
                  </a:solidFill>
                  <a:latin typeface="宋体" panose="02010600030101010101" pitchFamily="2" charset="-122"/>
                  <a:ea typeface="宋体" panose="02010600030101010101" pitchFamily="2" charset="-122"/>
                </a:rPr>
                <a:t>目的节点</a:t>
              </a:r>
              <a:endParaRPr lang="zh-CN" altLang="en-US" sz="1400" b="1" dirty="0">
                <a:solidFill>
                  <a:schemeClr val="tx1"/>
                </a:solidFill>
                <a:latin typeface="宋体" panose="02010600030101010101" pitchFamily="2" charset="-122"/>
                <a:ea typeface="宋体" panose="02010600030101010101" pitchFamily="2" charset="-122"/>
              </a:endParaRPr>
            </a:p>
          </p:txBody>
        </p:sp>
        <p:sp>
          <p:nvSpPr>
            <p:cNvPr id="48" name="Text Box 23"/>
            <p:cNvSpPr txBox="1">
              <a:spLocks noChangeArrowheads="1"/>
            </p:cNvSpPr>
            <p:nvPr/>
          </p:nvSpPr>
          <p:spPr bwMode="auto">
            <a:xfrm>
              <a:off x="2044094" y="1951726"/>
              <a:ext cx="1147023"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algn="just" eaLnBrk="1" hangingPunct="1">
                <a:lnSpc>
                  <a:spcPct val="100000"/>
                </a:lnSpc>
                <a:spcBef>
                  <a:spcPct val="0"/>
                </a:spcBef>
                <a:buClrTx/>
                <a:buFontTx/>
                <a:buNone/>
              </a:pPr>
              <a:r>
                <a:rPr lang="zh-CN" altLang="en-US" sz="1400" b="1" dirty="0">
                  <a:solidFill>
                    <a:srgbClr val="CC0000"/>
                  </a:solidFill>
                  <a:latin typeface="宋体" panose="02010600030101010101" pitchFamily="2" charset="-122"/>
                  <a:ea typeface="宋体" panose="02010600030101010101" pitchFamily="2" charset="-122"/>
                </a:rPr>
                <a:t>包缓冲</a:t>
              </a:r>
            </a:p>
          </p:txBody>
        </p:sp>
        <p:sp>
          <p:nvSpPr>
            <p:cNvPr id="49" name="Rectangle 24"/>
            <p:cNvSpPr>
              <a:spLocks noChangeArrowheads="1"/>
            </p:cNvSpPr>
            <p:nvPr/>
          </p:nvSpPr>
          <p:spPr bwMode="auto">
            <a:xfrm>
              <a:off x="2182813" y="1763713"/>
              <a:ext cx="782637" cy="239712"/>
            </a:xfrm>
            <a:prstGeom prst="rect">
              <a:avLst/>
            </a:prstGeom>
            <a:solidFill>
              <a:srgbClr val="FFCCFF"/>
            </a:solidFill>
            <a:ln w="9525">
              <a:solidFill>
                <a:srgbClr val="000000"/>
              </a:solidFill>
              <a:miter lim="800000"/>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400" b="1">
                <a:solidFill>
                  <a:schemeClr val="tx1"/>
                </a:solidFill>
                <a:latin typeface="宋体" panose="02010600030101010101" pitchFamily="2" charset="-122"/>
                <a:ea typeface="宋体" panose="02010600030101010101" pitchFamily="2" charset="-122"/>
              </a:endParaRPr>
            </a:p>
          </p:txBody>
        </p:sp>
        <p:sp>
          <p:nvSpPr>
            <p:cNvPr id="50" name="Rectangle 25"/>
            <p:cNvSpPr>
              <a:spLocks noChangeArrowheads="1"/>
            </p:cNvSpPr>
            <p:nvPr/>
          </p:nvSpPr>
          <p:spPr bwMode="auto">
            <a:xfrm>
              <a:off x="3400425" y="1703388"/>
              <a:ext cx="960438" cy="541337"/>
            </a:xfrm>
            <a:prstGeom prst="rect">
              <a:avLst/>
            </a:prstGeom>
            <a:solidFill>
              <a:srgbClr val="FFFF99"/>
            </a:solidFill>
            <a:ln w="9525">
              <a:solidFill>
                <a:srgbClr val="000000"/>
              </a:solidFill>
              <a:miter lim="800000"/>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400" b="1">
                <a:solidFill>
                  <a:schemeClr val="tx1"/>
                </a:solidFill>
                <a:latin typeface="宋体" panose="02010600030101010101" pitchFamily="2" charset="-122"/>
                <a:ea typeface="宋体" panose="02010600030101010101" pitchFamily="2" charset="-122"/>
              </a:endParaRPr>
            </a:p>
          </p:txBody>
        </p:sp>
        <p:sp>
          <p:nvSpPr>
            <p:cNvPr id="51" name="Rectangle 26"/>
            <p:cNvSpPr>
              <a:spLocks noChangeArrowheads="1"/>
            </p:cNvSpPr>
            <p:nvPr/>
          </p:nvSpPr>
          <p:spPr bwMode="auto">
            <a:xfrm>
              <a:off x="4708525" y="2665413"/>
              <a:ext cx="958850" cy="541337"/>
            </a:xfrm>
            <a:prstGeom prst="rect">
              <a:avLst/>
            </a:prstGeom>
            <a:solidFill>
              <a:srgbClr val="FFFF99"/>
            </a:solidFill>
            <a:ln w="9525">
              <a:solidFill>
                <a:srgbClr val="000000"/>
              </a:solidFill>
              <a:miter lim="800000"/>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400" b="1">
                <a:solidFill>
                  <a:schemeClr val="tx1"/>
                </a:solidFill>
                <a:latin typeface="宋体" panose="02010600030101010101" pitchFamily="2" charset="-122"/>
                <a:ea typeface="宋体" panose="02010600030101010101" pitchFamily="2" charset="-122"/>
              </a:endParaRPr>
            </a:p>
          </p:txBody>
        </p:sp>
        <p:sp>
          <p:nvSpPr>
            <p:cNvPr id="52" name="Rectangle 27"/>
            <p:cNvSpPr>
              <a:spLocks noChangeArrowheads="1"/>
            </p:cNvSpPr>
            <p:nvPr/>
          </p:nvSpPr>
          <p:spPr bwMode="auto">
            <a:xfrm>
              <a:off x="6015038" y="2665413"/>
              <a:ext cx="958850" cy="541337"/>
            </a:xfrm>
            <a:prstGeom prst="rect">
              <a:avLst/>
            </a:prstGeom>
            <a:solidFill>
              <a:srgbClr val="FFFF99"/>
            </a:solidFill>
            <a:ln w="9525">
              <a:solidFill>
                <a:srgbClr val="000000"/>
              </a:solidFill>
              <a:miter lim="800000"/>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400" b="1">
                <a:solidFill>
                  <a:schemeClr val="tx1"/>
                </a:solidFill>
                <a:latin typeface="宋体" panose="02010600030101010101" pitchFamily="2" charset="-122"/>
                <a:ea typeface="宋体" panose="02010600030101010101" pitchFamily="2" charset="-122"/>
              </a:endParaRPr>
            </a:p>
          </p:txBody>
        </p:sp>
        <p:sp>
          <p:nvSpPr>
            <p:cNvPr id="53" name="Rectangle 28"/>
            <p:cNvSpPr>
              <a:spLocks noChangeArrowheads="1"/>
            </p:cNvSpPr>
            <p:nvPr/>
          </p:nvSpPr>
          <p:spPr bwMode="auto">
            <a:xfrm>
              <a:off x="6015038" y="1703388"/>
              <a:ext cx="958850" cy="541337"/>
            </a:xfrm>
            <a:prstGeom prst="rect">
              <a:avLst/>
            </a:prstGeom>
            <a:solidFill>
              <a:srgbClr val="FFFF99"/>
            </a:solidFill>
            <a:ln w="9525">
              <a:solidFill>
                <a:srgbClr val="000000"/>
              </a:solidFill>
              <a:miter lim="800000"/>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400" b="1">
                <a:solidFill>
                  <a:schemeClr val="tx1"/>
                </a:solidFill>
                <a:latin typeface="宋体" panose="02010600030101010101" pitchFamily="2" charset="-122"/>
                <a:ea typeface="宋体" panose="02010600030101010101" pitchFamily="2" charset="-122"/>
              </a:endParaRPr>
            </a:p>
          </p:txBody>
        </p:sp>
        <p:sp>
          <p:nvSpPr>
            <p:cNvPr id="54" name="Text Box 29"/>
            <p:cNvSpPr txBox="1">
              <a:spLocks noChangeArrowheads="1"/>
            </p:cNvSpPr>
            <p:nvPr/>
          </p:nvSpPr>
          <p:spPr bwMode="auto">
            <a:xfrm>
              <a:off x="4730750" y="1731963"/>
              <a:ext cx="1044575" cy="45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algn="just" eaLnBrk="1" hangingPunct="1">
                <a:lnSpc>
                  <a:spcPct val="100000"/>
                </a:lnSpc>
                <a:spcBef>
                  <a:spcPct val="0"/>
                </a:spcBef>
                <a:buClrTx/>
                <a:buFontTx/>
                <a:buNone/>
              </a:pPr>
              <a:r>
                <a:rPr lang="en-US" altLang="zh-CN" sz="1400" b="1">
                  <a:solidFill>
                    <a:schemeClr val="tx1"/>
                  </a:solidFill>
                  <a:latin typeface="宋体" panose="02010600030101010101" pitchFamily="2" charset="-122"/>
                  <a:ea typeface="宋体" panose="02010600030101010101" pitchFamily="2" charset="-122"/>
                </a:rPr>
                <a:t>……</a:t>
              </a:r>
            </a:p>
          </p:txBody>
        </p:sp>
        <p:sp>
          <p:nvSpPr>
            <p:cNvPr id="55" name="Text Box 30"/>
            <p:cNvSpPr txBox="1">
              <a:spLocks noChangeArrowheads="1"/>
            </p:cNvSpPr>
            <p:nvPr/>
          </p:nvSpPr>
          <p:spPr bwMode="auto">
            <a:xfrm>
              <a:off x="3651769" y="2305050"/>
              <a:ext cx="1926706" cy="42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algn="just" eaLnBrk="1" hangingPunct="1">
                <a:lnSpc>
                  <a:spcPct val="100000"/>
                </a:lnSpc>
                <a:spcBef>
                  <a:spcPct val="0"/>
                </a:spcBef>
                <a:buClrTx/>
                <a:buFontTx/>
                <a:buNone/>
              </a:pPr>
              <a:r>
                <a:rPr lang="zh-CN" altLang="en-US" sz="1400" b="1" dirty="0" smtClean="0">
                  <a:solidFill>
                    <a:schemeClr val="tx1"/>
                  </a:solidFill>
                  <a:latin typeface="+mn-lt"/>
                  <a:ea typeface="宋体" panose="02010600030101010101" pitchFamily="2" charset="-122"/>
                </a:rPr>
                <a:t>中间节点 </a:t>
              </a:r>
              <a:r>
                <a:rPr lang="en-US" altLang="zh-CN" sz="1400" b="1" dirty="0" smtClean="0">
                  <a:solidFill>
                    <a:schemeClr val="tx1"/>
                  </a:solidFill>
                  <a:latin typeface="+mn-lt"/>
                  <a:ea typeface="宋体" panose="02010600030101010101" pitchFamily="2" charset="-122"/>
                </a:rPr>
                <a:t>D=4</a:t>
              </a:r>
              <a:endParaRPr lang="zh-CN" altLang="en-US" sz="1400" b="1" dirty="0">
                <a:solidFill>
                  <a:schemeClr val="tx1"/>
                </a:solidFill>
                <a:latin typeface="+mn-lt"/>
                <a:ea typeface="宋体" panose="02010600030101010101" pitchFamily="2" charset="-122"/>
              </a:endParaRPr>
            </a:p>
          </p:txBody>
        </p:sp>
        <p:sp>
          <p:nvSpPr>
            <p:cNvPr id="56" name="Line 31"/>
            <p:cNvSpPr>
              <a:spLocks noChangeShapeType="1"/>
            </p:cNvSpPr>
            <p:nvPr/>
          </p:nvSpPr>
          <p:spPr bwMode="auto">
            <a:xfrm>
              <a:off x="1835150" y="2846388"/>
              <a:ext cx="347663" cy="0"/>
            </a:xfrm>
            <a:prstGeom prst="line">
              <a:avLst/>
            </a:prstGeom>
            <a:noFill/>
            <a:ln w="9525">
              <a:solidFill>
                <a:srgbClr val="00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sz="1400" b="1">
                <a:latin typeface="宋体" panose="02010600030101010101" pitchFamily="2" charset="-122"/>
                <a:ea typeface="宋体" panose="02010600030101010101" pitchFamily="2" charset="-122"/>
              </a:endParaRPr>
            </a:p>
          </p:txBody>
        </p:sp>
        <p:sp>
          <p:nvSpPr>
            <p:cNvPr id="57" name="Line 32"/>
            <p:cNvSpPr>
              <a:spLocks noChangeShapeType="1"/>
            </p:cNvSpPr>
            <p:nvPr/>
          </p:nvSpPr>
          <p:spPr bwMode="auto">
            <a:xfrm>
              <a:off x="2965450" y="2846388"/>
              <a:ext cx="523875" cy="0"/>
            </a:xfrm>
            <a:prstGeom prst="line">
              <a:avLst/>
            </a:prstGeom>
            <a:noFill/>
            <a:ln w="9525">
              <a:solidFill>
                <a:srgbClr val="00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sz="1400" b="1">
                <a:latin typeface="宋体" panose="02010600030101010101" pitchFamily="2" charset="-122"/>
                <a:ea typeface="宋体" panose="02010600030101010101" pitchFamily="2" charset="-122"/>
              </a:endParaRPr>
            </a:p>
          </p:txBody>
        </p:sp>
        <p:sp>
          <p:nvSpPr>
            <p:cNvPr id="58" name="Line 33"/>
            <p:cNvSpPr>
              <a:spLocks noChangeShapeType="1"/>
            </p:cNvSpPr>
            <p:nvPr/>
          </p:nvSpPr>
          <p:spPr bwMode="auto">
            <a:xfrm>
              <a:off x="4271963" y="2846388"/>
              <a:ext cx="523875" cy="0"/>
            </a:xfrm>
            <a:prstGeom prst="line">
              <a:avLst/>
            </a:prstGeom>
            <a:noFill/>
            <a:ln w="9525">
              <a:solidFill>
                <a:srgbClr val="00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sz="1400" b="1">
                <a:latin typeface="宋体" panose="02010600030101010101" pitchFamily="2" charset="-122"/>
                <a:ea typeface="宋体" panose="02010600030101010101" pitchFamily="2" charset="-122"/>
              </a:endParaRPr>
            </a:p>
          </p:txBody>
        </p:sp>
        <p:sp>
          <p:nvSpPr>
            <p:cNvPr id="59" name="Line 34"/>
            <p:cNvSpPr>
              <a:spLocks noChangeShapeType="1"/>
            </p:cNvSpPr>
            <p:nvPr/>
          </p:nvSpPr>
          <p:spPr bwMode="auto">
            <a:xfrm>
              <a:off x="5578475" y="2846388"/>
              <a:ext cx="523875" cy="0"/>
            </a:xfrm>
            <a:prstGeom prst="line">
              <a:avLst/>
            </a:prstGeom>
            <a:noFill/>
            <a:ln w="9525">
              <a:solidFill>
                <a:srgbClr val="00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sz="1400" b="1">
                <a:latin typeface="宋体" panose="02010600030101010101" pitchFamily="2" charset="-122"/>
                <a:ea typeface="宋体" panose="02010600030101010101" pitchFamily="2" charset="-122"/>
              </a:endParaRPr>
            </a:p>
          </p:txBody>
        </p:sp>
        <p:sp>
          <p:nvSpPr>
            <p:cNvPr id="60" name="Line 35"/>
            <p:cNvSpPr>
              <a:spLocks noChangeShapeType="1"/>
            </p:cNvSpPr>
            <p:nvPr/>
          </p:nvSpPr>
          <p:spPr bwMode="auto">
            <a:xfrm>
              <a:off x="6908800" y="1879600"/>
              <a:ext cx="327025" cy="0"/>
            </a:xfrm>
            <a:prstGeom prst="line">
              <a:avLst/>
            </a:prstGeom>
            <a:noFill/>
            <a:ln w="9525">
              <a:solidFill>
                <a:srgbClr val="000000"/>
              </a:solidFill>
              <a:round/>
              <a:headEnd type="stealth" w="sm" len="med"/>
              <a:tailEnd/>
            </a:ln>
            <a:extLst>
              <a:ext uri="{909E8E84-426E-40DD-AFC4-6F175D3DCCD1}">
                <a14:hiddenFill xmlns:a14="http://schemas.microsoft.com/office/drawing/2010/main">
                  <a:noFill/>
                </a14:hiddenFill>
              </a:ext>
            </a:extLst>
          </p:spPr>
          <p:txBody>
            <a:bodyPr/>
            <a:lstStyle/>
            <a:p>
              <a:endParaRPr lang="zh-CN" altLang="en-US" sz="1400" b="1">
                <a:latin typeface="宋体" panose="02010600030101010101" pitchFamily="2" charset="-122"/>
                <a:ea typeface="宋体" panose="02010600030101010101" pitchFamily="2" charset="-122"/>
              </a:endParaRPr>
            </a:p>
          </p:txBody>
        </p:sp>
        <p:sp>
          <p:nvSpPr>
            <p:cNvPr id="61" name="Line 36"/>
            <p:cNvSpPr>
              <a:spLocks noChangeShapeType="1"/>
            </p:cNvSpPr>
            <p:nvPr/>
          </p:nvSpPr>
          <p:spPr bwMode="auto">
            <a:xfrm>
              <a:off x="6886575" y="2846388"/>
              <a:ext cx="34925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400" b="1">
                <a:latin typeface="宋体" panose="02010600030101010101" pitchFamily="2" charset="-122"/>
                <a:ea typeface="宋体" panose="02010600030101010101" pitchFamily="2" charset="-122"/>
              </a:endParaRPr>
            </a:p>
          </p:txBody>
        </p:sp>
        <p:sp>
          <p:nvSpPr>
            <p:cNvPr id="62" name="Line 37"/>
            <p:cNvSpPr>
              <a:spLocks noChangeShapeType="1"/>
            </p:cNvSpPr>
            <p:nvPr/>
          </p:nvSpPr>
          <p:spPr bwMode="auto">
            <a:xfrm flipV="1">
              <a:off x="7235825" y="1882775"/>
              <a:ext cx="0" cy="9636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400" b="1">
                <a:latin typeface="宋体" panose="02010600030101010101" pitchFamily="2" charset="-122"/>
                <a:ea typeface="宋体" panose="02010600030101010101" pitchFamily="2" charset="-122"/>
              </a:endParaRPr>
            </a:p>
          </p:txBody>
        </p:sp>
        <p:sp>
          <p:nvSpPr>
            <p:cNvPr id="63" name="Rectangle 55"/>
            <p:cNvSpPr>
              <a:spLocks noChangeArrowheads="1"/>
            </p:cNvSpPr>
            <p:nvPr/>
          </p:nvSpPr>
          <p:spPr bwMode="auto">
            <a:xfrm>
              <a:off x="2182813" y="2727325"/>
              <a:ext cx="782637" cy="239713"/>
            </a:xfrm>
            <a:prstGeom prst="rect">
              <a:avLst/>
            </a:prstGeom>
            <a:solidFill>
              <a:srgbClr val="FFCCFF"/>
            </a:solidFill>
            <a:ln w="9525">
              <a:solidFill>
                <a:srgbClr val="000000"/>
              </a:solidFill>
              <a:miter lim="800000"/>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400" b="1">
                <a:solidFill>
                  <a:schemeClr val="tx1"/>
                </a:solidFill>
                <a:latin typeface="宋体" panose="02010600030101010101" pitchFamily="2" charset="-122"/>
                <a:ea typeface="宋体" panose="02010600030101010101" pitchFamily="2" charset="-122"/>
              </a:endParaRPr>
            </a:p>
          </p:txBody>
        </p:sp>
        <p:sp>
          <p:nvSpPr>
            <p:cNvPr id="64" name="Rectangle 56"/>
            <p:cNvSpPr>
              <a:spLocks noChangeArrowheads="1"/>
            </p:cNvSpPr>
            <p:nvPr/>
          </p:nvSpPr>
          <p:spPr bwMode="auto">
            <a:xfrm>
              <a:off x="3489325" y="2727325"/>
              <a:ext cx="782638" cy="239713"/>
            </a:xfrm>
            <a:prstGeom prst="rect">
              <a:avLst/>
            </a:prstGeom>
            <a:solidFill>
              <a:srgbClr val="FFCCFF"/>
            </a:solidFill>
            <a:ln w="9525">
              <a:solidFill>
                <a:srgbClr val="000000"/>
              </a:solidFill>
              <a:miter lim="800000"/>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400" b="1">
                <a:solidFill>
                  <a:schemeClr val="tx1"/>
                </a:solidFill>
                <a:latin typeface="宋体" panose="02010600030101010101" pitchFamily="2" charset="-122"/>
                <a:ea typeface="宋体" panose="02010600030101010101" pitchFamily="2" charset="-122"/>
              </a:endParaRPr>
            </a:p>
          </p:txBody>
        </p:sp>
        <p:sp>
          <p:nvSpPr>
            <p:cNvPr id="65" name="Rectangle 57"/>
            <p:cNvSpPr>
              <a:spLocks noChangeArrowheads="1"/>
            </p:cNvSpPr>
            <p:nvPr/>
          </p:nvSpPr>
          <p:spPr bwMode="auto">
            <a:xfrm>
              <a:off x="4795838" y="2727325"/>
              <a:ext cx="782637" cy="239713"/>
            </a:xfrm>
            <a:prstGeom prst="rect">
              <a:avLst/>
            </a:prstGeom>
            <a:solidFill>
              <a:srgbClr val="FFCCFF"/>
            </a:solidFill>
            <a:ln w="9525">
              <a:solidFill>
                <a:srgbClr val="000000"/>
              </a:solidFill>
              <a:miter lim="800000"/>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400" b="1">
                <a:solidFill>
                  <a:schemeClr val="tx1"/>
                </a:solidFill>
                <a:latin typeface="宋体" panose="02010600030101010101" pitchFamily="2" charset="-122"/>
                <a:ea typeface="宋体" panose="02010600030101010101" pitchFamily="2" charset="-122"/>
              </a:endParaRPr>
            </a:p>
          </p:txBody>
        </p:sp>
        <p:sp>
          <p:nvSpPr>
            <p:cNvPr id="66" name="Rectangle 58"/>
            <p:cNvSpPr>
              <a:spLocks noChangeArrowheads="1"/>
            </p:cNvSpPr>
            <p:nvPr/>
          </p:nvSpPr>
          <p:spPr bwMode="auto">
            <a:xfrm>
              <a:off x="6102350" y="2727325"/>
              <a:ext cx="784225" cy="239713"/>
            </a:xfrm>
            <a:prstGeom prst="rect">
              <a:avLst/>
            </a:prstGeom>
            <a:solidFill>
              <a:srgbClr val="FFCCFF"/>
            </a:solidFill>
            <a:ln w="9525">
              <a:solidFill>
                <a:srgbClr val="000000"/>
              </a:solidFill>
              <a:miter lim="800000"/>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400" b="1">
                <a:solidFill>
                  <a:schemeClr val="tx1"/>
                </a:solidFill>
                <a:latin typeface="宋体" panose="02010600030101010101" pitchFamily="2" charset="-122"/>
                <a:ea typeface="宋体" panose="02010600030101010101" pitchFamily="2" charset="-122"/>
              </a:endParaRPr>
            </a:p>
          </p:txBody>
        </p:sp>
        <p:sp>
          <p:nvSpPr>
            <p:cNvPr id="67" name="Rectangle 59"/>
            <p:cNvSpPr>
              <a:spLocks noChangeArrowheads="1"/>
            </p:cNvSpPr>
            <p:nvPr/>
          </p:nvSpPr>
          <p:spPr bwMode="auto">
            <a:xfrm>
              <a:off x="6102350" y="1763713"/>
              <a:ext cx="784225" cy="239712"/>
            </a:xfrm>
            <a:prstGeom prst="rect">
              <a:avLst/>
            </a:prstGeom>
            <a:solidFill>
              <a:srgbClr val="FFCCFF"/>
            </a:solidFill>
            <a:ln w="9525">
              <a:solidFill>
                <a:srgbClr val="000000"/>
              </a:solidFill>
              <a:miter lim="800000"/>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400" b="1">
                <a:solidFill>
                  <a:schemeClr val="tx1"/>
                </a:solidFill>
                <a:latin typeface="宋体" panose="02010600030101010101" pitchFamily="2" charset="-122"/>
                <a:ea typeface="宋体" panose="02010600030101010101" pitchFamily="2" charset="-122"/>
              </a:endParaRPr>
            </a:p>
          </p:txBody>
        </p:sp>
      </p:gr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42" name="Rectangle 2"/>
          <p:cNvSpPr>
            <a:spLocks noGrp="1" noChangeArrowheads="1"/>
          </p:cNvSpPr>
          <p:nvPr>
            <p:ph type="title"/>
          </p:nvPr>
        </p:nvSpPr>
        <p:spPr/>
        <p:txBody>
          <a:bodyPr/>
          <a:lstStyle/>
          <a:p>
            <a:pPr eaLnBrk="1" hangingPunct="1">
              <a:defRPr/>
            </a:pPr>
            <a:r>
              <a:rPr lang="zh-CN" altLang="en-US" smtClean="0"/>
              <a:t>虚拟直通寻径</a:t>
            </a:r>
            <a:br>
              <a:rPr lang="zh-CN" altLang="en-US" smtClean="0"/>
            </a:br>
            <a:r>
              <a:rPr lang="zh-CN" altLang="en-US" sz="3200" smtClean="0"/>
              <a:t>（</a:t>
            </a:r>
            <a:r>
              <a:rPr lang="en-US" altLang="zh-CN" sz="3200" smtClean="0"/>
              <a:t>virtual cut through</a:t>
            </a:r>
            <a:r>
              <a:rPr lang="zh-CN" altLang="en-US" sz="3200" smtClean="0"/>
              <a:t>）</a:t>
            </a:r>
          </a:p>
        </p:txBody>
      </p:sp>
      <p:sp>
        <p:nvSpPr>
          <p:cNvPr id="9830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消息传递机制</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消息寻径方式</a:t>
            </a:r>
            <a:endParaRPr lang="zh-CN" altLang="en-US" sz="1200" b="0">
              <a:latin typeface="Times New Roman" pitchFamily="18" charset="0"/>
              <a:ea typeface="幼圆" pitchFamily="49" charset="-122"/>
            </a:endParaRPr>
          </a:p>
        </p:txBody>
      </p:sp>
      <p:sp>
        <p:nvSpPr>
          <p:cNvPr id="983045" name="Rectangle 5"/>
          <p:cNvSpPr>
            <a:spLocks noGrp="1" noChangeArrowheads="1"/>
          </p:cNvSpPr>
          <p:nvPr>
            <p:ph type="body" idx="1"/>
          </p:nvPr>
        </p:nvSpPr>
        <p:spPr>
          <a:xfrm>
            <a:off x="809625" y="1916113"/>
            <a:ext cx="7958138" cy="4637087"/>
          </a:xfrm>
        </p:spPr>
        <p:txBody>
          <a:bodyPr/>
          <a:lstStyle/>
          <a:p>
            <a:pPr marL="0" indent="0" eaLnBrk="1" hangingPunct="1">
              <a:buClr>
                <a:srgbClr val="FF0000"/>
              </a:buClr>
              <a:defRPr/>
            </a:pPr>
            <a:r>
              <a:rPr lang="zh-CN" altLang="en-US" sz="2400" dirty="0" smtClean="0">
                <a:solidFill>
                  <a:srgbClr val="FF0000"/>
                </a:solidFill>
                <a:effectLst>
                  <a:outerShdw blurRad="38100" dist="38100" dir="2700000" algn="tl">
                    <a:srgbClr val="C0C0C0"/>
                  </a:outerShdw>
                </a:effectLst>
              </a:rPr>
              <a:t>  方法</a:t>
            </a:r>
          </a:p>
          <a:p>
            <a:pPr marL="0" indent="0" eaLnBrk="1" hangingPunct="1">
              <a:buFont typeface="Wingdings" pitchFamily="2" charset="2"/>
              <a:buNone/>
              <a:defRPr/>
            </a:pPr>
            <a:r>
              <a:rPr lang="zh-CN" altLang="en-US" sz="2400" dirty="0" smtClean="0"/>
              <a:t>    当接收到用作寻径的包头部时，即开始路由选择，这样可以降低时延。（是对</a:t>
            </a:r>
            <a:r>
              <a:rPr lang="zh-CN" altLang="en-US" sz="2400" dirty="0" smtClean="0">
                <a:solidFill>
                  <a:srgbClr val="0000CC"/>
                </a:solidFill>
              </a:rPr>
              <a:t>存储转发寻径</a:t>
            </a:r>
            <a:r>
              <a:rPr lang="zh-CN" altLang="en-US" sz="2400" dirty="0" smtClean="0"/>
              <a:t>的改进）</a:t>
            </a:r>
          </a:p>
          <a:p>
            <a:pPr marL="0" indent="0" eaLnBrk="1" hangingPunct="1">
              <a:buClr>
                <a:srgbClr val="FF0000"/>
              </a:buClr>
              <a:defRPr/>
            </a:pPr>
            <a:r>
              <a:rPr lang="zh-CN" altLang="en-US" sz="2400" dirty="0" smtClean="0">
                <a:solidFill>
                  <a:srgbClr val="FF0000"/>
                </a:solidFill>
                <a:effectLst>
                  <a:outerShdw blurRad="38100" dist="38100" dir="2700000" algn="tl">
                    <a:srgbClr val="C0C0C0"/>
                  </a:outerShdw>
                </a:effectLst>
              </a:rPr>
              <a:t>  优点</a:t>
            </a:r>
          </a:p>
          <a:p>
            <a:pPr marL="0" indent="0" eaLnBrk="1" hangingPunct="1">
              <a:buFont typeface="Wingdings" pitchFamily="2" charset="2"/>
              <a:buNone/>
              <a:defRPr/>
            </a:pPr>
            <a:r>
              <a:rPr lang="zh-CN" altLang="en-US" sz="2400" dirty="0" smtClean="0"/>
              <a:t>    通信时延与节点数无关。最佳情况</a:t>
            </a:r>
            <a:r>
              <a:rPr lang="zh-CN" altLang="en-US" sz="2400" dirty="0"/>
              <a:t>下的通信时延同</a:t>
            </a:r>
            <a:r>
              <a:rPr lang="zh-CN" altLang="en-US" sz="2400" dirty="0" smtClean="0"/>
              <a:t>“线路交换寻径”（整条链路都空闲时）。</a:t>
            </a:r>
          </a:p>
          <a:p>
            <a:pPr marL="0" indent="0" eaLnBrk="1" hangingPunct="1">
              <a:buClr>
                <a:srgbClr val="FF0000"/>
              </a:buClr>
              <a:defRPr/>
            </a:pPr>
            <a:r>
              <a:rPr lang="zh-CN" altLang="en-US" sz="2400" dirty="0" smtClean="0">
                <a:solidFill>
                  <a:srgbClr val="FF0000"/>
                </a:solidFill>
                <a:effectLst>
                  <a:outerShdw blurRad="38100" dist="38100" dir="2700000" algn="tl">
                    <a:srgbClr val="C0C0C0"/>
                  </a:outerShdw>
                </a:effectLst>
              </a:rPr>
              <a:t>  缺点</a:t>
            </a:r>
          </a:p>
          <a:p>
            <a:pPr marL="0" indent="0" eaLnBrk="1" hangingPunct="1">
              <a:buFont typeface="Wingdings" pitchFamily="2" charset="2"/>
              <a:buNone/>
              <a:defRPr/>
            </a:pPr>
            <a:r>
              <a:rPr lang="zh-CN" altLang="en-US" sz="2400" dirty="0" smtClean="0"/>
              <a:t>    出现寻径阻塞时只能将整个包存储在寻径节点中，故节点皆需足够大的缓冲区来存储最大包。最坏情况下的通信时延同“存储转发寻径”，此时经过的每个节点都发生阻塞，都需缓冲。</a:t>
            </a:r>
          </a:p>
        </p:txBody>
      </p:sp>
      <p:sp>
        <p:nvSpPr>
          <p:cNvPr id="98309"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2 之 1</a:t>
            </a:r>
          </a:p>
        </p:txBody>
      </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8162" name="Rectangle 2"/>
          <p:cNvSpPr>
            <a:spLocks noGrp="1" noChangeArrowheads="1"/>
          </p:cNvSpPr>
          <p:nvPr>
            <p:ph type="title"/>
          </p:nvPr>
        </p:nvSpPr>
        <p:spPr/>
        <p:txBody>
          <a:bodyPr/>
          <a:lstStyle/>
          <a:p>
            <a:pPr eaLnBrk="1" hangingPunct="1">
              <a:defRPr/>
            </a:pPr>
            <a:r>
              <a:rPr lang="zh-CN" altLang="en-US" smtClean="0"/>
              <a:t>传输时延</a:t>
            </a:r>
          </a:p>
        </p:txBody>
      </p:sp>
      <p:sp>
        <p:nvSpPr>
          <p:cNvPr id="9933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消息传递机制</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消息寻径方式</a:t>
            </a:r>
            <a:endParaRPr lang="zh-CN" altLang="en-US" sz="1200" b="0">
              <a:latin typeface="Times New Roman" pitchFamily="18" charset="0"/>
              <a:ea typeface="幼圆" pitchFamily="49" charset="-122"/>
            </a:endParaRPr>
          </a:p>
        </p:txBody>
      </p:sp>
      <p:sp>
        <p:nvSpPr>
          <p:cNvPr id="988164" name="Rectangle 4"/>
          <p:cNvSpPr>
            <a:spLocks noGrp="1" noChangeArrowheads="1"/>
          </p:cNvSpPr>
          <p:nvPr>
            <p:ph type="body" idx="1"/>
          </p:nvPr>
        </p:nvSpPr>
        <p:spPr>
          <a:xfrm>
            <a:off x="766763" y="1843088"/>
            <a:ext cx="7958137" cy="1687512"/>
          </a:xfrm>
        </p:spPr>
        <p:txBody>
          <a:bodyPr/>
          <a:lstStyle/>
          <a:p>
            <a:pPr marL="952500" indent="-952500" algn="ctr" eaLnBrk="1" hangingPunct="1">
              <a:lnSpc>
                <a:spcPct val="110000"/>
              </a:lnSpc>
              <a:buFont typeface="Wingdings" pitchFamily="2" charset="2"/>
              <a:buNone/>
              <a:defRPr/>
            </a:pPr>
            <a:r>
              <a:rPr lang="en-US" altLang="zh-CN" sz="2400" dirty="0" smtClean="0">
                <a:solidFill>
                  <a:srgbClr val="FF0000"/>
                </a:solidFill>
                <a:effectLst>
                  <a:outerShdw blurRad="38100" dist="38100" dir="2700000" algn="tl">
                    <a:srgbClr val="C0C0C0"/>
                  </a:outerShdw>
                </a:effectLst>
                <a:latin typeface="Comic Sans MS" pitchFamily="66" charset="0"/>
              </a:rPr>
              <a:t>T</a:t>
            </a:r>
            <a:r>
              <a:rPr lang="en-US" altLang="zh-CN" sz="2400" baseline="-25000" dirty="0" smtClean="0">
                <a:solidFill>
                  <a:srgbClr val="FF0000"/>
                </a:solidFill>
                <a:effectLst>
                  <a:outerShdw blurRad="38100" dist="38100" dir="2700000" algn="tl">
                    <a:srgbClr val="C0C0C0"/>
                  </a:outerShdw>
                </a:effectLst>
                <a:latin typeface="Comic Sans MS" pitchFamily="66" charset="0"/>
              </a:rPr>
              <a:t>VCT</a:t>
            </a:r>
            <a:r>
              <a:rPr lang="en-US" altLang="zh-CN" sz="2400" dirty="0" smtClean="0">
                <a:solidFill>
                  <a:srgbClr val="FF0000"/>
                </a:solidFill>
                <a:effectLst>
                  <a:outerShdw blurRad="38100" dist="38100" dir="2700000" algn="tl">
                    <a:srgbClr val="C0C0C0"/>
                  </a:outerShdw>
                </a:effectLst>
                <a:latin typeface="Comic Sans MS" pitchFamily="66" charset="0"/>
              </a:rPr>
              <a:t> = (</a:t>
            </a:r>
            <a:r>
              <a:rPr lang="en-US" altLang="zh-CN" sz="2400" dirty="0" err="1" smtClean="0">
                <a:solidFill>
                  <a:srgbClr val="FF0000"/>
                </a:solidFill>
                <a:effectLst>
                  <a:outerShdw blurRad="38100" dist="38100" dir="2700000" algn="tl">
                    <a:srgbClr val="C0C0C0"/>
                  </a:outerShdw>
                </a:effectLst>
                <a:latin typeface="Comic Sans MS" pitchFamily="66" charset="0"/>
              </a:rPr>
              <a:t>L</a:t>
            </a:r>
            <a:r>
              <a:rPr lang="en-US" altLang="zh-CN" sz="2400" baseline="-25000" dirty="0" err="1" smtClean="0">
                <a:solidFill>
                  <a:srgbClr val="FF0000"/>
                </a:solidFill>
                <a:effectLst>
                  <a:outerShdw blurRad="38100" dist="38100" dir="2700000" algn="tl">
                    <a:srgbClr val="C0C0C0"/>
                  </a:outerShdw>
                </a:effectLst>
                <a:latin typeface="Comic Sans MS" pitchFamily="66" charset="0"/>
              </a:rPr>
              <a:t>h</a:t>
            </a:r>
            <a:r>
              <a:rPr lang="en-US" altLang="zh-CN" sz="2400" dirty="0" err="1" smtClean="0">
                <a:solidFill>
                  <a:srgbClr val="FF0000"/>
                </a:solidFill>
                <a:effectLst>
                  <a:outerShdw blurRad="38100" dist="38100" dir="2700000" algn="tl">
                    <a:srgbClr val="C0C0C0"/>
                  </a:outerShdw>
                </a:effectLst>
                <a:latin typeface="Comic Sans MS" pitchFamily="66" charset="0"/>
              </a:rPr>
              <a:t>／B</a:t>
            </a:r>
            <a:r>
              <a:rPr lang="en-US" altLang="zh-CN" sz="2400" dirty="0" smtClean="0">
                <a:solidFill>
                  <a:srgbClr val="FF0000"/>
                </a:solidFill>
                <a:effectLst>
                  <a:outerShdw blurRad="38100" dist="38100" dir="2700000" algn="tl">
                    <a:srgbClr val="C0C0C0"/>
                  </a:outerShdw>
                </a:effectLst>
                <a:latin typeface="Comic Sans MS" pitchFamily="66" charset="0"/>
              </a:rPr>
              <a:t>)×D+L/B</a:t>
            </a:r>
          </a:p>
          <a:p>
            <a:pPr marL="801688" indent="-801688" eaLnBrk="1" hangingPunct="1">
              <a:lnSpc>
                <a:spcPct val="110000"/>
              </a:lnSpc>
              <a:buFont typeface="Wingdings" pitchFamily="2" charset="2"/>
              <a:buNone/>
              <a:defRPr/>
            </a:pPr>
            <a:r>
              <a:rPr lang="zh-CN" altLang="en-US" sz="2200" dirty="0" smtClean="0">
                <a:effectLst>
                  <a:outerShdw blurRad="38100" dist="38100" dir="2700000" algn="tl">
                    <a:srgbClr val="C0C0C0"/>
                  </a:outerShdw>
                </a:effectLst>
                <a:latin typeface="Comic Sans MS" pitchFamily="66" charset="0"/>
              </a:rPr>
              <a:t>其中</a:t>
            </a:r>
            <a:r>
              <a:rPr lang="zh-CN" altLang="en-US" sz="2200" dirty="0" smtClean="0">
                <a:latin typeface="Comic Sans MS" pitchFamily="66" charset="0"/>
              </a:rPr>
              <a:t>：</a:t>
            </a:r>
            <a:r>
              <a:rPr lang="en-US" altLang="zh-CN" sz="2200" dirty="0" err="1" smtClean="0">
                <a:solidFill>
                  <a:srgbClr val="FF0000"/>
                </a:solidFill>
                <a:effectLst>
                  <a:outerShdw blurRad="38100" dist="38100" dir="2700000" algn="tl">
                    <a:srgbClr val="C0C0C0"/>
                  </a:outerShdw>
                </a:effectLst>
                <a:latin typeface="Comic Sans MS" pitchFamily="66" charset="0"/>
              </a:rPr>
              <a:t>L</a:t>
            </a:r>
            <a:r>
              <a:rPr lang="en-US" altLang="zh-CN" sz="2200" baseline="-25000" dirty="0" err="1" smtClean="0">
                <a:solidFill>
                  <a:srgbClr val="FF0000"/>
                </a:solidFill>
                <a:effectLst>
                  <a:outerShdw blurRad="38100" dist="38100" dir="2700000" algn="tl">
                    <a:srgbClr val="C0C0C0"/>
                  </a:outerShdw>
                </a:effectLst>
                <a:latin typeface="Comic Sans MS" pitchFamily="66" charset="0"/>
              </a:rPr>
              <a:t>h</a:t>
            </a:r>
            <a:r>
              <a:rPr lang="zh-CN" altLang="en-US" sz="2200" dirty="0" smtClean="0">
                <a:latin typeface="Comic Sans MS" pitchFamily="66" charset="0"/>
              </a:rPr>
              <a:t>为包寻径头部的长度； </a:t>
            </a:r>
            <a:r>
              <a:rPr lang="en-US" altLang="zh-CN" sz="2200" dirty="0" smtClean="0">
                <a:solidFill>
                  <a:srgbClr val="FF0000"/>
                </a:solidFill>
                <a:effectLst>
                  <a:outerShdw blurRad="38100" dist="38100" dir="2700000" algn="tl">
                    <a:srgbClr val="C0C0C0"/>
                  </a:outerShdw>
                </a:effectLst>
                <a:latin typeface="Comic Sans MS" pitchFamily="66" charset="0"/>
              </a:rPr>
              <a:t>L</a:t>
            </a:r>
            <a:r>
              <a:rPr lang="zh-CN" altLang="en-US" sz="2200" dirty="0" smtClean="0">
                <a:latin typeface="Comic Sans MS" pitchFamily="66" charset="0"/>
              </a:rPr>
              <a:t>为信息包的长度；</a:t>
            </a:r>
            <a:r>
              <a:rPr lang="en-US" altLang="zh-CN" sz="2200" dirty="0" smtClean="0">
                <a:solidFill>
                  <a:srgbClr val="FF0000"/>
                </a:solidFill>
                <a:effectLst>
                  <a:outerShdw blurRad="38100" dist="38100" dir="2700000" algn="tl">
                    <a:srgbClr val="C0C0C0"/>
                  </a:outerShdw>
                </a:effectLst>
                <a:latin typeface="Comic Sans MS" pitchFamily="66" charset="0"/>
              </a:rPr>
              <a:t>D</a:t>
            </a:r>
            <a:r>
              <a:rPr lang="zh-CN" altLang="en-US" sz="2200" dirty="0" smtClean="0">
                <a:latin typeface="Comic Sans MS" pitchFamily="66" charset="0"/>
              </a:rPr>
              <a:t>为经过的中间节点数；</a:t>
            </a:r>
            <a:r>
              <a:rPr lang="en-US" altLang="zh-CN" sz="2200" dirty="0" smtClean="0">
                <a:solidFill>
                  <a:srgbClr val="FF0000"/>
                </a:solidFill>
                <a:effectLst>
                  <a:outerShdw blurRad="38100" dist="38100" dir="2700000" algn="tl">
                    <a:srgbClr val="C0C0C0"/>
                  </a:outerShdw>
                </a:effectLst>
                <a:latin typeface="Comic Sans MS" pitchFamily="66" charset="0"/>
              </a:rPr>
              <a:t>B</a:t>
            </a:r>
            <a:r>
              <a:rPr lang="zh-CN" altLang="en-US" sz="2200" dirty="0" smtClean="0">
                <a:latin typeface="Comic Sans MS" pitchFamily="66" charset="0"/>
              </a:rPr>
              <a:t>为带宽。一般有：</a:t>
            </a:r>
            <a:r>
              <a:rPr lang="en-US" altLang="zh-CN" sz="2200" dirty="0" smtClean="0">
                <a:latin typeface="Comic Sans MS" pitchFamily="66" charset="0"/>
              </a:rPr>
              <a:t>L&gt;&gt;</a:t>
            </a:r>
            <a:r>
              <a:rPr lang="en-US" altLang="zh-CN" sz="2200" dirty="0" err="1" smtClean="0">
                <a:latin typeface="Comic Sans MS" pitchFamily="66" charset="0"/>
              </a:rPr>
              <a:t>L</a:t>
            </a:r>
            <a:r>
              <a:rPr lang="en-US" altLang="zh-CN" sz="2200" baseline="-25000" dirty="0" err="1" smtClean="0">
                <a:latin typeface="Comic Sans MS" pitchFamily="66" charset="0"/>
              </a:rPr>
              <a:t>h</a:t>
            </a:r>
            <a:r>
              <a:rPr lang="en-US" altLang="zh-CN" sz="2200" dirty="0" err="1" smtClean="0">
                <a:latin typeface="Comic Sans MS" pitchFamily="66" charset="0"/>
              </a:rPr>
              <a:t>×D</a:t>
            </a:r>
            <a:r>
              <a:rPr lang="en-US" altLang="zh-CN" sz="2200" dirty="0" smtClean="0">
                <a:latin typeface="Comic Sans MS" pitchFamily="66" charset="0"/>
              </a:rPr>
              <a:t>，</a:t>
            </a:r>
            <a:r>
              <a:rPr lang="zh-CN" altLang="en-US" sz="2200" dirty="0" smtClean="0">
                <a:latin typeface="Comic Sans MS" pitchFamily="66" charset="0"/>
              </a:rPr>
              <a:t>通信时延可以近似为：</a:t>
            </a:r>
            <a:r>
              <a:rPr lang="en-US" altLang="zh-CN" sz="2200" dirty="0" smtClean="0">
                <a:solidFill>
                  <a:srgbClr val="3333FF"/>
                </a:solidFill>
                <a:latin typeface="Comic Sans MS" pitchFamily="66" charset="0"/>
              </a:rPr>
              <a:t>T</a:t>
            </a:r>
            <a:r>
              <a:rPr lang="en-US" altLang="zh-CN" sz="2200" baseline="-25000" dirty="0" smtClean="0">
                <a:solidFill>
                  <a:srgbClr val="3333FF"/>
                </a:solidFill>
                <a:latin typeface="Comic Sans MS" pitchFamily="66" charset="0"/>
              </a:rPr>
              <a:t>VCT</a:t>
            </a:r>
            <a:r>
              <a:rPr lang="en-US" altLang="zh-CN" sz="2200" dirty="0" smtClean="0">
                <a:solidFill>
                  <a:srgbClr val="3333FF"/>
                </a:solidFill>
                <a:latin typeface="Comic Sans MS" pitchFamily="66" charset="0"/>
              </a:rPr>
              <a:t>＝L/B</a:t>
            </a:r>
            <a:r>
              <a:rPr lang="en-US" altLang="zh-CN" sz="2200" dirty="0" smtClean="0">
                <a:latin typeface="Comic Sans MS" pitchFamily="66" charset="0"/>
              </a:rPr>
              <a:t>，</a:t>
            </a:r>
            <a:r>
              <a:rPr lang="zh-CN" altLang="en-US" sz="2200" dirty="0" smtClean="0">
                <a:latin typeface="Comic Sans MS" pitchFamily="66" charset="0"/>
              </a:rPr>
              <a:t>与节点数无关。</a:t>
            </a:r>
          </a:p>
        </p:txBody>
      </p:sp>
      <p:sp>
        <p:nvSpPr>
          <p:cNvPr id="99333"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2 之 2</a:t>
            </a:r>
          </a:p>
        </p:txBody>
      </p:sp>
      <p:grpSp>
        <p:nvGrpSpPr>
          <p:cNvPr id="2" name="组合 1"/>
          <p:cNvGrpSpPr/>
          <p:nvPr/>
        </p:nvGrpSpPr>
        <p:grpSpPr>
          <a:xfrm>
            <a:off x="2267744" y="3618979"/>
            <a:ext cx="4323184" cy="2819400"/>
            <a:chOff x="1905000" y="3657600"/>
            <a:chExt cx="4323184" cy="2819400"/>
          </a:xfrm>
        </p:grpSpPr>
        <p:sp>
          <p:nvSpPr>
            <p:cNvPr id="99334" name="Line 6"/>
            <p:cNvSpPr>
              <a:spLocks noChangeShapeType="1"/>
            </p:cNvSpPr>
            <p:nvPr/>
          </p:nvSpPr>
          <p:spPr bwMode="auto">
            <a:xfrm>
              <a:off x="2667000" y="6477000"/>
              <a:ext cx="3561184" cy="0"/>
            </a:xfrm>
            <a:prstGeom prst="line">
              <a:avLst/>
            </a:prstGeom>
            <a:noFill/>
            <a:ln w="38100">
              <a:solidFill>
                <a:schemeClr val="tx1"/>
              </a:solidFill>
              <a:round/>
              <a:headEnd/>
              <a:tailEnd type="arrow"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mn-lt"/>
                <a:ea typeface="宋体" panose="02010600030101010101" pitchFamily="2" charset="-122"/>
              </a:endParaRPr>
            </a:p>
          </p:txBody>
        </p:sp>
        <p:sp>
          <p:nvSpPr>
            <p:cNvPr id="99335" name="Line 7"/>
            <p:cNvSpPr>
              <a:spLocks noChangeShapeType="1"/>
            </p:cNvSpPr>
            <p:nvPr/>
          </p:nvSpPr>
          <p:spPr bwMode="auto">
            <a:xfrm flipV="1">
              <a:off x="2667000" y="3657600"/>
              <a:ext cx="0" cy="2819400"/>
            </a:xfrm>
            <a:prstGeom prst="line">
              <a:avLst/>
            </a:prstGeom>
            <a:noFill/>
            <a:ln w="38100">
              <a:solidFill>
                <a:schemeClr val="tx1"/>
              </a:solidFill>
              <a:round/>
              <a:headEnd/>
              <a:tailEnd type="arrow"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mn-lt"/>
                <a:ea typeface="宋体" panose="02010600030101010101" pitchFamily="2" charset="-122"/>
              </a:endParaRPr>
            </a:p>
          </p:txBody>
        </p:sp>
        <p:sp>
          <p:nvSpPr>
            <p:cNvPr id="99336" name="Rectangle 8"/>
            <p:cNvSpPr>
              <a:spLocks noChangeArrowheads="1"/>
            </p:cNvSpPr>
            <p:nvPr/>
          </p:nvSpPr>
          <p:spPr bwMode="auto">
            <a:xfrm>
              <a:off x="2667000" y="4495800"/>
              <a:ext cx="304800" cy="304800"/>
            </a:xfrm>
            <a:prstGeom prst="rect">
              <a:avLst/>
            </a:prstGeom>
            <a:solidFill>
              <a:schemeClr val="accent1"/>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1400" b="0">
                <a:latin typeface="+mn-lt"/>
                <a:ea typeface="宋体" panose="02010600030101010101" pitchFamily="2" charset="-122"/>
              </a:endParaRPr>
            </a:p>
          </p:txBody>
        </p:sp>
        <p:sp>
          <p:nvSpPr>
            <p:cNvPr id="99337" name="Rectangle 9"/>
            <p:cNvSpPr>
              <a:spLocks noChangeArrowheads="1"/>
            </p:cNvSpPr>
            <p:nvPr/>
          </p:nvSpPr>
          <p:spPr bwMode="auto">
            <a:xfrm>
              <a:off x="2971800" y="4953000"/>
              <a:ext cx="304800" cy="304800"/>
            </a:xfrm>
            <a:prstGeom prst="rect">
              <a:avLst/>
            </a:prstGeom>
            <a:solidFill>
              <a:schemeClr val="accent1"/>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1400" b="0">
                <a:latin typeface="+mn-lt"/>
                <a:ea typeface="宋体" panose="02010600030101010101" pitchFamily="2" charset="-122"/>
              </a:endParaRPr>
            </a:p>
          </p:txBody>
        </p:sp>
        <p:sp>
          <p:nvSpPr>
            <p:cNvPr id="99338" name="Rectangle 10"/>
            <p:cNvSpPr>
              <a:spLocks noChangeArrowheads="1"/>
            </p:cNvSpPr>
            <p:nvPr/>
          </p:nvSpPr>
          <p:spPr bwMode="auto">
            <a:xfrm>
              <a:off x="3276600" y="5410200"/>
              <a:ext cx="304800" cy="304800"/>
            </a:xfrm>
            <a:prstGeom prst="rect">
              <a:avLst/>
            </a:prstGeom>
            <a:solidFill>
              <a:schemeClr val="accent1"/>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1400" b="0">
                <a:latin typeface="+mn-lt"/>
                <a:ea typeface="宋体" panose="02010600030101010101" pitchFamily="2" charset="-122"/>
              </a:endParaRPr>
            </a:p>
          </p:txBody>
        </p:sp>
        <p:sp>
          <p:nvSpPr>
            <p:cNvPr id="99339" name="Rectangle 11"/>
            <p:cNvSpPr>
              <a:spLocks noChangeArrowheads="1"/>
            </p:cNvSpPr>
            <p:nvPr/>
          </p:nvSpPr>
          <p:spPr bwMode="auto">
            <a:xfrm>
              <a:off x="3581400" y="5867400"/>
              <a:ext cx="304800" cy="304800"/>
            </a:xfrm>
            <a:prstGeom prst="rect">
              <a:avLst/>
            </a:prstGeom>
            <a:solidFill>
              <a:schemeClr val="accent1"/>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1400" b="0">
                <a:latin typeface="+mn-lt"/>
                <a:ea typeface="宋体" panose="02010600030101010101" pitchFamily="2" charset="-122"/>
              </a:endParaRPr>
            </a:p>
          </p:txBody>
        </p:sp>
        <p:sp>
          <p:nvSpPr>
            <p:cNvPr id="99340" name="Rectangle 15"/>
            <p:cNvSpPr>
              <a:spLocks noChangeArrowheads="1"/>
            </p:cNvSpPr>
            <p:nvPr/>
          </p:nvSpPr>
          <p:spPr bwMode="auto">
            <a:xfrm>
              <a:off x="3886200" y="5867400"/>
              <a:ext cx="1219200" cy="30480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1400" b="0">
                <a:latin typeface="+mn-lt"/>
                <a:ea typeface="宋体" panose="02010600030101010101" pitchFamily="2" charset="-122"/>
              </a:endParaRPr>
            </a:p>
          </p:txBody>
        </p:sp>
        <p:sp>
          <p:nvSpPr>
            <p:cNvPr id="99341" name="Rectangle 19"/>
            <p:cNvSpPr>
              <a:spLocks noChangeArrowheads="1"/>
            </p:cNvSpPr>
            <p:nvPr/>
          </p:nvSpPr>
          <p:spPr bwMode="auto">
            <a:xfrm>
              <a:off x="2971800" y="4495800"/>
              <a:ext cx="1219200" cy="30480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1400" b="0">
                <a:latin typeface="+mn-lt"/>
                <a:ea typeface="宋体" panose="02010600030101010101" pitchFamily="2" charset="-122"/>
              </a:endParaRPr>
            </a:p>
          </p:txBody>
        </p:sp>
        <p:sp>
          <p:nvSpPr>
            <p:cNvPr id="99342" name="Rectangle 23"/>
            <p:cNvSpPr>
              <a:spLocks noChangeArrowheads="1"/>
            </p:cNvSpPr>
            <p:nvPr/>
          </p:nvSpPr>
          <p:spPr bwMode="auto">
            <a:xfrm>
              <a:off x="3581400" y="5410200"/>
              <a:ext cx="1219200" cy="30480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1400" b="0">
                <a:latin typeface="+mn-lt"/>
                <a:ea typeface="宋体" panose="02010600030101010101" pitchFamily="2" charset="-122"/>
              </a:endParaRPr>
            </a:p>
          </p:txBody>
        </p:sp>
        <p:sp>
          <p:nvSpPr>
            <p:cNvPr id="99343" name="Rectangle 27"/>
            <p:cNvSpPr>
              <a:spLocks noChangeArrowheads="1"/>
            </p:cNvSpPr>
            <p:nvPr/>
          </p:nvSpPr>
          <p:spPr bwMode="auto">
            <a:xfrm>
              <a:off x="3276600" y="4953000"/>
              <a:ext cx="1219200" cy="30480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1400" b="0">
                <a:latin typeface="+mn-lt"/>
                <a:ea typeface="宋体" panose="02010600030101010101" pitchFamily="2" charset="-122"/>
              </a:endParaRPr>
            </a:p>
          </p:txBody>
        </p:sp>
        <p:sp>
          <p:nvSpPr>
            <p:cNvPr id="99344" name="Line 28"/>
            <p:cNvSpPr>
              <a:spLocks noChangeShapeType="1"/>
            </p:cNvSpPr>
            <p:nvPr/>
          </p:nvSpPr>
          <p:spPr bwMode="auto">
            <a:xfrm>
              <a:off x="5257800" y="4495800"/>
              <a:ext cx="4572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mn-lt"/>
                <a:ea typeface="宋体" panose="02010600030101010101" pitchFamily="2" charset="-122"/>
              </a:endParaRPr>
            </a:p>
          </p:txBody>
        </p:sp>
        <p:sp>
          <p:nvSpPr>
            <p:cNvPr id="99345" name="Line 29"/>
            <p:cNvSpPr>
              <a:spLocks noChangeShapeType="1"/>
            </p:cNvSpPr>
            <p:nvPr/>
          </p:nvSpPr>
          <p:spPr bwMode="auto">
            <a:xfrm>
              <a:off x="5257800" y="6172200"/>
              <a:ext cx="4572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mn-lt"/>
                <a:ea typeface="宋体" panose="02010600030101010101" pitchFamily="2" charset="-122"/>
              </a:endParaRPr>
            </a:p>
          </p:txBody>
        </p:sp>
        <p:sp>
          <p:nvSpPr>
            <p:cNvPr id="99346" name="Line 30"/>
            <p:cNvSpPr>
              <a:spLocks noChangeShapeType="1"/>
            </p:cNvSpPr>
            <p:nvPr/>
          </p:nvSpPr>
          <p:spPr bwMode="auto">
            <a:xfrm flipV="1">
              <a:off x="5486400" y="4495800"/>
              <a:ext cx="0" cy="609600"/>
            </a:xfrm>
            <a:prstGeom prst="line">
              <a:avLst/>
            </a:prstGeom>
            <a:noFill/>
            <a:ln w="38100">
              <a:solidFill>
                <a:schemeClr val="tx1"/>
              </a:solidFill>
              <a:round/>
              <a:headEnd/>
              <a:tailEnd type="arrow"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mn-lt"/>
                <a:ea typeface="宋体" panose="02010600030101010101" pitchFamily="2" charset="-122"/>
              </a:endParaRPr>
            </a:p>
          </p:txBody>
        </p:sp>
        <p:sp>
          <p:nvSpPr>
            <p:cNvPr id="99347" name="Line 31"/>
            <p:cNvSpPr>
              <a:spLocks noChangeShapeType="1"/>
            </p:cNvSpPr>
            <p:nvPr/>
          </p:nvSpPr>
          <p:spPr bwMode="auto">
            <a:xfrm>
              <a:off x="5486400" y="5562600"/>
              <a:ext cx="0" cy="609600"/>
            </a:xfrm>
            <a:prstGeom prst="line">
              <a:avLst/>
            </a:prstGeom>
            <a:noFill/>
            <a:ln w="38100">
              <a:solidFill>
                <a:schemeClr val="tx1"/>
              </a:solidFill>
              <a:round/>
              <a:headEnd/>
              <a:tailEnd type="arrow"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mn-lt"/>
                <a:ea typeface="宋体" panose="02010600030101010101" pitchFamily="2" charset="-122"/>
              </a:endParaRPr>
            </a:p>
          </p:txBody>
        </p:sp>
        <p:sp>
          <p:nvSpPr>
            <p:cNvPr id="99348" name="Text Box 32"/>
            <p:cNvSpPr txBox="1">
              <a:spLocks noChangeArrowheads="1"/>
            </p:cNvSpPr>
            <p:nvPr/>
          </p:nvSpPr>
          <p:spPr bwMode="auto">
            <a:xfrm>
              <a:off x="5334000" y="5176068"/>
              <a:ext cx="38100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en-US" altLang="zh-CN" sz="1400" dirty="0">
                  <a:latin typeface="+mn-lt"/>
                  <a:ea typeface="宋体" panose="02010600030101010101" pitchFamily="2" charset="-122"/>
                </a:rPr>
                <a:t>D</a:t>
              </a:r>
            </a:p>
          </p:txBody>
        </p:sp>
        <p:sp>
          <p:nvSpPr>
            <p:cNvPr id="99349" name="Line 33"/>
            <p:cNvSpPr>
              <a:spLocks noChangeShapeType="1"/>
            </p:cNvSpPr>
            <p:nvPr/>
          </p:nvSpPr>
          <p:spPr bwMode="auto">
            <a:xfrm flipV="1">
              <a:off x="5105400" y="3886200"/>
              <a:ext cx="0" cy="6096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mn-lt"/>
                <a:ea typeface="宋体" panose="02010600030101010101" pitchFamily="2" charset="-122"/>
              </a:endParaRPr>
            </a:p>
          </p:txBody>
        </p:sp>
        <p:sp>
          <p:nvSpPr>
            <p:cNvPr id="99350" name="Line 34"/>
            <p:cNvSpPr>
              <a:spLocks noChangeShapeType="1"/>
            </p:cNvSpPr>
            <p:nvPr/>
          </p:nvSpPr>
          <p:spPr bwMode="auto">
            <a:xfrm flipH="1" flipV="1">
              <a:off x="2667000" y="4038600"/>
              <a:ext cx="990600" cy="0"/>
            </a:xfrm>
            <a:prstGeom prst="line">
              <a:avLst/>
            </a:prstGeom>
            <a:noFill/>
            <a:ln w="38100">
              <a:solidFill>
                <a:schemeClr val="tx1"/>
              </a:solidFill>
              <a:round/>
              <a:headEnd/>
              <a:tailEnd type="arrow"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mn-lt"/>
                <a:ea typeface="宋体" panose="02010600030101010101" pitchFamily="2" charset="-122"/>
              </a:endParaRPr>
            </a:p>
          </p:txBody>
        </p:sp>
        <p:sp>
          <p:nvSpPr>
            <p:cNvPr id="99351" name="Line 35"/>
            <p:cNvSpPr>
              <a:spLocks noChangeShapeType="1"/>
            </p:cNvSpPr>
            <p:nvPr/>
          </p:nvSpPr>
          <p:spPr bwMode="auto">
            <a:xfrm flipV="1">
              <a:off x="4343400" y="4038600"/>
              <a:ext cx="762000" cy="0"/>
            </a:xfrm>
            <a:prstGeom prst="line">
              <a:avLst/>
            </a:prstGeom>
            <a:noFill/>
            <a:ln w="38100">
              <a:solidFill>
                <a:schemeClr val="tx1"/>
              </a:solidFill>
              <a:round/>
              <a:headEnd/>
              <a:tailEnd type="arrow"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mn-lt"/>
                <a:ea typeface="宋体" panose="02010600030101010101" pitchFamily="2" charset="-122"/>
              </a:endParaRPr>
            </a:p>
          </p:txBody>
        </p:sp>
        <p:sp>
          <p:nvSpPr>
            <p:cNvPr id="99352" name="Text Box 36"/>
            <p:cNvSpPr txBox="1">
              <a:spLocks noChangeArrowheads="1"/>
            </p:cNvSpPr>
            <p:nvPr/>
          </p:nvSpPr>
          <p:spPr bwMode="auto">
            <a:xfrm>
              <a:off x="3808488" y="3879924"/>
              <a:ext cx="616792"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en-US" altLang="zh-CN" sz="1400" dirty="0">
                  <a:latin typeface="+mn-lt"/>
                  <a:ea typeface="宋体" panose="02010600030101010101" pitchFamily="2" charset="-122"/>
                </a:rPr>
                <a:t>T</a:t>
              </a:r>
              <a:r>
                <a:rPr lang="en-US" altLang="zh-CN" sz="1400" baseline="-25000" dirty="0">
                  <a:latin typeface="+mn-lt"/>
                  <a:ea typeface="宋体" panose="02010600030101010101" pitchFamily="2" charset="-122"/>
                </a:rPr>
                <a:t>VCT</a:t>
              </a:r>
            </a:p>
          </p:txBody>
        </p:sp>
        <p:sp>
          <p:nvSpPr>
            <p:cNvPr id="99353" name="Text Box 37"/>
            <p:cNvSpPr txBox="1">
              <a:spLocks noChangeArrowheads="1"/>
            </p:cNvSpPr>
            <p:nvPr/>
          </p:nvSpPr>
          <p:spPr bwMode="auto">
            <a:xfrm>
              <a:off x="5577696" y="6143178"/>
              <a:ext cx="55396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400" dirty="0">
                  <a:latin typeface="+mn-lt"/>
                  <a:ea typeface="宋体" panose="02010600030101010101" pitchFamily="2" charset="-122"/>
                </a:rPr>
                <a:t>时间</a:t>
              </a:r>
            </a:p>
          </p:txBody>
        </p:sp>
        <p:sp>
          <p:nvSpPr>
            <p:cNvPr id="99354" name="Text Box 38"/>
            <p:cNvSpPr txBox="1">
              <a:spLocks noChangeArrowheads="1"/>
            </p:cNvSpPr>
            <p:nvPr/>
          </p:nvSpPr>
          <p:spPr bwMode="auto">
            <a:xfrm>
              <a:off x="1905000" y="4495800"/>
              <a:ext cx="76200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r" eaLnBrk="1" hangingPunct="1">
                <a:spcBef>
                  <a:spcPct val="50000"/>
                </a:spcBef>
                <a:buFont typeface="Wingdings" pitchFamily="2" charset="2"/>
                <a:buNone/>
              </a:pPr>
              <a:r>
                <a:rPr lang="en-US" altLang="zh-CN" sz="1400">
                  <a:latin typeface="+mn-lt"/>
                  <a:ea typeface="宋体" panose="02010600030101010101" pitchFamily="2" charset="-122"/>
                </a:rPr>
                <a:t>N1</a:t>
              </a:r>
            </a:p>
          </p:txBody>
        </p:sp>
        <p:sp>
          <p:nvSpPr>
            <p:cNvPr id="99355" name="Text Box 39"/>
            <p:cNvSpPr txBox="1">
              <a:spLocks noChangeArrowheads="1"/>
            </p:cNvSpPr>
            <p:nvPr/>
          </p:nvSpPr>
          <p:spPr bwMode="auto">
            <a:xfrm>
              <a:off x="1905000" y="4953000"/>
              <a:ext cx="76200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r" eaLnBrk="1" hangingPunct="1">
                <a:spcBef>
                  <a:spcPct val="50000"/>
                </a:spcBef>
                <a:buFont typeface="Wingdings" pitchFamily="2" charset="2"/>
                <a:buNone/>
              </a:pPr>
              <a:r>
                <a:rPr lang="en-US" altLang="zh-CN" sz="1400">
                  <a:latin typeface="+mn-lt"/>
                  <a:ea typeface="宋体" panose="02010600030101010101" pitchFamily="2" charset="-122"/>
                </a:rPr>
                <a:t>N2</a:t>
              </a:r>
            </a:p>
          </p:txBody>
        </p:sp>
        <p:sp>
          <p:nvSpPr>
            <p:cNvPr id="99356" name="Text Box 40"/>
            <p:cNvSpPr txBox="1">
              <a:spLocks noChangeArrowheads="1"/>
            </p:cNvSpPr>
            <p:nvPr/>
          </p:nvSpPr>
          <p:spPr bwMode="auto">
            <a:xfrm>
              <a:off x="1905000" y="5410200"/>
              <a:ext cx="76200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r" eaLnBrk="1" hangingPunct="1">
                <a:spcBef>
                  <a:spcPct val="50000"/>
                </a:spcBef>
                <a:buFont typeface="Wingdings" pitchFamily="2" charset="2"/>
                <a:buNone/>
              </a:pPr>
              <a:r>
                <a:rPr lang="en-US" altLang="zh-CN" sz="1400">
                  <a:latin typeface="+mn-lt"/>
                  <a:ea typeface="宋体" panose="02010600030101010101" pitchFamily="2" charset="-122"/>
                </a:rPr>
                <a:t>N3</a:t>
              </a:r>
            </a:p>
          </p:txBody>
        </p:sp>
        <p:sp>
          <p:nvSpPr>
            <p:cNvPr id="99357" name="Text Box 41"/>
            <p:cNvSpPr txBox="1">
              <a:spLocks noChangeArrowheads="1"/>
            </p:cNvSpPr>
            <p:nvPr/>
          </p:nvSpPr>
          <p:spPr bwMode="auto">
            <a:xfrm>
              <a:off x="1905000" y="5867400"/>
              <a:ext cx="76200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r" eaLnBrk="1" hangingPunct="1">
                <a:spcBef>
                  <a:spcPct val="50000"/>
                </a:spcBef>
                <a:buFont typeface="Wingdings" pitchFamily="2" charset="2"/>
                <a:buNone/>
              </a:pPr>
              <a:r>
                <a:rPr lang="en-US" altLang="zh-CN" sz="1400">
                  <a:latin typeface="+mn-lt"/>
                  <a:ea typeface="宋体" panose="02010600030101010101" pitchFamily="2" charset="-122"/>
                </a:rPr>
                <a:t>N4</a:t>
              </a:r>
            </a:p>
          </p:txBody>
        </p:sp>
        <p:sp>
          <p:nvSpPr>
            <p:cNvPr id="99358" name="Line 42"/>
            <p:cNvSpPr>
              <a:spLocks noChangeShapeType="1"/>
            </p:cNvSpPr>
            <p:nvPr/>
          </p:nvSpPr>
          <p:spPr bwMode="auto">
            <a:xfrm flipV="1">
              <a:off x="4191000" y="4267200"/>
              <a:ext cx="0" cy="2286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mn-lt"/>
                <a:ea typeface="宋体" panose="02010600030101010101" pitchFamily="2" charset="-122"/>
              </a:endParaRPr>
            </a:p>
          </p:txBody>
        </p:sp>
        <p:sp>
          <p:nvSpPr>
            <p:cNvPr id="99359" name="Text Box 43"/>
            <p:cNvSpPr txBox="1">
              <a:spLocks noChangeArrowheads="1"/>
            </p:cNvSpPr>
            <p:nvPr/>
          </p:nvSpPr>
          <p:spPr bwMode="auto">
            <a:xfrm>
              <a:off x="3160138" y="4157930"/>
              <a:ext cx="53340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en-US" altLang="zh-CN" sz="1400" dirty="0">
                  <a:latin typeface="+mn-lt"/>
                  <a:ea typeface="宋体" panose="02010600030101010101" pitchFamily="2" charset="-122"/>
                </a:rPr>
                <a:t>L/B</a:t>
              </a:r>
              <a:endParaRPr lang="en-US" altLang="zh-CN" sz="1400" baseline="-25000" dirty="0">
                <a:latin typeface="+mn-lt"/>
                <a:ea typeface="宋体" panose="02010600030101010101" pitchFamily="2" charset="-122"/>
              </a:endParaRPr>
            </a:p>
          </p:txBody>
        </p:sp>
        <p:sp>
          <p:nvSpPr>
            <p:cNvPr id="99360" name="Line 44"/>
            <p:cNvSpPr>
              <a:spLocks noChangeShapeType="1"/>
            </p:cNvSpPr>
            <p:nvPr/>
          </p:nvSpPr>
          <p:spPr bwMode="auto">
            <a:xfrm flipH="1" flipV="1">
              <a:off x="2667000" y="4343400"/>
              <a:ext cx="457200" cy="0"/>
            </a:xfrm>
            <a:prstGeom prst="line">
              <a:avLst/>
            </a:prstGeom>
            <a:noFill/>
            <a:ln w="38100">
              <a:solidFill>
                <a:schemeClr val="tx1"/>
              </a:solidFill>
              <a:round/>
              <a:headEnd/>
              <a:tailEnd type="arrow"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mn-lt"/>
                <a:ea typeface="宋体" panose="02010600030101010101" pitchFamily="2" charset="-122"/>
              </a:endParaRPr>
            </a:p>
          </p:txBody>
        </p:sp>
        <p:sp>
          <p:nvSpPr>
            <p:cNvPr id="99361" name="Line 45"/>
            <p:cNvSpPr>
              <a:spLocks noChangeShapeType="1"/>
            </p:cNvSpPr>
            <p:nvPr/>
          </p:nvSpPr>
          <p:spPr bwMode="auto">
            <a:xfrm flipV="1">
              <a:off x="3657600" y="4343400"/>
              <a:ext cx="533400" cy="0"/>
            </a:xfrm>
            <a:prstGeom prst="line">
              <a:avLst/>
            </a:prstGeom>
            <a:noFill/>
            <a:ln w="38100">
              <a:solidFill>
                <a:schemeClr val="tx1"/>
              </a:solidFill>
              <a:round/>
              <a:headEnd/>
              <a:tailEnd type="arrow"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mn-lt"/>
                <a:ea typeface="宋体" panose="02010600030101010101" pitchFamily="2" charset="-122"/>
              </a:endParaRPr>
            </a:p>
          </p:txBody>
        </p:sp>
      </p:gr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4066" name="Rectangle 2"/>
          <p:cNvSpPr>
            <a:spLocks noGrp="1" noChangeArrowheads="1"/>
          </p:cNvSpPr>
          <p:nvPr>
            <p:ph type="title"/>
          </p:nvPr>
        </p:nvSpPr>
        <p:spPr/>
        <p:txBody>
          <a:bodyPr/>
          <a:lstStyle/>
          <a:p>
            <a:pPr eaLnBrk="1" hangingPunct="1">
              <a:defRPr/>
            </a:pPr>
            <a:r>
              <a:rPr lang="zh-CN" altLang="en-US" smtClean="0"/>
              <a:t>虫蚀寻径</a:t>
            </a:r>
            <a:br>
              <a:rPr lang="zh-CN" altLang="en-US" smtClean="0"/>
            </a:br>
            <a:r>
              <a:rPr lang="zh-CN" altLang="en-US" sz="3200" smtClean="0"/>
              <a:t>（</a:t>
            </a:r>
            <a:r>
              <a:rPr lang="en-US" altLang="zh-CN" sz="3200" smtClean="0"/>
              <a:t>wormhole</a:t>
            </a:r>
            <a:r>
              <a:rPr lang="zh-CN" altLang="en-US" sz="3200" smtClean="0"/>
              <a:t>）</a:t>
            </a:r>
          </a:p>
        </p:txBody>
      </p:sp>
      <p:sp>
        <p:nvSpPr>
          <p:cNvPr id="10035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消息传递机制</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消息寻径方式</a:t>
            </a:r>
            <a:endParaRPr lang="zh-CN" altLang="en-US" sz="1200" b="0">
              <a:latin typeface="Times New Roman" pitchFamily="18" charset="0"/>
              <a:ea typeface="幼圆" pitchFamily="49" charset="-122"/>
            </a:endParaRPr>
          </a:p>
        </p:txBody>
      </p:sp>
      <p:sp>
        <p:nvSpPr>
          <p:cNvPr id="984070" name="Rectangle 6"/>
          <p:cNvSpPr>
            <a:spLocks noGrp="1" noChangeArrowheads="1"/>
          </p:cNvSpPr>
          <p:nvPr>
            <p:ph type="body" idx="1"/>
          </p:nvPr>
        </p:nvSpPr>
        <p:spPr/>
        <p:txBody>
          <a:bodyPr/>
          <a:lstStyle/>
          <a:p>
            <a:pPr marL="0" indent="0" eaLnBrk="1" hangingPunct="1">
              <a:buFont typeface="Wingdings" pitchFamily="2" charset="2"/>
              <a:buNone/>
              <a:defRPr/>
            </a:pPr>
            <a:r>
              <a:rPr lang="zh-CN" altLang="en-US" sz="2800" dirty="0" smtClean="0"/>
              <a:t>       将包分成更小的片，在每个节点的寻径器中设置</a:t>
            </a:r>
            <a:r>
              <a:rPr lang="zh-CN" altLang="en-US" sz="2800" dirty="0" smtClean="0">
                <a:solidFill>
                  <a:srgbClr val="FF0000"/>
                </a:solidFill>
                <a:effectLst>
                  <a:outerShdw blurRad="38100" dist="38100" dir="2700000" algn="tl">
                    <a:srgbClr val="C0C0C0"/>
                  </a:outerShdw>
                </a:effectLst>
              </a:rPr>
              <a:t>片缓冲区</a:t>
            </a:r>
            <a:r>
              <a:rPr lang="zh-CN" altLang="en-US" sz="2800" dirty="0" smtClean="0"/>
              <a:t>。用头片直接开辟一条从输入节点到输出节点的路径，每个包中的片以</a:t>
            </a:r>
            <a:r>
              <a:rPr lang="zh-CN" altLang="en-US" sz="2800" dirty="0" smtClean="0">
                <a:solidFill>
                  <a:srgbClr val="FF0000"/>
                </a:solidFill>
                <a:effectLst>
                  <a:outerShdw blurRad="38100" dist="38100" dir="2700000" algn="tl">
                    <a:srgbClr val="C0C0C0"/>
                  </a:outerShdw>
                </a:effectLst>
              </a:rPr>
              <a:t>流水方式</a:t>
            </a:r>
            <a:r>
              <a:rPr lang="zh-CN" altLang="en-US" sz="2800" dirty="0" smtClean="0"/>
              <a:t>在网络中向前“蠕动”（是对</a:t>
            </a:r>
            <a:r>
              <a:rPr lang="zh-CN" altLang="en-US" sz="2800" dirty="0" smtClean="0">
                <a:solidFill>
                  <a:srgbClr val="0000CC"/>
                </a:solidFill>
              </a:rPr>
              <a:t>虚拟直通寻径的改进</a:t>
            </a:r>
            <a:r>
              <a:rPr lang="zh-CN" altLang="en-US" sz="2800" dirty="0" smtClean="0"/>
              <a:t>）</a:t>
            </a:r>
            <a:r>
              <a:rPr lang="zh-CN" altLang="en-US" sz="2800" dirty="0"/>
              <a:t>。</a:t>
            </a:r>
            <a:endParaRPr lang="zh-CN" altLang="en-US" sz="2800" dirty="0" smtClean="0"/>
          </a:p>
          <a:p>
            <a:pPr marL="0" indent="0" eaLnBrk="1" hangingPunct="1">
              <a:buFont typeface="Wingdings" pitchFamily="2" charset="2"/>
              <a:buNone/>
              <a:defRPr/>
            </a:pPr>
            <a:r>
              <a:rPr lang="zh-CN" altLang="en-US" sz="2800" dirty="0" smtClean="0"/>
              <a:t>       当包的头片到达一个节点</a:t>
            </a:r>
            <a:r>
              <a:rPr lang="en-US" altLang="zh-CN" sz="2800" dirty="0" smtClean="0"/>
              <a:t>A</a:t>
            </a:r>
            <a:r>
              <a:rPr lang="zh-CN" altLang="en-US" sz="2800" dirty="0" smtClean="0"/>
              <a:t>的寻径器后，寻径器根据头片的寻径消息立即做出路由选择。如果所选择的通道或节点的片缓冲区不可用时，头片必须在该节点的片缓冲区中等待，其它数据片也在原来的节点上等待。</a:t>
            </a:r>
          </a:p>
        </p:txBody>
      </p:sp>
      <p:sp>
        <p:nvSpPr>
          <p:cNvPr id="100357" name="Text Box 7"/>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4 之 1</a:t>
            </a:r>
          </a:p>
        </p:txBody>
      </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9186" name="Rectangle 2"/>
          <p:cNvSpPr>
            <a:spLocks noGrp="1" noChangeArrowheads="1"/>
          </p:cNvSpPr>
          <p:nvPr>
            <p:ph type="title"/>
          </p:nvPr>
        </p:nvSpPr>
        <p:spPr/>
        <p:txBody>
          <a:bodyPr/>
          <a:lstStyle/>
          <a:p>
            <a:pPr eaLnBrk="1" hangingPunct="1">
              <a:defRPr/>
            </a:pPr>
            <a:r>
              <a:rPr lang="zh-CN" altLang="en-US" smtClean="0"/>
              <a:t>握手协议</a:t>
            </a:r>
          </a:p>
        </p:txBody>
      </p:sp>
      <p:sp>
        <p:nvSpPr>
          <p:cNvPr id="10137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消息传递机制</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消息寻径方式</a:t>
            </a:r>
            <a:endParaRPr lang="zh-CN" altLang="en-US" sz="1200" b="0">
              <a:latin typeface="Times New Roman" pitchFamily="18" charset="0"/>
              <a:ea typeface="幼圆" pitchFamily="49" charset="-122"/>
            </a:endParaRPr>
          </a:p>
        </p:txBody>
      </p:sp>
      <p:sp>
        <p:nvSpPr>
          <p:cNvPr id="101380" name="Rectangle 6"/>
          <p:cNvSpPr>
            <a:spLocks noChangeArrowheads="1"/>
          </p:cNvSpPr>
          <p:nvPr/>
        </p:nvSpPr>
        <p:spPr bwMode="auto">
          <a:xfrm>
            <a:off x="1371600" y="2438400"/>
            <a:ext cx="762000" cy="114300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101381" name="AutoShape 7"/>
          <p:cNvSpPr>
            <a:spLocks noChangeArrowheads="1"/>
          </p:cNvSpPr>
          <p:nvPr/>
        </p:nvSpPr>
        <p:spPr bwMode="auto">
          <a:xfrm>
            <a:off x="838200" y="2743200"/>
            <a:ext cx="533400" cy="609600"/>
          </a:xfrm>
          <a:prstGeom prst="rightArrow">
            <a:avLst>
              <a:gd name="adj1" fmla="val 50000"/>
              <a:gd name="adj2" fmla="val 25000"/>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101382" name="AutoShape 8"/>
          <p:cNvSpPr>
            <a:spLocks noChangeArrowheads="1"/>
          </p:cNvSpPr>
          <p:nvPr/>
        </p:nvSpPr>
        <p:spPr bwMode="auto">
          <a:xfrm>
            <a:off x="2133600" y="2971800"/>
            <a:ext cx="1143000" cy="609600"/>
          </a:xfrm>
          <a:prstGeom prst="rightArrow">
            <a:avLst>
              <a:gd name="adj1" fmla="val 50000"/>
              <a:gd name="adj2" fmla="val 46875"/>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101383" name="Rectangle 9"/>
          <p:cNvSpPr>
            <a:spLocks noChangeArrowheads="1"/>
          </p:cNvSpPr>
          <p:nvPr/>
        </p:nvSpPr>
        <p:spPr bwMode="auto">
          <a:xfrm>
            <a:off x="3276600" y="2438400"/>
            <a:ext cx="762000" cy="114300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101384" name="AutoShape 11"/>
          <p:cNvSpPr>
            <a:spLocks noChangeArrowheads="1"/>
          </p:cNvSpPr>
          <p:nvPr/>
        </p:nvSpPr>
        <p:spPr bwMode="auto">
          <a:xfrm>
            <a:off x="4038600" y="2743200"/>
            <a:ext cx="533400" cy="609600"/>
          </a:xfrm>
          <a:prstGeom prst="rightArrow">
            <a:avLst>
              <a:gd name="adj1" fmla="val 50000"/>
              <a:gd name="adj2" fmla="val 25000"/>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101385" name="Line 12"/>
          <p:cNvSpPr>
            <a:spLocks noChangeShapeType="1"/>
          </p:cNvSpPr>
          <p:nvPr/>
        </p:nvSpPr>
        <p:spPr bwMode="auto">
          <a:xfrm>
            <a:off x="2133600" y="2743200"/>
            <a:ext cx="1143000" cy="0"/>
          </a:xfrm>
          <a:prstGeom prst="line">
            <a:avLst/>
          </a:prstGeom>
          <a:noFill/>
          <a:ln w="28575">
            <a:solidFill>
              <a:schemeClr val="tx1"/>
            </a:solidFill>
            <a:prstDash val="sysDot"/>
            <a:round/>
            <a:headEnd type="arrow" w="sm" len="med"/>
            <a:tailEnd type="arrow"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1386" name="Text Box 14"/>
          <p:cNvSpPr txBox="1">
            <a:spLocks noChangeArrowheads="1"/>
          </p:cNvSpPr>
          <p:nvPr/>
        </p:nvSpPr>
        <p:spPr bwMode="auto">
          <a:xfrm>
            <a:off x="914400" y="2057400"/>
            <a:ext cx="1676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2000"/>
              <a:t>路由选择器</a:t>
            </a:r>
            <a:r>
              <a:rPr lang="en-US" altLang="zh-CN" sz="2000"/>
              <a:t>S</a:t>
            </a:r>
          </a:p>
        </p:txBody>
      </p:sp>
      <p:sp>
        <p:nvSpPr>
          <p:cNvPr id="101387" name="Text Box 15"/>
          <p:cNvSpPr txBox="1">
            <a:spLocks noChangeArrowheads="1"/>
          </p:cNvSpPr>
          <p:nvPr/>
        </p:nvSpPr>
        <p:spPr bwMode="auto">
          <a:xfrm>
            <a:off x="2819400" y="2057400"/>
            <a:ext cx="1676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2000"/>
              <a:t>路由选择器</a:t>
            </a:r>
            <a:r>
              <a:rPr lang="en-US" altLang="zh-CN" sz="2000"/>
              <a:t>D</a:t>
            </a:r>
          </a:p>
        </p:txBody>
      </p:sp>
      <p:sp>
        <p:nvSpPr>
          <p:cNvPr id="101388" name="Text Box 16"/>
          <p:cNvSpPr txBox="1">
            <a:spLocks noChangeArrowheads="1"/>
          </p:cNvSpPr>
          <p:nvPr/>
        </p:nvSpPr>
        <p:spPr bwMode="auto">
          <a:xfrm>
            <a:off x="2209800" y="2362200"/>
            <a:ext cx="1066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en-US" altLang="zh-CN" sz="2000"/>
              <a:t>R/A(</a:t>
            </a:r>
            <a:r>
              <a:rPr lang="zh-CN" altLang="en-US" sz="2000"/>
              <a:t>低)</a:t>
            </a:r>
          </a:p>
        </p:txBody>
      </p:sp>
      <p:sp>
        <p:nvSpPr>
          <p:cNvPr id="101389" name="Rectangle 17"/>
          <p:cNvSpPr>
            <a:spLocks noChangeArrowheads="1"/>
          </p:cNvSpPr>
          <p:nvPr/>
        </p:nvSpPr>
        <p:spPr bwMode="auto">
          <a:xfrm>
            <a:off x="1600200" y="2667000"/>
            <a:ext cx="304800" cy="685800"/>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101390" name="Rectangle 18"/>
          <p:cNvSpPr>
            <a:spLocks noChangeArrowheads="1"/>
          </p:cNvSpPr>
          <p:nvPr/>
        </p:nvSpPr>
        <p:spPr bwMode="auto">
          <a:xfrm>
            <a:off x="3505200" y="2667000"/>
            <a:ext cx="304800" cy="685800"/>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101391" name="Text Box 19"/>
          <p:cNvSpPr txBox="1">
            <a:spLocks noChangeArrowheads="1"/>
          </p:cNvSpPr>
          <p:nvPr/>
        </p:nvSpPr>
        <p:spPr bwMode="auto">
          <a:xfrm>
            <a:off x="2286000" y="2743200"/>
            <a:ext cx="8382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2000"/>
              <a:t>通道</a:t>
            </a:r>
          </a:p>
        </p:txBody>
      </p:sp>
      <p:sp>
        <p:nvSpPr>
          <p:cNvPr id="101392" name="Text Box 20"/>
          <p:cNvSpPr txBox="1">
            <a:spLocks noChangeArrowheads="1"/>
          </p:cNvSpPr>
          <p:nvPr/>
        </p:nvSpPr>
        <p:spPr bwMode="auto">
          <a:xfrm>
            <a:off x="1066800" y="3733800"/>
            <a:ext cx="3200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2000"/>
              <a:t>(</a:t>
            </a:r>
            <a:r>
              <a:rPr lang="en-US" altLang="zh-CN" sz="2000"/>
              <a:t>a) D</a:t>
            </a:r>
            <a:r>
              <a:rPr lang="zh-CN" altLang="en-US" sz="2000"/>
              <a:t>已就绪可以接收一片</a:t>
            </a:r>
          </a:p>
        </p:txBody>
      </p:sp>
      <p:sp>
        <p:nvSpPr>
          <p:cNvPr id="101393" name="Rectangle 21"/>
          <p:cNvSpPr>
            <a:spLocks noChangeArrowheads="1"/>
          </p:cNvSpPr>
          <p:nvPr/>
        </p:nvSpPr>
        <p:spPr bwMode="auto">
          <a:xfrm>
            <a:off x="5486400" y="2438400"/>
            <a:ext cx="762000" cy="114300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101394" name="AutoShape 22"/>
          <p:cNvSpPr>
            <a:spLocks noChangeArrowheads="1"/>
          </p:cNvSpPr>
          <p:nvPr/>
        </p:nvSpPr>
        <p:spPr bwMode="auto">
          <a:xfrm>
            <a:off x="4953000" y="2743200"/>
            <a:ext cx="533400" cy="609600"/>
          </a:xfrm>
          <a:prstGeom prst="rightArrow">
            <a:avLst>
              <a:gd name="adj1" fmla="val 50000"/>
              <a:gd name="adj2" fmla="val 25000"/>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101395" name="AutoShape 23"/>
          <p:cNvSpPr>
            <a:spLocks noChangeArrowheads="1"/>
          </p:cNvSpPr>
          <p:nvPr/>
        </p:nvSpPr>
        <p:spPr bwMode="auto">
          <a:xfrm>
            <a:off x="6248400" y="2971800"/>
            <a:ext cx="1143000" cy="609600"/>
          </a:xfrm>
          <a:prstGeom prst="rightArrow">
            <a:avLst>
              <a:gd name="adj1" fmla="val 50000"/>
              <a:gd name="adj2" fmla="val 46875"/>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101396" name="Rectangle 24"/>
          <p:cNvSpPr>
            <a:spLocks noChangeArrowheads="1"/>
          </p:cNvSpPr>
          <p:nvPr/>
        </p:nvSpPr>
        <p:spPr bwMode="auto">
          <a:xfrm>
            <a:off x="7391400" y="2438400"/>
            <a:ext cx="762000" cy="114300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101397" name="AutoShape 25"/>
          <p:cNvSpPr>
            <a:spLocks noChangeArrowheads="1"/>
          </p:cNvSpPr>
          <p:nvPr/>
        </p:nvSpPr>
        <p:spPr bwMode="auto">
          <a:xfrm>
            <a:off x="8153400" y="2743200"/>
            <a:ext cx="533400" cy="609600"/>
          </a:xfrm>
          <a:prstGeom prst="rightArrow">
            <a:avLst>
              <a:gd name="adj1" fmla="val 50000"/>
              <a:gd name="adj2" fmla="val 25000"/>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101398" name="Line 26"/>
          <p:cNvSpPr>
            <a:spLocks noChangeShapeType="1"/>
          </p:cNvSpPr>
          <p:nvPr/>
        </p:nvSpPr>
        <p:spPr bwMode="auto">
          <a:xfrm>
            <a:off x="6248400" y="2743200"/>
            <a:ext cx="1143000" cy="0"/>
          </a:xfrm>
          <a:prstGeom prst="line">
            <a:avLst/>
          </a:prstGeom>
          <a:noFill/>
          <a:ln w="28575">
            <a:solidFill>
              <a:schemeClr val="tx1"/>
            </a:solidFill>
            <a:prstDash val="sysDot"/>
            <a:round/>
            <a:headEnd type="arrow" w="sm" len="med"/>
            <a:tailEnd type="arrow"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1399" name="Text Box 27"/>
          <p:cNvSpPr txBox="1">
            <a:spLocks noChangeArrowheads="1"/>
          </p:cNvSpPr>
          <p:nvPr/>
        </p:nvSpPr>
        <p:spPr bwMode="auto">
          <a:xfrm>
            <a:off x="5029200" y="2057400"/>
            <a:ext cx="1676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2000"/>
              <a:t>路由选择器</a:t>
            </a:r>
            <a:r>
              <a:rPr lang="en-US" altLang="zh-CN" sz="2000"/>
              <a:t>S</a:t>
            </a:r>
          </a:p>
        </p:txBody>
      </p:sp>
      <p:sp>
        <p:nvSpPr>
          <p:cNvPr id="101400" name="Text Box 28"/>
          <p:cNvSpPr txBox="1">
            <a:spLocks noChangeArrowheads="1"/>
          </p:cNvSpPr>
          <p:nvPr/>
        </p:nvSpPr>
        <p:spPr bwMode="auto">
          <a:xfrm>
            <a:off x="6934200" y="2057400"/>
            <a:ext cx="1676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2000"/>
              <a:t>路由选择器</a:t>
            </a:r>
            <a:r>
              <a:rPr lang="en-US" altLang="zh-CN" sz="2000"/>
              <a:t>D</a:t>
            </a:r>
          </a:p>
        </p:txBody>
      </p:sp>
      <p:sp>
        <p:nvSpPr>
          <p:cNvPr id="101401" name="Text Box 29"/>
          <p:cNvSpPr txBox="1">
            <a:spLocks noChangeArrowheads="1"/>
          </p:cNvSpPr>
          <p:nvPr/>
        </p:nvSpPr>
        <p:spPr bwMode="auto">
          <a:xfrm>
            <a:off x="6324600" y="2362200"/>
            <a:ext cx="1066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en-US" altLang="zh-CN" sz="2000"/>
              <a:t>R/A(</a:t>
            </a:r>
            <a:r>
              <a:rPr lang="zh-CN" altLang="en-US" sz="2000"/>
              <a:t>高)</a:t>
            </a:r>
          </a:p>
        </p:txBody>
      </p:sp>
      <p:sp>
        <p:nvSpPr>
          <p:cNvPr id="101402" name="Rectangle 30"/>
          <p:cNvSpPr>
            <a:spLocks noChangeArrowheads="1"/>
          </p:cNvSpPr>
          <p:nvPr/>
        </p:nvSpPr>
        <p:spPr bwMode="auto">
          <a:xfrm>
            <a:off x="5715000" y="2667000"/>
            <a:ext cx="304800" cy="6858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101403" name="Rectangle 31"/>
          <p:cNvSpPr>
            <a:spLocks noChangeArrowheads="1"/>
          </p:cNvSpPr>
          <p:nvPr/>
        </p:nvSpPr>
        <p:spPr bwMode="auto">
          <a:xfrm>
            <a:off x="7620000" y="2667000"/>
            <a:ext cx="304800" cy="685800"/>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101404" name="Text Box 32"/>
          <p:cNvSpPr txBox="1">
            <a:spLocks noChangeArrowheads="1"/>
          </p:cNvSpPr>
          <p:nvPr/>
        </p:nvSpPr>
        <p:spPr bwMode="auto">
          <a:xfrm>
            <a:off x="6400800" y="2743200"/>
            <a:ext cx="8382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2000"/>
              <a:t>通道</a:t>
            </a:r>
          </a:p>
        </p:txBody>
      </p:sp>
      <p:sp>
        <p:nvSpPr>
          <p:cNvPr id="101405" name="Text Box 33"/>
          <p:cNvSpPr txBox="1">
            <a:spLocks noChangeArrowheads="1"/>
          </p:cNvSpPr>
          <p:nvPr/>
        </p:nvSpPr>
        <p:spPr bwMode="auto">
          <a:xfrm>
            <a:off x="5181600" y="3733800"/>
            <a:ext cx="3200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2000"/>
              <a:t>(</a:t>
            </a:r>
            <a:r>
              <a:rPr lang="en-US" altLang="zh-CN" sz="2000"/>
              <a:t>b) S</a:t>
            </a:r>
            <a:r>
              <a:rPr lang="zh-CN" altLang="en-US" sz="2000"/>
              <a:t>已就绪准备发送片</a:t>
            </a:r>
            <a:r>
              <a:rPr lang="en-US" altLang="zh-CN" sz="2000"/>
              <a:t>i</a:t>
            </a:r>
          </a:p>
        </p:txBody>
      </p:sp>
      <p:sp>
        <p:nvSpPr>
          <p:cNvPr id="101406" name="Rectangle 34"/>
          <p:cNvSpPr>
            <a:spLocks noChangeArrowheads="1"/>
          </p:cNvSpPr>
          <p:nvPr/>
        </p:nvSpPr>
        <p:spPr bwMode="auto">
          <a:xfrm>
            <a:off x="1371600" y="4648200"/>
            <a:ext cx="762000" cy="114300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101407" name="AutoShape 35"/>
          <p:cNvSpPr>
            <a:spLocks noChangeArrowheads="1"/>
          </p:cNvSpPr>
          <p:nvPr/>
        </p:nvSpPr>
        <p:spPr bwMode="auto">
          <a:xfrm>
            <a:off x="838200" y="4953000"/>
            <a:ext cx="533400" cy="609600"/>
          </a:xfrm>
          <a:prstGeom prst="rightArrow">
            <a:avLst>
              <a:gd name="adj1" fmla="val 50000"/>
              <a:gd name="adj2" fmla="val 25000"/>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101408" name="AutoShape 36"/>
          <p:cNvSpPr>
            <a:spLocks noChangeArrowheads="1"/>
          </p:cNvSpPr>
          <p:nvPr/>
        </p:nvSpPr>
        <p:spPr bwMode="auto">
          <a:xfrm>
            <a:off x="2133600" y="5181600"/>
            <a:ext cx="1143000" cy="609600"/>
          </a:xfrm>
          <a:prstGeom prst="rightArrow">
            <a:avLst>
              <a:gd name="adj1" fmla="val 50000"/>
              <a:gd name="adj2" fmla="val 46875"/>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101409" name="Rectangle 37"/>
          <p:cNvSpPr>
            <a:spLocks noChangeArrowheads="1"/>
          </p:cNvSpPr>
          <p:nvPr/>
        </p:nvSpPr>
        <p:spPr bwMode="auto">
          <a:xfrm>
            <a:off x="3276600" y="4648200"/>
            <a:ext cx="762000" cy="114300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101410" name="AutoShape 38"/>
          <p:cNvSpPr>
            <a:spLocks noChangeArrowheads="1"/>
          </p:cNvSpPr>
          <p:nvPr/>
        </p:nvSpPr>
        <p:spPr bwMode="auto">
          <a:xfrm>
            <a:off x="4038600" y="4953000"/>
            <a:ext cx="533400" cy="609600"/>
          </a:xfrm>
          <a:prstGeom prst="rightArrow">
            <a:avLst>
              <a:gd name="adj1" fmla="val 50000"/>
              <a:gd name="adj2" fmla="val 25000"/>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101411" name="Line 39"/>
          <p:cNvSpPr>
            <a:spLocks noChangeShapeType="1"/>
          </p:cNvSpPr>
          <p:nvPr/>
        </p:nvSpPr>
        <p:spPr bwMode="auto">
          <a:xfrm>
            <a:off x="2133600" y="4953000"/>
            <a:ext cx="1143000" cy="0"/>
          </a:xfrm>
          <a:prstGeom prst="line">
            <a:avLst/>
          </a:prstGeom>
          <a:noFill/>
          <a:ln w="28575">
            <a:solidFill>
              <a:schemeClr val="tx1"/>
            </a:solidFill>
            <a:prstDash val="sysDot"/>
            <a:round/>
            <a:headEnd type="arrow" w="sm" len="med"/>
            <a:tailEnd type="arrow"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1412" name="Text Box 40"/>
          <p:cNvSpPr txBox="1">
            <a:spLocks noChangeArrowheads="1"/>
          </p:cNvSpPr>
          <p:nvPr/>
        </p:nvSpPr>
        <p:spPr bwMode="auto">
          <a:xfrm>
            <a:off x="914400" y="4267200"/>
            <a:ext cx="1676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2000"/>
              <a:t>路由选择器</a:t>
            </a:r>
            <a:r>
              <a:rPr lang="en-US" altLang="zh-CN" sz="2000"/>
              <a:t>S</a:t>
            </a:r>
          </a:p>
        </p:txBody>
      </p:sp>
      <p:sp>
        <p:nvSpPr>
          <p:cNvPr id="101413" name="Text Box 41"/>
          <p:cNvSpPr txBox="1">
            <a:spLocks noChangeArrowheads="1"/>
          </p:cNvSpPr>
          <p:nvPr/>
        </p:nvSpPr>
        <p:spPr bwMode="auto">
          <a:xfrm>
            <a:off x="2819400" y="4267200"/>
            <a:ext cx="1676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2000"/>
              <a:t>路由选择器</a:t>
            </a:r>
            <a:r>
              <a:rPr lang="en-US" altLang="zh-CN" sz="2000"/>
              <a:t>D</a:t>
            </a:r>
          </a:p>
        </p:txBody>
      </p:sp>
      <p:sp>
        <p:nvSpPr>
          <p:cNvPr id="101414" name="Text Box 42"/>
          <p:cNvSpPr txBox="1">
            <a:spLocks noChangeArrowheads="1"/>
          </p:cNvSpPr>
          <p:nvPr/>
        </p:nvSpPr>
        <p:spPr bwMode="auto">
          <a:xfrm>
            <a:off x="2209800" y="4572000"/>
            <a:ext cx="1066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en-US" altLang="zh-CN" sz="2000"/>
              <a:t>R/A(</a:t>
            </a:r>
            <a:r>
              <a:rPr lang="zh-CN" altLang="en-US" sz="2000"/>
              <a:t>高)</a:t>
            </a:r>
          </a:p>
        </p:txBody>
      </p:sp>
      <p:sp>
        <p:nvSpPr>
          <p:cNvPr id="101415" name="Rectangle 43"/>
          <p:cNvSpPr>
            <a:spLocks noChangeArrowheads="1"/>
          </p:cNvSpPr>
          <p:nvPr/>
        </p:nvSpPr>
        <p:spPr bwMode="auto">
          <a:xfrm>
            <a:off x="1600200" y="4876800"/>
            <a:ext cx="304800" cy="685800"/>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101416" name="Rectangle 44"/>
          <p:cNvSpPr>
            <a:spLocks noChangeArrowheads="1"/>
          </p:cNvSpPr>
          <p:nvPr/>
        </p:nvSpPr>
        <p:spPr bwMode="auto">
          <a:xfrm>
            <a:off x="3505200" y="4876800"/>
            <a:ext cx="304800" cy="6858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101417" name="Text Box 45"/>
          <p:cNvSpPr txBox="1">
            <a:spLocks noChangeArrowheads="1"/>
          </p:cNvSpPr>
          <p:nvPr/>
        </p:nvSpPr>
        <p:spPr bwMode="auto">
          <a:xfrm>
            <a:off x="2286000" y="4953000"/>
            <a:ext cx="8382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2000"/>
              <a:t>通道</a:t>
            </a:r>
          </a:p>
        </p:txBody>
      </p:sp>
      <p:sp>
        <p:nvSpPr>
          <p:cNvPr id="101418" name="Text Box 46"/>
          <p:cNvSpPr txBox="1">
            <a:spLocks noChangeArrowheads="1"/>
          </p:cNvSpPr>
          <p:nvPr/>
        </p:nvSpPr>
        <p:spPr bwMode="auto">
          <a:xfrm>
            <a:off x="1752600" y="5943600"/>
            <a:ext cx="1905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2000"/>
              <a:t>(</a:t>
            </a:r>
            <a:r>
              <a:rPr lang="en-US" altLang="zh-CN" sz="2000"/>
              <a:t>c) D</a:t>
            </a:r>
            <a:r>
              <a:rPr lang="zh-CN" altLang="en-US" sz="2000"/>
              <a:t>接收片</a:t>
            </a:r>
            <a:r>
              <a:rPr lang="en-US" altLang="zh-CN" sz="2000"/>
              <a:t>i</a:t>
            </a:r>
          </a:p>
        </p:txBody>
      </p:sp>
      <p:sp>
        <p:nvSpPr>
          <p:cNvPr id="101419" name="Rectangle 47"/>
          <p:cNvSpPr>
            <a:spLocks noChangeArrowheads="1"/>
          </p:cNvSpPr>
          <p:nvPr/>
        </p:nvSpPr>
        <p:spPr bwMode="auto">
          <a:xfrm>
            <a:off x="5486400" y="4648200"/>
            <a:ext cx="762000" cy="114300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101420" name="AutoShape 48"/>
          <p:cNvSpPr>
            <a:spLocks noChangeArrowheads="1"/>
          </p:cNvSpPr>
          <p:nvPr/>
        </p:nvSpPr>
        <p:spPr bwMode="auto">
          <a:xfrm>
            <a:off x="4953000" y="4953000"/>
            <a:ext cx="533400" cy="609600"/>
          </a:xfrm>
          <a:prstGeom prst="rightArrow">
            <a:avLst>
              <a:gd name="adj1" fmla="val 50000"/>
              <a:gd name="adj2" fmla="val 25000"/>
            </a:avLst>
          </a:prstGeom>
          <a:solidFill>
            <a:srgbClr val="FFFF00"/>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101421" name="AutoShape 49"/>
          <p:cNvSpPr>
            <a:spLocks noChangeArrowheads="1"/>
          </p:cNvSpPr>
          <p:nvPr/>
        </p:nvSpPr>
        <p:spPr bwMode="auto">
          <a:xfrm>
            <a:off x="6248400" y="5181600"/>
            <a:ext cx="1143000" cy="609600"/>
          </a:xfrm>
          <a:prstGeom prst="rightArrow">
            <a:avLst>
              <a:gd name="adj1" fmla="val 50000"/>
              <a:gd name="adj2" fmla="val 46875"/>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101422" name="Rectangle 50"/>
          <p:cNvSpPr>
            <a:spLocks noChangeArrowheads="1"/>
          </p:cNvSpPr>
          <p:nvPr/>
        </p:nvSpPr>
        <p:spPr bwMode="auto">
          <a:xfrm>
            <a:off x="7391400" y="4648200"/>
            <a:ext cx="762000" cy="114300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101423" name="AutoShape 51"/>
          <p:cNvSpPr>
            <a:spLocks noChangeArrowheads="1"/>
          </p:cNvSpPr>
          <p:nvPr/>
        </p:nvSpPr>
        <p:spPr bwMode="auto">
          <a:xfrm>
            <a:off x="8153400" y="4953000"/>
            <a:ext cx="533400" cy="609600"/>
          </a:xfrm>
          <a:prstGeom prst="rightArrow">
            <a:avLst>
              <a:gd name="adj1" fmla="val 50000"/>
              <a:gd name="adj2" fmla="val 25000"/>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101424" name="Line 52"/>
          <p:cNvSpPr>
            <a:spLocks noChangeShapeType="1"/>
          </p:cNvSpPr>
          <p:nvPr/>
        </p:nvSpPr>
        <p:spPr bwMode="auto">
          <a:xfrm>
            <a:off x="6248400" y="4953000"/>
            <a:ext cx="1143000" cy="0"/>
          </a:xfrm>
          <a:prstGeom prst="line">
            <a:avLst/>
          </a:prstGeom>
          <a:noFill/>
          <a:ln w="28575">
            <a:solidFill>
              <a:schemeClr val="tx1"/>
            </a:solidFill>
            <a:prstDash val="sysDot"/>
            <a:round/>
            <a:headEnd type="arrow" w="sm" len="med"/>
            <a:tailEnd type="arrow"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1425" name="Text Box 53"/>
          <p:cNvSpPr txBox="1">
            <a:spLocks noChangeArrowheads="1"/>
          </p:cNvSpPr>
          <p:nvPr/>
        </p:nvSpPr>
        <p:spPr bwMode="auto">
          <a:xfrm>
            <a:off x="5029200" y="4267200"/>
            <a:ext cx="1676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2000"/>
              <a:t>路由选择器</a:t>
            </a:r>
            <a:r>
              <a:rPr lang="en-US" altLang="zh-CN" sz="2000"/>
              <a:t>S</a:t>
            </a:r>
          </a:p>
        </p:txBody>
      </p:sp>
      <p:sp>
        <p:nvSpPr>
          <p:cNvPr id="101426" name="Text Box 54"/>
          <p:cNvSpPr txBox="1">
            <a:spLocks noChangeArrowheads="1"/>
          </p:cNvSpPr>
          <p:nvPr/>
        </p:nvSpPr>
        <p:spPr bwMode="auto">
          <a:xfrm>
            <a:off x="6934200" y="4267200"/>
            <a:ext cx="1676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2000"/>
              <a:t>路由选择器</a:t>
            </a:r>
            <a:r>
              <a:rPr lang="en-US" altLang="zh-CN" sz="2000"/>
              <a:t>D</a:t>
            </a:r>
          </a:p>
        </p:txBody>
      </p:sp>
      <p:sp>
        <p:nvSpPr>
          <p:cNvPr id="101427" name="Text Box 55"/>
          <p:cNvSpPr txBox="1">
            <a:spLocks noChangeArrowheads="1"/>
          </p:cNvSpPr>
          <p:nvPr/>
        </p:nvSpPr>
        <p:spPr bwMode="auto">
          <a:xfrm>
            <a:off x="6324600" y="4572000"/>
            <a:ext cx="1066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en-US" altLang="zh-CN" sz="2000"/>
              <a:t>R/A(</a:t>
            </a:r>
            <a:r>
              <a:rPr lang="zh-CN" altLang="en-US" sz="2000"/>
              <a:t>低)</a:t>
            </a:r>
          </a:p>
        </p:txBody>
      </p:sp>
      <p:sp>
        <p:nvSpPr>
          <p:cNvPr id="101428" name="Rectangle 56"/>
          <p:cNvSpPr>
            <a:spLocks noChangeArrowheads="1"/>
          </p:cNvSpPr>
          <p:nvPr/>
        </p:nvSpPr>
        <p:spPr bwMode="auto">
          <a:xfrm>
            <a:off x="5715000" y="4876800"/>
            <a:ext cx="304800" cy="685800"/>
          </a:xfrm>
          <a:prstGeom prst="rect">
            <a:avLst/>
          </a:prstGeom>
          <a:solidFill>
            <a:srgbClr val="FFFF00"/>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101429" name="Rectangle 57"/>
          <p:cNvSpPr>
            <a:spLocks noChangeArrowheads="1"/>
          </p:cNvSpPr>
          <p:nvPr/>
        </p:nvSpPr>
        <p:spPr bwMode="auto">
          <a:xfrm>
            <a:off x="7620000" y="4876800"/>
            <a:ext cx="304800" cy="685800"/>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101430" name="Text Box 58"/>
          <p:cNvSpPr txBox="1">
            <a:spLocks noChangeArrowheads="1"/>
          </p:cNvSpPr>
          <p:nvPr/>
        </p:nvSpPr>
        <p:spPr bwMode="auto">
          <a:xfrm>
            <a:off x="6400800" y="4953000"/>
            <a:ext cx="8382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2000"/>
              <a:t>通道</a:t>
            </a:r>
          </a:p>
        </p:txBody>
      </p:sp>
      <p:sp>
        <p:nvSpPr>
          <p:cNvPr id="101431" name="Text Box 59"/>
          <p:cNvSpPr txBox="1">
            <a:spLocks noChangeArrowheads="1"/>
          </p:cNvSpPr>
          <p:nvPr/>
        </p:nvSpPr>
        <p:spPr bwMode="auto">
          <a:xfrm>
            <a:off x="5257800" y="5791200"/>
            <a:ext cx="32004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74650" indent="-374650"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2000"/>
              <a:t>(</a:t>
            </a:r>
            <a:r>
              <a:rPr lang="en-US" altLang="zh-CN" sz="2000"/>
              <a:t>d)</a:t>
            </a:r>
            <a:r>
              <a:rPr lang="zh-CN" altLang="en-US" sz="2000"/>
              <a:t>片</a:t>
            </a:r>
            <a:r>
              <a:rPr lang="en-US" altLang="zh-CN" sz="2000"/>
              <a:t>i</a:t>
            </a:r>
            <a:r>
              <a:rPr lang="zh-CN" altLang="en-US" sz="2000"/>
              <a:t>从</a:t>
            </a:r>
            <a:r>
              <a:rPr lang="en-US" altLang="zh-CN" sz="2000"/>
              <a:t>D</a:t>
            </a:r>
            <a:r>
              <a:rPr lang="zh-CN" altLang="en-US" sz="2000"/>
              <a:t>中移走，片</a:t>
            </a:r>
            <a:r>
              <a:rPr lang="en-US" altLang="zh-CN" sz="2000"/>
              <a:t>i+1</a:t>
            </a:r>
            <a:r>
              <a:rPr lang="zh-CN" altLang="en-US" sz="2000"/>
              <a:t>到达</a:t>
            </a:r>
            <a:r>
              <a:rPr lang="en-US" altLang="zh-CN" sz="2000"/>
              <a:t>S</a:t>
            </a:r>
            <a:r>
              <a:rPr lang="zh-CN" altLang="en-US" sz="2000"/>
              <a:t>的片缓冲区</a:t>
            </a:r>
          </a:p>
        </p:txBody>
      </p:sp>
      <p:sp>
        <p:nvSpPr>
          <p:cNvPr id="101432" name="Line 60"/>
          <p:cNvSpPr>
            <a:spLocks noChangeShapeType="1"/>
          </p:cNvSpPr>
          <p:nvPr/>
        </p:nvSpPr>
        <p:spPr bwMode="auto">
          <a:xfrm>
            <a:off x="838200" y="4267200"/>
            <a:ext cx="80772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1433" name="Line 61"/>
          <p:cNvSpPr>
            <a:spLocks noChangeShapeType="1"/>
          </p:cNvSpPr>
          <p:nvPr/>
        </p:nvSpPr>
        <p:spPr bwMode="auto">
          <a:xfrm flipV="1">
            <a:off x="4724400" y="2133600"/>
            <a:ext cx="0" cy="434340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1434" name="Text Box 62"/>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4 之 2</a:t>
            </a:r>
          </a:p>
        </p:txBody>
      </p:sp>
      <p:sp>
        <p:nvSpPr>
          <p:cNvPr id="101435" name="Text Box 16"/>
          <p:cNvSpPr txBox="1">
            <a:spLocks noChangeArrowheads="1"/>
          </p:cNvSpPr>
          <p:nvPr/>
        </p:nvSpPr>
        <p:spPr bwMode="auto">
          <a:xfrm>
            <a:off x="1649413" y="1730375"/>
            <a:ext cx="2274887"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en-US" altLang="zh-CN" sz="2000">
                <a:solidFill>
                  <a:srgbClr val="FF0000"/>
                </a:solidFill>
              </a:rPr>
              <a:t>R/A(</a:t>
            </a:r>
            <a:r>
              <a:rPr lang="zh-CN" altLang="en-US" sz="2000">
                <a:solidFill>
                  <a:srgbClr val="FF0000"/>
                </a:solidFill>
              </a:rPr>
              <a:t>就绪</a:t>
            </a:r>
            <a:r>
              <a:rPr lang="en-US" altLang="zh-CN" sz="2000">
                <a:solidFill>
                  <a:srgbClr val="FF0000"/>
                </a:solidFill>
              </a:rPr>
              <a:t>/</a:t>
            </a:r>
            <a:r>
              <a:rPr lang="zh-CN" altLang="en-US" sz="2000">
                <a:solidFill>
                  <a:srgbClr val="FF0000"/>
                </a:solidFill>
              </a:rPr>
              <a:t>请求)线</a:t>
            </a:r>
          </a:p>
        </p:txBody>
      </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0210" name="Rectangle 2"/>
          <p:cNvSpPr>
            <a:spLocks noGrp="1" noChangeArrowheads="1"/>
          </p:cNvSpPr>
          <p:nvPr>
            <p:ph type="title"/>
          </p:nvPr>
        </p:nvSpPr>
        <p:spPr/>
        <p:txBody>
          <a:bodyPr/>
          <a:lstStyle/>
          <a:p>
            <a:pPr eaLnBrk="1" hangingPunct="1">
              <a:defRPr/>
            </a:pPr>
            <a:r>
              <a:rPr lang="zh-CN" altLang="en-US" smtClean="0"/>
              <a:t>传输时延</a:t>
            </a:r>
          </a:p>
        </p:txBody>
      </p:sp>
      <p:sp>
        <p:nvSpPr>
          <p:cNvPr id="10240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消息传递机制</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消息寻径方式</a:t>
            </a:r>
            <a:endParaRPr lang="zh-CN" altLang="en-US" sz="1200" b="0">
              <a:latin typeface="Times New Roman" pitchFamily="18" charset="0"/>
              <a:ea typeface="幼圆" pitchFamily="49" charset="-122"/>
            </a:endParaRPr>
          </a:p>
        </p:txBody>
      </p:sp>
      <p:sp>
        <p:nvSpPr>
          <p:cNvPr id="990212" name="Rectangle 4"/>
          <p:cNvSpPr>
            <a:spLocks noGrp="1" noChangeArrowheads="1"/>
          </p:cNvSpPr>
          <p:nvPr>
            <p:ph type="body" idx="1"/>
          </p:nvPr>
        </p:nvSpPr>
        <p:spPr>
          <a:xfrm>
            <a:off x="809625" y="1974850"/>
            <a:ext cx="7958138" cy="1687513"/>
          </a:xfrm>
        </p:spPr>
        <p:txBody>
          <a:bodyPr/>
          <a:lstStyle/>
          <a:p>
            <a:pPr marL="952500" indent="-952500" algn="ctr" eaLnBrk="1" hangingPunct="1">
              <a:lnSpc>
                <a:spcPct val="90000"/>
              </a:lnSpc>
              <a:buFont typeface="Wingdings" pitchFamily="2" charset="2"/>
              <a:buNone/>
              <a:defRPr/>
            </a:pPr>
            <a:r>
              <a:rPr lang="en-US" altLang="zh-CN" sz="2800" dirty="0" smtClean="0">
                <a:solidFill>
                  <a:srgbClr val="FF0000"/>
                </a:solidFill>
                <a:effectLst>
                  <a:outerShdw blurRad="38100" dist="38100" dir="2700000" algn="tl">
                    <a:srgbClr val="C0C0C0"/>
                  </a:outerShdw>
                </a:effectLst>
                <a:latin typeface="Comic Sans MS" pitchFamily="66" charset="0"/>
              </a:rPr>
              <a:t>T</a:t>
            </a:r>
            <a:r>
              <a:rPr lang="en-US" altLang="zh-CN" sz="2800" baseline="-25000" dirty="0" smtClean="0">
                <a:solidFill>
                  <a:srgbClr val="FF0000"/>
                </a:solidFill>
                <a:effectLst>
                  <a:outerShdw blurRad="38100" dist="38100" dir="2700000" algn="tl">
                    <a:srgbClr val="C0C0C0"/>
                  </a:outerShdw>
                </a:effectLst>
                <a:latin typeface="Comic Sans MS" pitchFamily="66" charset="0"/>
              </a:rPr>
              <a:t>WH</a:t>
            </a:r>
            <a:r>
              <a:rPr lang="en-US" altLang="zh-CN" sz="2800" dirty="0" smtClean="0">
                <a:solidFill>
                  <a:srgbClr val="FF0000"/>
                </a:solidFill>
                <a:effectLst>
                  <a:outerShdw blurRad="38100" dist="38100" dir="2700000" algn="tl">
                    <a:srgbClr val="C0C0C0"/>
                  </a:outerShdw>
                </a:effectLst>
                <a:latin typeface="Comic Sans MS" pitchFamily="66" charset="0"/>
              </a:rPr>
              <a:t> = (</a:t>
            </a:r>
            <a:r>
              <a:rPr lang="en-US" altLang="zh-CN" sz="2800" dirty="0" err="1" smtClean="0">
                <a:solidFill>
                  <a:srgbClr val="FF0000"/>
                </a:solidFill>
                <a:effectLst>
                  <a:outerShdw blurRad="38100" dist="38100" dir="2700000" algn="tl">
                    <a:srgbClr val="C0C0C0"/>
                  </a:outerShdw>
                </a:effectLst>
                <a:latin typeface="Comic Sans MS" pitchFamily="66" charset="0"/>
              </a:rPr>
              <a:t>L</a:t>
            </a:r>
            <a:r>
              <a:rPr lang="en-US" altLang="zh-CN" sz="2800" baseline="-25000" dirty="0" err="1" smtClean="0">
                <a:solidFill>
                  <a:srgbClr val="FF0000"/>
                </a:solidFill>
                <a:effectLst>
                  <a:outerShdw blurRad="38100" dist="38100" dir="2700000" algn="tl">
                    <a:srgbClr val="C0C0C0"/>
                  </a:outerShdw>
                </a:effectLst>
                <a:latin typeface="Comic Sans MS" pitchFamily="66" charset="0"/>
              </a:rPr>
              <a:t>f</a:t>
            </a:r>
            <a:r>
              <a:rPr lang="en-US" altLang="zh-CN" sz="2800" dirty="0" err="1" smtClean="0">
                <a:solidFill>
                  <a:srgbClr val="FF0000"/>
                </a:solidFill>
                <a:effectLst>
                  <a:outerShdw blurRad="38100" dist="38100" dir="2700000" algn="tl">
                    <a:srgbClr val="C0C0C0"/>
                  </a:outerShdw>
                </a:effectLst>
                <a:latin typeface="Comic Sans MS" pitchFamily="66" charset="0"/>
              </a:rPr>
              <a:t>／B</a:t>
            </a:r>
            <a:r>
              <a:rPr lang="en-US" altLang="zh-CN" sz="2800" dirty="0" smtClean="0">
                <a:solidFill>
                  <a:srgbClr val="FF0000"/>
                </a:solidFill>
                <a:effectLst>
                  <a:outerShdw blurRad="38100" dist="38100" dir="2700000" algn="tl">
                    <a:srgbClr val="C0C0C0"/>
                  </a:outerShdw>
                </a:effectLst>
                <a:latin typeface="Comic Sans MS" pitchFamily="66" charset="0"/>
              </a:rPr>
              <a:t>)×D+L/B</a:t>
            </a:r>
          </a:p>
          <a:p>
            <a:pPr marL="952500" indent="-952500" eaLnBrk="1" hangingPunct="1">
              <a:lnSpc>
                <a:spcPct val="90000"/>
              </a:lnSpc>
              <a:buFont typeface="Wingdings" pitchFamily="2" charset="2"/>
              <a:buNone/>
              <a:defRPr/>
            </a:pPr>
            <a:r>
              <a:rPr lang="zh-CN" altLang="en-US" sz="2400" dirty="0" smtClean="0">
                <a:effectLst>
                  <a:outerShdw blurRad="38100" dist="38100" dir="2700000" algn="tl">
                    <a:srgbClr val="C0C0C0"/>
                  </a:outerShdw>
                </a:effectLst>
                <a:latin typeface="Comic Sans MS" pitchFamily="66" charset="0"/>
              </a:rPr>
              <a:t>其中</a:t>
            </a:r>
            <a:r>
              <a:rPr lang="zh-CN" altLang="en-US" sz="2400" dirty="0" smtClean="0">
                <a:latin typeface="Comic Sans MS" pitchFamily="66" charset="0"/>
              </a:rPr>
              <a:t>：</a:t>
            </a:r>
            <a:r>
              <a:rPr lang="en-US" altLang="zh-CN" sz="2400" dirty="0" smtClean="0">
                <a:solidFill>
                  <a:srgbClr val="FF0000"/>
                </a:solidFill>
                <a:effectLst>
                  <a:outerShdw blurRad="38100" dist="38100" dir="2700000" algn="tl">
                    <a:srgbClr val="C0C0C0"/>
                  </a:outerShdw>
                </a:effectLst>
                <a:latin typeface="Comic Sans MS" pitchFamily="66" charset="0"/>
              </a:rPr>
              <a:t>L</a:t>
            </a:r>
            <a:r>
              <a:rPr lang="en-US" altLang="zh-CN" sz="2400" baseline="-25000" dirty="0" smtClean="0">
                <a:solidFill>
                  <a:srgbClr val="FF0000"/>
                </a:solidFill>
                <a:effectLst>
                  <a:outerShdw blurRad="38100" dist="38100" dir="2700000" algn="tl">
                    <a:srgbClr val="C0C0C0"/>
                  </a:outerShdw>
                </a:effectLst>
                <a:latin typeface="Comic Sans MS" pitchFamily="66" charset="0"/>
              </a:rPr>
              <a:t>f</a:t>
            </a:r>
            <a:r>
              <a:rPr lang="zh-CN" altLang="en-US" sz="2400" dirty="0" smtClean="0">
                <a:latin typeface="Comic Sans MS" pitchFamily="66" charset="0"/>
              </a:rPr>
              <a:t>为片的长度； </a:t>
            </a:r>
            <a:r>
              <a:rPr lang="en-US" altLang="zh-CN" sz="2400" dirty="0" smtClean="0">
                <a:solidFill>
                  <a:srgbClr val="FF0000"/>
                </a:solidFill>
                <a:effectLst>
                  <a:outerShdw blurRad="38100" dist="38100" dir="2700000" algn="tl">
                    <a:srgbClr val="C0C0C0"/>
                  </a:outerShdw>
                </a:effectLst>
                <a:latin typeface="Comic Sans MS" pitchFamily="66" charset="0"/>
              </a:rPr>
              <a:t>L</a:t>
            </a:r>
            <a:r>
              <a:rPr lang="zh-CN" altLang="en-US" sz="2400" dirty="0" smtClean="0">
                <a:latin typeface="Comic Sans MS" pitchFamily="66" charset="0"/>
              </a:rPr>
              <a:t>为信息包的长度；</a:t>
            </a:r>
            <a:r>
              <a:rPr lang="en-US" altLang="zh-CN" sz="2400" dirty="0" smtClean="0">
                <a:solidFill>
                  <a:srgbClr val="FF0000"/>
                </a:solidFill>
                <a:effectLst>
                  <a:outerShdw blurRad="38100" dist="38100" dir="2700000" algn="tl">
                    <a:srgbClr val="C0C0C0"/>
                  </a:outerShdw>
                </a:effectLst>
                <a:latin typeface="Comic Sans MS" pitchFamily="66" charset="0"/>
              </a:rPr>
              <a:t>D</a:t>
            </a:r>
            <a:r>
              <a:rPr lang="zh-CN" altLang="en-US" sz="2400" dirty="0" smtClean="0">
                <a:latin typeface="Comic Sans MS" pitchFamily="66" charset="0"/>
              </a:rPr>
              <a:t>为经过的节点数；</a:t>
            </a:r>
            <a:r>
              <a:rPr lang="en-US" altLang="zh-CN" sz="2400" dirty="0" smtClean="0">
                <a:solidFill>
                  <a:srgbClr val="FF0000"/>
                </a:solidFill>
                <a:effectLst>
                  <a:outerShdw blurRad="38100" dist="38100" dir="2700000" algn="tl">
                    <a:srgbClr val="C0C0C0"/>
                  </a:outerShdw>
                </a:effectLst>
                <a:latin typeface="Comic Sans MS" pitchFamily="66" charset="0"/>
              </a:rPr>
              <a:t>B</a:t>
            </a:r>
            <a:r>
              <a:rPr lang="zh-CN" altLang="en-US" sz="2400" dirty="0" smtClean="0">
                <a:latin typeface="Comic Sans MS" pitchFamily="66" charset="0"/>
              </a:rPr>
              <a:t>为带宽。一般有：</a:t>
            </a:r>
            <a:r>
              <a:rPr lang="en-US" altLang="zh-CN" sz="2400" dirty="0" smtClean="0">
                <a:latin typeface="Comic Sans MS" pitchFamily="66" charset="0"/>
              </a:rPr>
              <a:t>L&gt;&gt;</a:t>
            </a:r>
            <a:r>
              <a:rPr lang="en-US" altLang="zh-CN" sz="2400" dirty="0" err="1" smtClean="0">
                <a:latin typeface="Comic Sans MS" pitchFamily="66" charset="0"/>
              </a:rPr>
              <a:t>L</a:t>
            </a:r>
            <a:r>
              <a:rPr lang="en-US" altLang="zh-CN" sz="2400" baseline="-25000" dirty="0" err="1" smtClean="0">
                <a:latin typeface="Comic Sans MS" pitchFamily="66" charset="0"/>
              </a:rPr>
              <a:t>f</a:t>
            </a:r>
            <a:r>
              <a:rPr lang="en-US" altLang="zh-CN" sz="2400" dirty="0" err="1" smtClean="0">
                <a:latin typeface="Comic Sans MS" pitchFamily="66" charset="0"/>
              </a:rPr>
              <a:t>×D</a:t>
            </a:r>
            <a:r>
              <a:rPr lang="en-US" altLang="zh-CN" sz="2400" dirty="0" smtClean="0">
                <a:latin typeface="Comic Sans MS" pitchFamily="66" charset="0"/>
              </a:rPr>
              <a:t>，</a:t>
            </a:r>
            <a:r>
              <a:rPr lang="zh-CN" altLang="en-US" sz="2400" dirty="0" smtClean="0">
                <a:latin typeface="Comic Sans MS" pitchFamily="66" charset="0"/>
              </a:rPr>
              <a:t>通信时延可以近似为：</a:t>
            </a:r>
            <a:r>
              <a:rPr lang="en-US" altLang="zh-CN" sz="2400" dirty="0" smtClean="0">
                <a:solidFill>
                  <a:srgbClr val="3333FF"/>
                </a:solidFill>
                <a:latin typeface="Comic Sans MS" pitchFamily="66" charset="0"/>
              </a:rPr>
              <a:t>T</a:t>
            </a:r>
            <a:r>
              <a:rPr lang="en-US" altLang="zh-CN" sz="2400" baseline="-25000" dirty="0" smtClean="0">
                <a:solidFill>
                  <a:srgbClr val="3333FF"/>
                </a:solidFill>
                <a:latin typeface="Comic Sans MS" pitchFamily="66" charset="0"/>
              </a:rPr>
              <a:t>WH</a:t>
            </a:r>
            <a:r>
              <a:rPr lang="en-US" altLang="zh-CN" sz="2400" dirty="0" smtClean="0">
                <a:solidFill>
                  <a:srgbClr val="3333FF"/>
                </a:solidFill>
                <a:latin typeface="Comic Sans MS" pitchFamily="66" charset="0"/>
              </a:rPr>
              <a:t>＝L/B</a:t>
            </a:r>
            <a:r>
              <a:rPr lang="en-US" altLang="zh-CN" sz="2400" dirty="0" smtClean="0">
                <a:latin typeface="Comic Sans MS" pitchFamily="66" charset="0"/>
              </a:rPr>
              <a:t>，</a:t>
            </a:r>
            <a:r>
              <a:rPr lang="zh-CN" altLang="en-US" sz="2400" dirty="0" smtClean="0">
                <a:latin typeface="Comic Sans MS" pitchFamily="66" charset="0"/>
              </a:rPr>
              <a:t>与节点数无关。</a:t>
            </a:r>
          </a:p>
        </p:txBody>
      </p:sp>
      <p:grpSp>
        <p:nvGrpSpPr>
          <p:cNvPr id="2" name="组合 1"/>
          <p:cNvGrpSpPr/>
          <p:nvPr/>
        </p:nvGrpSpPr>
        <p:grpSpPr>
          <a:xfrm>
            <a:off x="4788024" y="3555974"/>
            <a:ext cx="4251176" cy="2825354"/>
            <a:chOff x="1905000" y="3521075"/>
            <a:chExt cx="4251176" cy="2825354"/>
          </a:xfrm>
        </p:grpSpPr>
        <p:sp>
          <p:nvSpPr>
            <p:cNvPr id="102405" name="Line 6"/>
            <p:cNvSpPr>
              <a:spLocks noChangeShapeType="1"/>
            </p:cNvSpPr>
            <p:nvPr/>
          </p:nvSpPr>
          <p:spPr bwMode="auto">
            <a:xfrm>
              <a:off x="2667000" y="6340475"/>
              <a:ext cx="3489176" cy="0"/>
            </a:xfrm>
            <a:prstGeom prst="line">
              <a:avLst/>
            </a:prstGeom>
            <a:noFill/>
            <a:ln w="38100">
              <a:solidFill>
                <a:schemeClr val="tx1"/>
              </a:solidFill>
              <a:round/>
              <a:headEnd/>
              <a:tailEnd type="arrow"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mn-lt"/>
              </a:endParaRPr>
            </a:p>
          </p:txBody>
        </p:sp>
        <p:sp>
          <p:nvSpPr>
            <p:cNvPr id="102406" name="Line 7"/>
            <p:cNvSpPr>
              <a:spLocks noChangeShapeType="1"/>
            </p:cNvSpPr>
            <p:nvPr/>
          </p:nvSpPr>
          <p:spPr bwMode="auto">
            <a:xfrm flipV="1">
              <a:off x="2667000" y="3521075"/>
              <a:ext cx="0" cy="2819400"/>
            </a:xfrm>
            <a:prstGeom prst="line">
              <a:avLst/>
            </a:prstGeom>
            <a:noFill/>
            <a:ln w="38100">
              <a:solidFill>
                <a:schemeClr val="tx1"/>
              </a:solidFill>
              <a:round/>
              <a:headEnd/>
              <a:tailEnd type="arrow"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mn-lt"/>
              </a:endParaRPr>
            </a:p>
          </p:txBody>
        </p:sp>
        <p:sp>
          <p:nvSpPr>
            <p:cNvPr id="102407" name="Rectangle 8"/>
            <p:cNvSpPr>
              <a:spLocks noChangeArrowheads="1"/>
            </p:cNvSpPr>
            <p:nvPr/>
          </p:nvSpPr>
          <p:spPr bwMode="auto">
            <a:xfrm>
              <a:off x="2667000" y="4359275"/>
              <a:ext cx="304800" cy="304800"/>
            </a:xfrm>
            <a:prstGeom prst="rect">
              <a:avLst/>
            </a:prstGeom>
            <a:solidFill>
              <a:schemeClr val="accent1"/>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1400" b="0">
                <a:latin typeface="+mn-lt"/>
                <a:ea typeface="宋体" charset="-122"/>
              </a:endParaRPr>
            </a:p>
          </p:txBody>
        </p:sp>
        <p:sp>
          <p:nvSpPr>
            <p:cNvPr id="102408" name="Rectangle 9"/>
            <p:cNvSpPr>
              <a:spLocks noChangeArrowheads="1"/>
            </p:cNvSpPr>
            <p:nvPr/>
          </p:nvSpPr>
          <p:spPr bwMode="auto">
            <a:xfrm>
              <a:off x="2971800" y="4816475"/>
              <a:ext cx="304800" cy="304800"/>
            </a:xfrm>
            <a:prstGeom prst="rect">
              <a:avLst/>
            </a:prstGeom>
            <a:solidFill>
              <a:schemeClr val="accent1"/>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1400" b="0">
                <a:latin typeface="+mn-lt"/>
                <a:ea typeface="宋体" charset="-122"/>
              </a:endParaRPr>
            </a:p>
          </p:txBody>
        </p:sp>
        <p:sp>
          <p:nvSpPr>
            <p:cNvPr id="102409" name="Rectangle 10"/>
            <p:cNvSpPr>
              <a:spLocks noChangeArrowheads="1"/>
            </p:cNvSpPr>
            <p:nvPr/>
          </p:nvSpPr>
          <p:spPr bwMode="auto">
            <a:xfrm>
              <a:off x="3276600" y="5273675"/>
              <a:ext cx="304800" cy="304800"/>
            </a:xfrm>
            <a:prstGeom prst="rect">
              <a:avLst/>
            </a:prstGeom>
            <a:solidFill>
              <a:schemeClr val="accent1"/>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1400" b="0">
                <a:latin typeface="+mn-lt"/>
                <a:ea typeface="宋体" charset="-122"/>
              </a:endParaRPr>
            </a:p>
          </p:txBody>
        </p:sp>
        <p:sp>
          <p:nvSpPr>
            <p:cNvPr id="102410" name="Rectangle 11"/>
            <p:cNvSpPr>
              <a:spLocks noChangeArrowheads="1"/>
            </p:cNvSpPr>
            <p:nvPr/>
          </p:nvSpPr>
          <p:spPr bwMode="auto">
            <a:xfrm>
              <a:off x="3581400" y="5730875"/>
              <a:ext cx="304800" cy="304800"/>
            </a:xfrm>
            <a:prstGeom prst="rect">
              <a:avLst/>
            </a:prstGeom>
            <a:solidFill>
              <a:schemeClr val="accent1"/>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1400" b="0">
                <a:latin typeface="+mn-lt"/>
                <a:ea typeface="宋体" charset="-122"/>
              </a:endParaRPr>
            </a:p>
          </p:txBody>
        </p:sp>
        <p:sp>
          <p:nvSpPr>
            <p:cNvPr id="102411" name="Rectangle 12"/>
            <p:cNvSpPr>
              <a:spLocks noChangeArrowheads="1"/>
            </p:cNvSpPr>
            <p:nvPr/>
          </p:nvSpPr>
          <p:spPr bwMode="auto">
            <a:xfrm>
              <a:off x="3886200" y="5730875"/>
              <a:ext cx="304800" cy="30480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1400" b="0">
                <a:latin typeface="+mn-lt"/>
                <a:ea typeface="宋体" charset="-122"/>
              </a:endParaRPr>
            </a:p>
          </p:txBody>
        </p:sp>
        <p:sp>
          <p:nvSpPr>
            <p:cNvPr id="102412" name="Rectangle 13"/>
            <p:cNvSpPr>
              <a:spLocks noChangeArrowheads="1"/>
            </p:cNvSpPr>
            <p:nvPr/>
          </p:nvSpPr>
          <p:spPr bwMode="auto">
            <a:xfrm>
              <a:off x="4191000" y="5730875"/>
              <a:ext cx="304800" cy="30480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1400" b="0">
                <a:latin typeface="+mn-lt"/>
                <a:ea typeface="宋体" charset="-122"/>
              </a:endParaRPr>
            </a:p>
          </p:txBody>
        </p:sp>
        <p:sp>
          <p:nvSpPr>
            <p:cNvPr id="102413" name="Rectangle 14"/>
            <p:cNvSpPr>
              <a:spLocks noChangeArrowheads="1"/>
            </p:cNvSpPr>
            <p:nvPr/>
          </p:nvSpPr>
          <p:spPr bwMode="auto">
            <a:xfrm>
              <a:off x="4495800" y="5730875"/>
              <a:ext cx="304800" cy="30480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1400" b="0">
                <a:latin typeface="+mn-lt"/>
                <a:ea typeface="宋体" charset="-122"/>
              </a:endParaRPr>
            </a:p>
          </p:txBody>
        </p:sp>
        <p:sp>
          <p:nvSpPr>
            <p:cNvPr id="102414" name="Rectangle 15"/>
            <p:cNvSpPr>
              <a:spLocks noChangeArrowheads="1"/>
            </p:cNvSpPr>
            <p:nvPr/>
          </p:nvSpPr>
          <p:spPr bwMode="auto">
            <a:xfrm>
              <a:off x="4800600" y="5730875"/>
              <a:ext cx="304800" cy="30480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1400" b="0">
                <a:latin typeface="+mn-lt"/>
                <a:ea typeface="宋体" charset="-122"/>
              </a:endParaRPr>
            </a:p>
          </p:txBody>
        </p:sp>
        <p:sp>
          <p:nvSpPr>
            <p:cNvPr id="102415" name="Rectangle 16"/>
            <p:cNvSpPr>
              <a:spLocks noChangeArrowheads="1"/>
            </p:cNvSpPr>
            <p:nvPr/>
          </p:nvSpPr>
          <p:spPr bwMode="auto">
            <a:xfrm>
              <a:off x="2971800" y="4359275"/>
              <a:ext cx="304800" cy="30480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1400" b="0">
                <a:latin typeface="+mn-lt"/>
                <a:ea typeface="宋体" charset="-122"/>
              </a:endParaRPr>
            </a:p>
          </p:txBody>
        </p:sp>
        <p:sp>
          <p:nvSpPr>
            <p:cNvPr id="102416" name="Rectangle 17"/>
            <p:cNvSpPr>
              <a:spLocks noChangeArrowheads="1"/>
            </p:cNvSpPr>
            <p:nvPr/>
          </p:nvSpPr>
          <p:spPr bwMode="auto">
            <a:xfrm>
              <a:off x="3276600" y="4359275"/>
              <a:ext cx="304800" cy="30480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1400" b="0">
                <a:latin typeface="+mn-lt"/>
                <a:ea typeface="宋体" charset="-122"/>
              </a:endParaRPr>
            </a:p>
          </p:txBody>
        </p:sp>
        <p:sp>
          <p:nvSpPr>
            <p:cNvPr id="102417" name="Rectangle 18"/>
            <p:cNvSpPr>
              <a:spLocks noChangeArrowheads="1"/>
            </p:cNvSpPr>
            <p:nvPr/>
          </p:nvSpPr>
          <p:spPr bwMode="auto">
            <a:xfrm>
              <a:off x="3581400" y="4359275"/>
              <a:ext cx="304800" cy="30480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1400" b="0">
                <a:latin typeface="+mn-lt"/>
                <a:ea typeface="宋体" charset="-122"/>
              </a:endParaRPr>
            </a:p>
          </p:txBody>
        </p:sp>
        <p:sp>
          <p:nvSpPr>
            <p:cNvPr id="102418" name="Rectangle 19"/>
            <p:cNvSpPr>
              <a:spLocks noChangeArrowheads="1"/>
            </p:cNvSpPr>
            <p:nvPr/>
          </p:nvSpPr>
          <p:spPr bwMode="auto">
            <a:xfrm>
              <a:off x="3886200" y="4359275"/>
              <a:ext cx="304800" cy="30480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1400" b="0">
                <a:latin typeface="+mn-lt"/>
                <a:ea typeface="宋体" charset="-122"/>
              </a:endParaRPr>
            </a:p>
          </p:txBody>
        </p:sp>
        <p:sp>
          <p:nvSpPr>
            <p:cNvPr id="102419" name="Rectangle 20"/>
            <p:cNvSpPr>
              <a:spLocks noChangeArrowheads="1"/>
            </p:cNvSpPr>
            <p:nvPr/>
          </p:nvSpPr>
          <p:spPr bwMode="auto">
            <a:xfrm>
              <a:off x="3581400" y="5273675"/>
              <a:ext cx="304800" cy="30480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1400" b="0">
                <a:latin typeface="+mn-lt"/>
                <a:ea typeface="宋体" charset="-122"/>
              </a:endParaRPr>
            </a:p>
          </p:txBody>
        </p:sp>
        <p:sp>
          <p:nvSpPr>
            <p:cNvPr id="102420" name="Rectangle 21"/>
            <p:cNvSpPr>
              <a:spLocks noChangeArrowheads="1"/>
            </p:cNvSpPr>
            <p:nvPr/>
          </p:nvSpPr>
          <p:spPr bwMode="auto">
            <a:xfrm>
              <a:off x="3886200" y="5273675"/>
              <a:ext cx="304800" cy="30480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1400" b="0">
                <a:latin typeface="+mn-lt"/>
                <a:ea typeface="宋体" charset="-122"/>
              </a:endParaRPr>
            </a:p>
          </p:txBody>
        </p:sp>
        <p:sp>
          <p:nvSpPr>
            <p:cNvPr id="102421" name="Rectangle 22"/>
            <p:cNvSpPr>
              <a:spLocks noChangeArrowheads="1"/>
            </p:cNvSpPr>
            <p:nvPr/>
          </p:nvSpPr>
          <p:spPr bwMode="auto">
            <a:xfrm>
              <a:off x="4191000" y="5273675"/>
              <a:ext cx="304800" cy="30480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1400" b="0">
                <a:latin typeface="+mn-lt"/>
                <a:ea typeface="宋体" charset="-122"/>
              </a:endParaRPr>
            </a:p>
          </p:txBody>
        </p:sp>
        <p:sp>
          <p:nvSpPr>
            <p:cNvPr id="102422" name="Rectangle 23"/>
            <p:cNvSpPr>
              <a:spLocks noChangeArrowheads="1"/>
            </p:cNvSpPr>
            <p:nvPr/>
          </p:nvSpPr>
          <p:spPr bwMode="auto">
            <a:xfrm>
              <a:off x="4495800" y="5273675"/>
              <a:ext cx="304800" cy="30480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1400" b="0">
                <a:latin typeface="+mn-lt"/>
                <a:ea typeface="宋体" charset="-122"/>
              </a:endParaRPr>
            </a:p>
          </p:txBody>
        </p:sp>
        <p:sp>
          <p:nvSpPr>
            <p:cNvPr id="102423" name="Rectangle 24"/>
            <p:cNvSpPr>
              <a:spLocks noChangeArrowheads="1"/>
            </p:cNvSpPr>
            <p:nvPr/>
          </p:nvSpPr>
          <p:spPr bwMode="auto">
            <a:xfrm>
              <a:off x="3276600" y="4816475"/>
              <a:ext cx="304800" cy="30480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1400" b="0">
                <a:latin typeface="+mn-lt"/>
                <a:ea typeface="宋体" charset="-122"/>
              </a:endParaRPr>
            </a:p>
          </p:txBody>
        </p:sp>
        <p:sp>
          <p:nvSpPr>
            <p:cNvPr id="102424" name="Rectangle 25"/>
            <p:cNvSpPr>
              <a:spLocks noChangeArrowheads="1"/>
            </p:cNvSpPr>
            <p:nvPr/>
          </p:nvSpPr>
          <p:spPr bwMode="auto">
            <a:xfrm>
              <a:off x="3581400" y="4816475"/>
              <a:ext cx="304800" cy="30480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1400" b="0">
                <a:latin typeface="+mn-lt"/>
                <a:ea typeface="宋体" charset="-122"/>
              </a:endParaRPr>
            </a:p>
          </p:txBody>
        </p:sp>
        <p:sp>
          <p:nvSpPr>
            <p:cNvPr id="102425" name="Rectangle 26"/>
            <p:cNvSpPr>
              <a:spLocks noChangeArrowheads="1"/>
            </p:cNvSpPr>
            <p:nvPr/>
          </p:nvSpPr>
          <p:spPr bwMode="auto">
            <a:xfrm>
              <a:off x="3886200" y="4816475"/>
              <a:ext cx="304800" cy="30480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1400" b="0">
                <a:latin typeface="+mn-lt"/>
                <a:ea typeface="宋体" charset="-122"/>
              </a:endParaRPr>
            </a:p>
          </p:txBody>
        </p:sp>
        <p:sp>
          <p:nvSpPr>
            <p:cNvPr id="102426" name="Rectangle 27"/>
            <p:cNvSpPr>
              <a:spLocks noChangeArrowheads="1"/>
            </p:cNvSpPr>
            <p:nvPr/>
          </p:nvSpPr>
          <p:spPr bwMode="auto">
            <a:xfrm>
              <a:off x="4191000" y="4816475"/>
              <a:ext cx="304800" cy="30480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1400" b="0">
                <a:latin typeface="+mn-lt"/>
                <a:ea typeface="宋体" charset="-122"/>
              </a:endParaRPr>
            </a:p>
          </p:txBody>
        </p:sp>
        <p:sp>
          <p:nvSpPr>
            <p:cNvPr id="102427" name="Line 28"/>
            <p:cNvSpPr>
              <a:spLocks noChangeShapeType="1"/>
            </p:cNvSpPr>
            <p:nvPr/>
          </p:nvSpPr>
          <p:spPr bwMode="auto">
            <a:xfrm>
              <a:off x="5257800" y="4359275"/>
              <a:ext cx="4572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mn-lt"/>
              </a:endParaRPr>
            </a:p>
          </p:txBody>
        </p:sp>
        <p:sp>
          <p:nvSpPr>
            <p:cNvPr id="102428" name="Line 29"/>
            <p:cNvSpPr>
              <a:spLocks noChangeShapeType="1"/>
            </p:cNvSpPr>
            <p:nvPr/>
          </p:nvSpPr>
          <p:spPr bwMode="auto">
            <a:xfrm>
              <a:off x="5257800" y="6035675"/>
              <a:ext cx="4572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mn-lt"/>
              </a:endParaRPr>
            </a:p>
          </p:txBody>
        </p:sp>
        <p:sp>
          <p:nvSpPr>
            <p:cNvPr id="102429" name="Line 30"/>
            <p:cNvSpPr>
              <a:spLocks noChangeShapeType="1"/>
            </p:cNvSpPr>
            <p:nvPr/>
          </p:nvSpPr>
          <p:spPr bwMode="auto">
            <a:xfrm flipV="1">
              <a:off x="5486400" y="4359275"/>
              <a:ext cx="0" cy="609600"/>
            </a:xfrm>
            <a:prstGeom prst="line">
              <a:avLst/>
            </a:prstGeom>
            <a:noFill/>
            <a:ln w="38100">
              <a:solidFill>
                <a:schemeClr val="tx1"/>
              </a:solidFill>
              <a:round/>
              <a:headEnd/>
              <a:tailEnd type="arrow"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mn-lt"/>
              </a:endParaRPr>
            </a:p>
          </p:txBody>
        </p:sp>
        <p:sp>
          <p:nvSpPr>
            <p:cNvPr id="102430" name="Line 31"/>
            <p:cNvSpPr>
              <a:spLocks noChangeShapeType="1"/>
            </p:cNvSpPr>
            <p:nvPr/>
          </p:nvSpPr>
          <p:spPr bwMode="auto">
            <a:xfrm>
              <a:off x="5486400" y="5426075"/>
              <a:ext cx="0" cy="609600"/>
            </a:xfrm>
            <a:prstGeom prst="line">
              <a:avLst/>
            </a:prstGeom>
            <a:noFill/>
            <a:ln w="38100">
              <a:solidFill>
                <a:schemeClr val="tx1"/>
              </a:solidFill>
              <a:round/>
              <a:headEnd/>
              <a:tailEnd type="arrow"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mn-lt"/>
              </a:endParaRPr>
            </a:p>
          </p:txBody>
        </p:sp>
        <p:sp>
          <p:nvSpPr>
            <p:cNvPr id="102431" name="Text Box 32"/>
            <p:cNvSpPr txBox="1">
              <a:spLocks noChangeArrowheads="1"/>
            </p:cNvSpPr>
            <p:nvPr/>
          </p:nvSpPr>
          <p:spPr bwMode="auto">
            <a:xfrm>
              <a:off x="5334000" y="5029257"/>
              <a:ext cx="38100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en-US" altLang="zh-CN" sz="1400">
                  <a:latin typeface="+mn-lt"/>
                  <a:ea typeface="宋体" charset="-122"/>
                </a:rPr>
                <a:t>D</a:t>
              </a:r>
            </a:p>
          </p:txBody>
        </p:sp>
        <p:sp>
          <p:nvSpPr>
            <p:cNvPr id="102432" name="Line 33"/>
            <p:cNvSpPr>
              <a:spLocks noChangeShapeType="1"/>
            </p:cNvSpPr>
            <p:nvPr/>
          </p:nvSpPr>
          <p:spPr bwMode="auto">
            <a:xfrm flipV="1">
              <a:off x="5105400" y="3749675"/>
              <a:ext cx="0" cy="6096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mn-lt"/>
              </a:endParaRPr>
            </a:p>
          </p:txBody>
        </p:sp>
        <p:sp>
          <p:nvSpPr>
            <p:cNvPr id="102433" name="Line 34"/>
            <p:cNvSpPr>
              <a:spLocks noChangeShapeType="1"/>
            </p:cNvSpPr>
            <p:nvPr/>
          </p:nvSpPr>
          <p:spPr bwMode="auto">
            <a:xfrm flipH="1" flipV="1">
              <a:off x="2667000" y="3902075"/>
              <a:ext cx="990600" cy="0"/>
            </a:xfrm>
            <a:prstGeom prst="line">
              <a:avLst/>
            </a:prstGeom>
            <a:noFill/>
            <a:ln w="38100">
              <a:solidFill>
                <a:schemeClr val="tx1"/>
              </a:solidFill>
              <a:round/>
              <a:headEnd/>
              <a:tailEnd type="arrow"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mn-lt"/>
              </a:endParaRPr>
            </a:p>
          </p:txBody>
        </p:sp>
        <p:sp>
          <p:nvSpPr>
            <p:cNvPr id="102434" name="Line 35"/>
            <p:cNvSpPr>
              <a:spLocks noChangeShapeType="1"/>
            </p:cNvSpPr>
            <p:nvPr/>
          </p:nvSpPr>
          <p:spPr bwMode="auto">
            <a:xfrm flipV="1">
              <a:off x="4343400" y="3902075"/>
              <a:ext cx="762000" cy="0"/>
            </a:xfrm>
            <a:prstGeom prst="line">
              <a:avLst/>
            </a:prstGeom>
            <a:noFill/>
            <a:ln w="38100">
              <a:solidFill>
                <a:schemeClr val="tx1"/>
              </a:solidFill>
              <a:round/>
              <a:headEnd/>
              <a:tailEnd type="arrow"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mn-lt"/>
              </a:endParaRPr>
            </a:p>
          </p:txBody>
        </p:sp>
        <p:sp>
          <p:nvSpPr>
            <p:cNvPr id="102435" name="Text Box 36"/>
            <p:cNvSpPr txBox="1">
              <a:spLocks noChangeArrowheads="1"/>
            </p:cNvSpPr>
            <p:nvPr/>
          </p:nvSpPr>
          <p:spPr bwMode="auto">
            <a:xfrm>
              <a:off x="3735234" y="3734396"/>
              <a:ext cx="53340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en-US" altLang="zh-CN" sz="1400" dirty="0">
                  <a:latin typeface="+mn-lt"/>
                  <a:ea typeface="宋体" charset="-122"/>
                </a:rPr>
                <a:t>T</a:t>
              </a:r>
              <a:r>
                <a:rPr lang="en-US" altLang="zh-CN" sz="1400" baseline="-25000" dirty="0">
                  <a:latin typeface="+mn-lt"/>
                  <a:ea typeface="宋体" charset="-122"/>
                </a:rPr>
                <a:t>WH</a:t>
              </a:r>
            </a:p>
          </p:txBody>
        </p:sp>
        <p:sp>
          <p:nvSpPr>
            <p:cNvPr id="102436" name="Text Box 37"/>
            <p:cNvSpPr txBox="1">
              <a:spLocks noChangeArrowheads="1"/>
            </p:cNvSpPr>
            <p:nvPr/>
          </p:nvSpPr>
          <p:spPr bwMode="auto">
            <a:xfrm>
              <a:off x="5524500" y="6038652"/>
              <a:ext cx="551656"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400" dirty="0">
                  <a:latin typeface="+mn-lt"/>
                </a:rPr>
                <a:t>时间</a:t>
              </a:r>
            </a:p>
          </p:txBody>
        </p:sp>
        <p:sp>
          <p:nvSpPr>
            <p:cNvPr id="102437" name="Text Box 38"/>
            <p:cNvSpPr txBox="1">
              <a:spLocks noChangeArrowheads="1"/>
            </p:cNvSpPr>
            <p:nvPr/>
          </p:nvSpPr>
          <p:spPr bwMode="auto">
            <a:xfrm>
              <a:off x="1905000" y="4359275"/>
              <a:ext cx="76200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r" eaLnBrk="1" hangingPunct="1">
                <a:spcBef>
                  <a:spcPct val="50000"/>
                </a:spcBef>
                <a:buFont typeface="Wingdings" pitchFamily="2" charset="2"/>
                <a:buNone/>
              </a:pPr>
              <a:r>
                <a:rPr lang="en-US" altLang="zh-CN" sz="1400">
                  <a:latin typeface="+mn-lt"/>
                  <a:ea typeface="宋体" charset="-122"/>
                </a:rPr>
                <a:t>N1</a:t>
              </a:r>
            </a:p>
          </p:txBody>
        </p:sp>
        <p:sp>
          <p:nvSpPr>
            <p:cNvPr id="102438" name="Text Box 39"/>
            <p:cNvSpPr txBox="1">
              <a:spLocks noChangeArrowheads="1"/>
            </p:cNvSpPr>
            <p:nvPr/>
          </p:nvSpPr>
          <p:spPr bwMode="auto">
            <a:xfrm>
              <a:off x="1905000" y="4816475"/>
              <a:ext cx="76200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r" eaLnBrk="1" hangingPunct="1">
                <a:spcBef>
                  <a:spcPct val="50000"/>
                </a:spcBef>
                <a:buFont typeface="Wingdings" pitchFamily="2" charset="2"/>
                <a:buNone/>
              </a:pPr>
              <a:r>
                <a:rPr lang="en-US" altLang="zh-CN" sz="1400">
                  <a:latin typeface="+mn-lt"/>
                  <a:ea typeface="宋体" charset="-122"/>
                </a:rPr>
                <a:t>N2</a:t>
              </a:r>
            </a:p>
          </p:txBody>
        </p:sp>
        <p:sp>
          <p:nvSpPr>
            <p:cNvPr id="102439" name="Text Box 40"/>
            <p:cNvSpPr txBox="1">
              <a:spLocks noChangeArrowheads="1"/>
            </p:cNvSpPr>
            <p:nvPr/>
          </p:nvSpPr>
          <p:spPr bwMode="auto">
            <a:xfrm>
              <a:off x="1905000" y="5273675"/>
              <a:ext cx="76200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r" eaLnBrk="1" hangingPunct="1">
                <a:spcBef>
                  <a:spcPct val="50000"/>
                </a:spcBef>
                <a:buFont typeface="Wingdings" pitchFamily="2" charset="2"/>
                <a:buNone/>
              </a:pPr>
              <a:r>
                <a:rPr lang="en-US" altLang="zh-CN" sz="1400">
                  <a:latin typeface="+mn-lt"/>
                  <a:ea typeface="宋体" charset="-122"/>
                </a:rPr>
                <a:t>N3</a:t>
              </a:r>
            </a:p>
          </p:txBody>
        </p:sp>
        <p:sp>
          <p:nvSpPr>
            <p:cNvPr id="102440" name="Text Box 41"/>
            <p:cNvSpPr txBox="1">
              <a:spLocks noChangeArrowheads="1"/>
            </p:cNvSpPr>
            <p:nvPr/>
          </p:nvSpPr>
          <p:spPr bwMode="auto">
            <a:xfrm>
              <a:off x="1905000" y="5730875"/>
              <a:ext cx="76200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r" eaLnBrk="1" hangingPunct="1">
                <a:spcBef>
                  <a:spcPct val="50000"/>
                </a:spcBef>
                <a:buFont typeface="Wingdings" pitchFamily="2" charset="2"/>
                <a:buNone/>
              </a:pPr>
              <a:r>
                <a:rPr lang="en-US" altLang="zh-CN" sz="1400">
                  <a:latin typeface="+mn-lt"/>
                  <a:ea typeface="宋体" charset="-122"/>
                </a:rPr>
                <a:t>N4</a:t>
              </a:r>
            </a:p>
          </p:txBody>
        </p:sp>
        <p:sp>
          <p:nvSpPr>
            <p:cNvPr id="102441" name="Line 42"/>
            <p:cNvSpPr>
              <a:spLocks noChangeShapeType="1"/>
            </p:cNvSpPr>
            <p:nvPr/>
          </p:nvSpPr>
          <p:spPr bwMode="auto">
            <a:xfrm flipV="1">
              <a:off x="4191000" y="4130675"/>
              <a:ext cx="0" cy="2286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mn-lt"/>
              </a:endParaRPr>
            </a:p>
          </p:txBody>
        </p:sp>
        <p:sp>
          <p:nvSpPr>
            <p:cNvPr id="102442" name="Text Box 43"/>
            <p:cNvSpPr txBox="1">
              <a:spLocks noChangeArrowheads="1"/>
            </p:cNvSpPr>
            <p:nvPr/>
          </p:nvSpPr>
          <p:spPr bwMode="auto">
            <a:xfrm>
              <a:off x="3171800" y="4038657"/>
              <a:ext cx="53340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en-US" altLang="zh-CN" sz="1400">
                  <a:latin typeface="+mn-lt"/>
                  <a:ea typeface="宋体" charset="-122"/>
                </a:rPr>
                <a:t>L/B</a:t>
              </a:r>
              <a:endParaRPr lang="en-US" altLang="zh-CN" sz="1400" baseline="-25000">
                <a:latin typeface="+mn-lt"/>
                <a:ea typeface="宋体" charset="-122"/>
              </a:endParaRPr>
            </a:p>
          </p:txBody>
        </p:sp>
        <p:sp>
          <p:nvSpPr>
            <p:cNvPr id="102443" name="Line 44"/>
            <p:cNvSpPr>
              <a:spLocks noChangeShapeType="1"/>
            </p:cNvSpPr>
            <p:nvPr/>
          </p:nvSpPr>
          <p:spPr bwMode="auto">
            <a:xfrm flipH="1" flipV="1">
              <a:off x="2667000" y="4206875"/>
              <a:ext cx="457200" cy="0"/>
            </a:xfrm>
            <a:prstGeom prst="line">
              <a:avLst/>
            </a:prstGeom>
            <a:noFill/>
            <a:ln w="38100">
              <a:solidFill>
                <a:schemeClr val="tx1"/>
              </a:solidFill>
              <a:round/>
              <a:headEnd/>
              <a:tailEnd type="arrow"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mn-lt"/>
              </a:endParaRPr>
            </a:p>
          </p:txBody>
        </p:sp>
        <p:sp>
          <p:nvSpPr>
            <p:cNvPr id="102444" name="Line 45"/>
            <p:cNvSpPr>
              <a:spLocks noChangeShapeType="1"/>
            </p:cNvSpPr>
            <p:nvPr/>
          </p:nvSpPr>
          <p:spPr bwMode="auto">
            <a:xfrm flipV="1">
              <a:off x="3657600" y="4206875"/>
              <a:ext cx="533400" cy="0"/>
            </a:xfrm>
            <a:prstGeom prst="line">
              <a:avLst/>
            </a:prstGeom>
            <a:noFill/>
            <a:ln w="38100">
              <a:solidFill>
                <a:schemeClr val="tx1"/>
              </a:solidFill>
              <a:round/>
              <a:headEnd/>
              <a:tailEnd type="arrow"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mn-lt"/>
              </a:endParaRPr>
            </a:p>
          </p:txBody>
        </p:sp>
      </p:grpSp>
      <p:sp>
        <p:nvSpPr>
          <p:cNvPr id="102445" name="Text Box 4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4 之 3</a:t>
            </a:r>
          </a:p>
        </p:txBody>
      </p:sp>
      <p:grpSp>
        <p:nvGrpSpPr>
          <p:cNvPr id="47" name="组合 46"/>
          <p:cNvGrpSpPr/>
          <p:nvPr/>
        </p:nvGrpSpPr>
        <p:grpSpPr>
          <a:xfrm>
            <a:off x="712912" y="4110038"/>
            <a:ext cx="4303942" cy="1865312"/>
            <a:chOff x="2093913" y="3748088"/>
            <a:chExt cx="4989512" cy="1865312"/>
          </a:xfrm>
        </p:grpSpPr>
        <p:sp>
          <p:nvSpPr>
            <p:cNvPr id="48" name="Rectangle 9"/>
            <p:cNvSpPr>
              <a:spLocks noChangeArrowheads="1"/>
            </p:cNvSpPr>
            <p:nvPr/>
          </p:nvSpPr>
          <p:spPr bwMode="auto">
            <a:xfrm>
              <a:off x="2093913" y="5073650"/>
              <a:ext cx="960437" cy="539750"/>
            </a:xfrm>
            <a:prstGeom prst="rect">
              <a:avLst/>
            </a:prstGeom>
            <a:solidFill>
              <a:srgbClr val="FFFF99"/>
            </a:solidFill>
            <a:ln w="9525">
              <a:solidFill>
                <a:srgbClr val="000000"/>
              </a:solidFill>
              <a:miter lim="800000"/>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400">
                <a:solidFill>
                  <a:schemeClr val="tx1"/>
                </a:solidFill>
              </a:endParaRPr>
            </a:p>
          </p:txBody>
        </p:sp>
        <p:sp>
          <p:nvSpPr>
            <p:cNvPr id="49" name="Rectangle 11"/>
            <p:cNvSpPr>
              <a:spLocks noChangeArrowheads="1"/>
            </p:cNvSpPr>
            <p:nvPr/>
          </p:nvSpPr>
          <p:spPr bwMode="auto">
            <a:xfrm>
              <a:off x="2093913" y="4110038"/>
              <a:ext cx="960437" cy="541337"/>
            </a:xfrm>
            <a:prstGeom prst="rect">
              <a:avLst/>
            </a:prstGeom>
            <a:solidFill>
              <a:srgbClr val="FFFF99"/>
            </a:solidFill>
            <a:ln w="9525">
              <a:solidFill>
                <a:srgbClr val="000000"/>
              </a:solidFill>
              <a:miter lim="800000"/>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400">
                <a:solidFill>
                  <a:schemeClr val="tx1"/>
                </a:solidFill>
              </a:endParaRPr>
            </a:p>
          </p:txBody>
        </p:sp>
        <p:sp>
          <p:nvSpPr>
            <p:cNvPr id="50" name="Rectangle 12"/>
            <p:cNvSpPr>
              <a:spLocks noChangeArrowheads="1"/>
            </p:cNvSpPr>
            <p:nvPr/>
          </p:nvSpPr>
          <p:spPr bwMode="auto">
            <a:xfrm>
              <a:off x="3400425" y="4110038"/>
              <a:ext cx="960438" cy="541337"/>
            </a:xfrm>
            <a:prstGeom prst="rect">
              <a:avLst/>
            </a:prstGeom>
            <a:solidFill>
              <a:srgbClr val="FFFF99"/>
            </a:solidFill>
            <a:ln w="9525">
              <a:solidFill>
                <a:srgbClr val="000000"/>
              </a:solidFill>
              <a:miter lim="800000"/>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400">
                <a:solidFill>
                  <a:schemeClr val="tx1"/>
                </a:solidFill>
              </a:endParaRPr>
            </a:p>
          </p:txBody>
        </p:sp>
        <p:sp>
          <p:nvSpPr>
            <p:cNvPr id="51" name="Rectangle 13"/>
            <p:cNvSpPr>
              <a:spLocks noChangeArrowheads="1"/>
            </p:cNvSpPr>
            <p:nvPr/>
          </p:nvSpPr>
          <p:spPr bwMode="auto">
            <a:xfrm>
              <a:off x="3400425" y="5073650"/>
              <a:ext cx="960438" cy="539750"/>
            </a:xfrm>
            <a:prstGeom prst="rect">
              <a:avLst/>
            </a:prstGeom>
            <a:solidFill>
              <a:srgbClr val="FFFF99"/>
            </a:solidFill>
            <a:ln w="9525">
              <a:solidFill>
                <a:srgbClr val="000000"/>
              </a:solidFill>
              <a:miter lim="800000"/>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400">
                <a:solidFill>
                  <a:schemeClr val="tx1"/>
                </a:solidFill>
              </a:endParaRPr>
            </a:p>
          </p:txBody>
        </p:sp>
        <p:sp>
          <p:nvSpPr>
            <p:cNvPr id="52" name="Rectangle 14"/>
            <p:cNvSpPr>
              <a:spLocks noChangeArrowheads="1"/>
            </p:cNvSpPr>
            <p:nvPr/>
          </p:nvSpPr>
          <p:spPr bwMode="auto">
            <a:xfrm>
              <a:off x="4708525" y="5073650"/>
              <a:ext cx="958850" cy="539750"/>
            </a:xfrm>
            <a:prstGeom prst="rect">
              <a:avLst/>
            </a:prstGeom>
            <a:solidFill>
              <a:srgbClr val="FFFF99"/>
            </a:solidFill>
            <a:ln w="9525">
              <a:solidFill>
                <a:srgbClr val="000000"/>
              </a:solidFill>
              <a:miter lim="800000"/>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400">
                <a:solidFill>
                  <a:schemeClr val="tx1"/>
                </a:solidFill>
              </a:endParaRPr>
            </a:p>
          </p:txBody>
        </p:sp>
        <p:sp>
          <p:nvSpPr>
            <p:cNvPr id="53" name="Rectangle 15"/>
            <p:cNvSpPr>
              <a:spLocks noChangeArrowheads="1"/>
            </p:cNvSpPr>
            <p:nvPr/>
          </p:nvSpPr>
          <p:spPr bwMode="auto">
            <a:xfrm>
              <a:off x="6015038" y="5073650"/>
              <a:ext cx="958850" cy="539750"/>
            </a:xfrm>
            <a:prstGeom prst="rect">
              <a:avLst/>
            </a:prstGeom>
            <a:solidFill>
              <a:srgbClr val="FFFF99"/>
            </a:solidFill>
            <a:ln w="9525">
              <a:solidFill>
                <a:srgbClr val="000000"/>
              </a:solidFill>
              <a:miter lim="800000"/>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400">
                <a:solidFill>
                  <a:schemeClr val="tx1"/>
                </a:solidFill>
              </a:endParaRPr>
            </a:p>
          </p:txBody>
        </p:sp>
        <p:sp>
          <p:nvSpPr>
            <p:cNvPr id="54" name="Rectangle 16"/>
            <p:cNvSpPr>
              <a:spLocks noChangeArrowheads="1"/>
            </p:cNvSpPr>
            <p:nvPr/>
          </p:nvSpPr>
          <p:spPr bwMode="auto">
            <a:xfrm>
              <a:off x="6015038" y="4110038"/>
              <a:ext cx="958850" cy="541337"/>
            </a:xfrm>
            <a:prstGeom prst="rect">
              <a:avLst/>
            </a:prstGeom>
            <a:solidFill>
              <a:srgbClr val="FFFF99"/>
            </a:solidFill>
            <a:ln w="9525">
              <a:solidFill>
                <a:srgbClr val="000000"/>
              </a:solidFill>
              <a:miter lim="800000"/>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400">
                <a:solidFill>
                  <a:schemeClr val="tx1"/>
                </a:solidFill>
              </a:endParaRPr>
            </a:p>
          </p:txBody>
        </p:sp>
        <p:sp>
          <p:nvSpPr>
            <p:cNvPr id="55" name="Rectangle 19"/>
            <p:cNvSpPr>
              <a:spLocks noChangeArrowheads="1"/>
            </p:cNvSpPr>
            <p:nvPr/>
          </p:nvSpPr>
          <p:spPr bwMode="auto">
            <a:xfrm>
              <a:off x="2439988" y="5284788"/>
              <a:ext cx="274637" cy="239712"/>
            </a:xfrm>
            <a:prstGeom prst="rect">
              <a:avLst/>
            </a:prstGeom>
            <a:solidFill>
              <a:srgbClr val="FFCCFF"/>
            </a:solidFill>
            <a:ln w="9525">
              <a:solidFill>
                <a:srgbClr val="000000"/>
              </a:solidFill>
              <a:miter lim="800000"/>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400">
                <a:solidFill>
                  <a:schemeClr val="tx1"/>
                </a:solidFill>
              </a:endParaRPr>
            </a:p>
          </p:txBody>
        </p:sp>
        <p:sp>
          <p:nvSpPr>
            <p:cNvPr id="56" name="Text Box 39"/>
            <p:cNvSpPr txBox="1">
              <a:spLocks noChangeArrowheads="1"/>
            </p:cNvSpPr>
            <p:nvPr/>
          </p:nvSpPr>
          <p:spPr bwMode="auto">
            <a:xfrm>
              <a:off x="2138363" y="3748088"/>
              <a:ext cx="936625" cy="42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algn="just" eaLnBrk="1" hangingPunct="1">
                <a:lnSpc>
                  <a:spcPct val="100000"/>
                </a:lnSpc>
                <a:spcBef>
                  <a:spcPct val="0"/>
                </a:spcBef>
                <a:buClrTx/>
                <a:buFontTx/>
                <a:buNone/>
              </a:pPr>
              <a:r>
                <a:rPr lang="zh-CN" altLang="en-US" sz="1400" b="1" dirty="0" smtClean="0">
                  <a:solidFill>
                    <a:schemeClr val="tx1"/>
                  </a:solidFill>
                  <a:latin typeface="Times New Roman" pitchFamily="18" charset="0"/>
                  <a:ea typeface="宋体" charset="-122"/>
                </a:rPr>
                <a:t>源节点</a:t>
              </a:r>
              <a:endParaRPr lang="zh-CN" altLang="en-US" sz="1400" b="1" dirty="0">
                <a:solidFill>
                  <a:schemeClr val="tx1"/>
                </a:solidFill>
              </a:endParaRPr>
            </a:p>
          </p:txBody>
        </p:sp>
        <p:sp>
          <p:nvSpPr>
            <p:cNvPr id="57" name="Rectangle 40"/>
            <p:cNvSpPr>
              <a:spLocks noChangeArrowheads="1"/>
            </p:cNvSpPr>
            <p:nvPr/>
          </p:nvSpPr>
          <p:spPr bwMode="auto">
            <a:xfrm>
              <a:off x="2454275" y="4349750"/>
              <a:ext cx="268288" cy="239713"/>
            </a:xfrm>
            <a:prstGeom prst="rect">
              <a:avLst/>
            </a:prstGeom>
            <a:solidFill>
              <a:srgbClr val="FFCCFF"/>
            </a:solidFill>
            <a:ln w="9525">
              <a:solidFill>
                <a:srgbClr val="000000"/>
              </a:solidFill>
              <a:miter lim="800000"/>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400">
                <a:solidFill>
                  <a:schemeClr val="tx1"/>
                </a:solidFill>
              </a:endParaRPr>
            </a:p>
          </p:txBody>
        </p:sp>
        <p:sp>
          <p:nvSpPr>
            <p:cNvPr id="58" name="Text Box 41"/>
            <p:cNvSpPr txBox="1">
              <a:spLocks noChangeArrowheads="1"/>
            </p:cNvSpPr>
            <p:nvPr/>
          </p:nvSpPr>
          <p:spPr bwMode="auto">
            <a:xfrm>
              <a:off x="2224088" y="4056063"/>
              <a:ext cx="915987" cy="42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algn="just" eaLnBrk="1" hangingPunct="1">
                <a:lnSpc>
                  <a:spcPct val="100000"/>
                </a:lnSpc>
                <a:spcBef>
                  <a:spcPct val="0"/>
                </a:spcBef>
                <a:buClrTx/>
                <a:buFontTx/>
                <a:buNone/>
              </a:pPr>
              <a:r>
                <a:rPr lang="zh-CN" altLang="en-US" sz="1400" b="1">
                  <a:solidFill>
                    <a:srgbClr val="CC0000"/>
                  </a:solidFill>
                  <a:latin typeface="Times New Roman" pitchFamily="18" charset="0"/>
                  <a:ea typeface="宋体" charset="-122"/>
                </a:rPr>
                <a:t>片缓冲</a:t>
              </a:r>
              <a:endParaRPr lang="zh-CN" altLang="en-US" sz="1400" b="1">
                <a:solidFill>
                  <a:srgbClr val="CC0000"/>
                </a:solidFill>
              </a:endParaRPr>
            </a:p>
          </p:txBody>
        </p:sp>
        <p:sp>
          <p:nvSpPr>
            <p:cNvPr id="59" name="Rectangle 42"/>
            <p:cNvSpPr>
              <a:spLocks noChangeArrowheads="1"/>
            </p:cNvSpPr>
            <p:nvPr/>
          </p:nvSpPr>
          <p:spPr bwMode="auto">
            <a:xfrm>
              <a:off x="3763963" y="5284788"/>
              <a:ext cx="257175" cy="239712"/>
            </a:xfrm>
            <a:prstGeom prst="rect">
              <a:avLst/>
            </a:prstGeom>
            <a:solidFill>
              <a:srgbClr val="FFCCFF"/>
            </a:solidFill>
            <a:ln w="9525">
              <a:solidFill>
                <a:srgbClr val="000000"/>
              </a:solidFill>
              <a:miter lim="800000"/>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400">
                <a:solidFill>
                  <a:schemeClr val="tx1"/>
                </a:solidFill>
              </a:endParaRPr>
            </a:p>
          </p:txBody>
        </p:sp>
        <p:sp>
          <p:nvSpPr>
            <p:cNvPr id="60" name="Rectangle 43"/>
            <p:cNvSpPr>
              <a:spLocks noChangeArrowheads="1"/>
            </p:cNvSpPr>
            <p:nvPr/>
          </p:nvSpPr>
          <p:spPr bwMode="auto">
            <a:xfrm>
              <a:off x="5062538" y="5284788"/>
              <a:ext cx="257175" cy="239712"/>
            </a:xfrm>
            <a:prstGeom prst="rect">
              <a:avLst/>
            </a:prstGeom>
            <a:solidFill>
              <a:srgbClr val="FFCCFF"/>
            </a:solidFill>
            <a:ln w="9525">
              <a:solidFill>
                <a:srgbClr val="000000"/>
              </a:solidFill>
              <a:miter lim="800000"/>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400">
                <a:solidFill>
                  <a:schemeClr val="tx1"/>
                </a:solidFill>
              </a:endParaRPr>
            </a:p>
          </p:txBody>
        </p:sp>
        <p:sp>
          <p:nvSpPr>
            <p:cNvPr id="61" name="Rectangle 44"/>
            <p:cNvSpPr>
              <a:spLocks noChangeArrowheads="1"/>
            </p:cNvSpPr>
            <p:nvPr/>
          </p:nvSpPr>
          <p:spPr bwMode="auto">
            <a:xfrm>
              <a:off x="6362700" y="5284788"/>
              <a:ext cx="271463" cy="239712"/>
            </a:xfrm>
            <a:prstGeom prst="rect">
              <a:avLst/>
            </a:prstGeom>
            <a:solidFill>
              <a:srgbClr val="FFCCFF"/>
            </a:solidFill>
            <a:ln w="9525">
              <a:solidFill>
                <a:srgbClr val="000000"/>
              </a:solidFill>
              <a:miter lim="800000"/>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400">
                <a:solidFill>
                  <a:schemeClr val="tx1"/>
                </a:solidFill>
              </a:endParaRPr>
            </a:p>
          </p:txBody>
        </p:sp>
        <p:sp>
          <p:nvSpPr>
            <p:cNvPr id="62" name="Rectangle 45"/>
            <p:cNvSpPr>
              <a:spLocks noChangeArrowheads="1"/>
            </p:cNvSpPr>
            <p:nvPr/>
          </p:nvSpPr>
          <p:spPr bwMode="auto">
            <a:xfrm>
              <a:off x="6362700" y="4321175"/>
              <a:ext cx="279400" cy="239713"/>
            </a:xfrm>
            <a:prstGeom prst="rect">
              <a:avLst/>
            </a:prstGeom>
            <a:solidFill>
              <a:srgbClr val="FFCCFF"/>
            </a:solidFill>
            <a:ln w="9525">
              <a:solidFill>
                <a:srgbClr val="000000"/>
              </a:solidFill>
              <a:miter lim="800000"/>
              <a:headEnd/>
              <a:tailEnd/>
            </a:ln>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eaLnBrk="1" hangingPunct="1">
                <a:lnSpc>
                  <a:spcPct val="100000"/>
                </a:lnSpc>
                <a:spcBef>
                  <a:spcPct val="0"/>
                </a:spcBef>
                <a:buClrTx/>
                <a:buFontTx/>
                <a:buNone/>
              </a:pPr>
              <a:endParaRPr lang="zh-CN" altLang="en-US" sz="1400">
                <a:solidFill>
                  <a:schemeClr val="tx1"/>
                </a:solidFill>
              </a:endParaRPr>
            </a:p>
          </p:txBody>
        </p:sp>
        <p:sp>
          <p:nvSpPr>
            <p:cNvPr id="63" name="Text Box 46"/>
            <p:cNvSpPr txBox="1">
              <a:spLocks noChangeArrowheads="1"/>
            </p:cNvSpPr>
            <p:nvPr/>
          </p:nvSpPr>
          <p:spPr bwMode="auto">
            <a:xfrm>
              <a:off x="4730750" y="4138613"/>
              <a:ext cx="1044575" cy="45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algn="just" eaLnBrk="1" hangingPunct="1">
                <a:lnSpc>
                  <a:spcPct val="100000"/>
                </a:lnSpc>
                <a:spcBef>
                  <a:spcPct val="0"/>
                </a:spcBef>
                <a:buClrTx/>
                <a:buFontTx/>
                <a:buNone/>
              </a:pPr>
              <a:r>
                <a:rPr lang="en-US" altLang="zh-CN" sz="1400">
                  <a:solidFill>
                    <a:schemeClr val="tx1"/>
                  </a:solidFill>
                  <a:latin typeface="Times New Roman" pitchFamily="18" charset="0"/>
                  <a:ea typeface="宋体" charset="-122"/>
                </a:rPr>
                <a:t>……</a:t>
              </a:r>
              <a:endParaRPr lang="en-US" altLang="zh-CN" sz="1400">
                <a:solidFill>
                  <a:schemeClr val="tx1"/>
                </a:solidFill>
              </a:endParaRPr>
            </a:p>
          </p:txBody>
        </p:sp>
        <p:sp>
          <p:nvSpPr>
            <p:cNvPr id="64" name="Text Box 47"/>
            <p:cNvSpPr txBox="1">
              <a:spLocks noChangeArrowheads="1"/>
            </p:cNvSpPr>
            <p:nvPr/>
          </p:nvSpPr>
          <p:spPr bwMode="auto">
            <a:xfrm>
              <a:off x="3983038" y="4683125"/>
              <a:ext cx="1582936" cy="42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algn="just" eaLnBrk="1" hangingPunct="1">
                <a:lnSpc>
                  <a:spcPct val="100000"/>
                </a:lnSpc>
                <a:spcBef>
                  <a:spcPct val="0"/>
                </a:spcBef>
                <a:buClrTx/>
                <a:buFontTx/>
                <a:buNone/>
              </a:pPr>
              <a:r>
                <a:rPr lang="zh-CN" altLang="en-US" sz="1400" b="1" dirty="0" smtClean="0">
                  <a:solidFill>
                    <a:schemeClr val="tx1"/>
                  </a:solidFill>
                  <a:latin typeface="Times New Roman" pitchFamily="18" charset="0"/>
                  <a:ea typeface="宋体" charset="-122"/>
                </a:rPr>
                <a:t>中间节点 </a:t>
              </a:r>
              <a:r>
                <a:rPr lang="en-US" altLang="zh-CN" sz="1400" b="1" dirty="0" smtClean="0">
                  <a:solidFill>
                    <a:schemeClr val="tx1"/>
                  </a:solidFill>
                  <a:latin typeface="Times New Roman" pitchFamily="18" charset="0"/>
                  <a:ea typeface="宋体" charset="-122"/>
                </a:rPr>
                <a:t>D=4</a:t>
              </a:r>
              <a:endParaRPr lang="zh-CN" altLang="en-US" sz="1400" b="1" dirty="0">
                <a:solidFill>
                  <a:schemeClr val="tx1"/>
                </a:solidFill>
              </a:endParaRPr>
            </a:p>
          </p:txBody>
        </p:sp>
        <p:sp>
          <p:nvSpPr>
            <p:cNvPr id="65" name="Text Box 48"/>
            <p:cNvSpPr txBox="1">
              <a:spLocks noChangeArrowheads="1"/>
            </p:cNvSpPr>
            <p:nvPr/>
          </p:nvSpPr>
          <p:spPr bwMode="auto">
            <a:xfrm>
              <a:off x="5959475" y="3748088"/>
              <a:ext cx="1123950" cy="42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0000"/>
                </a:lnSpc>
                <a:spcBef>
                  <a:spcPct val="20000"/>
                </a:spcBef>
                <a:buClr>
                  <a:schemeClr val="tx1"/>
                </a:buClr>
                <a:buFont typeface="Wingdings" pitchFamily="2" charset="2"/>
                <a:buAutoNum type="arabicPeriod"/>
                <a:defRPr kumimoji="1" sz="2400">
                  <a:solidFill>
                    <a:srgbClr val="E24C05"/>
                  </a:solidFill>
                  <a:latin typeface="Tahoma" pitchFamily="34" charset="0"/>
                  <a:ea typeface="黑体" pitchFamily="2" charset="-122"/>
                </a:defRPr>
              </a:lvl1pPr>
              <a:lvl2pPr marL="742950" indent="-285750">
                <a:lnSpc>
                  <a:spcPct val="110000"/>
                </a:lnSpc>
                <a:spcBef>
                  <a:spcPct val="20000"/>
                </a:spcBef>
                <a:buClr>
                  <a:schemeClr val="tx1"/>
                </a:buClr>
                <a:buSzPct val="90000"/>
                <a:buFont typeface="Wingdings" pitchFamily="2" charset="2"/>
                <a:buChar char="Ø"/>
                <a:defRPr kumimoji="1" sz="2400">
                  <a:solidFill>
                    <a:schemeClr val="tx1"/>
                  </a:solidFill>
                  <a:latin typeface="Tahoma" pitchFamily="34" charset="0"/>
                  <a:ea typeface="黑体" pitchFamily="2" charset="-122"/>
                </a:defRPr>
              </a:lvl2pPr>
              <a:lvl3pPr marL="1143000" indent="-228600">
                <a:lnSpc>
                  <a:spcPct val="110000"/>
                </a:lnSpc>
                <a:spcBef>
                  <a:spcPct val="20000"/>
                </a:spcBef>
                <a:buClr>
                  <a:schemeClr val="hlink"/>
                </a:buClr>
                <a:buSzPct val="60000"/>
                <a:buFont typeface="Wingdings" pitchFamily="2" charset="2"/>
                <a:buChar char="q"/>
                <a:defRPr kumimoji="1" sz="2000" b="1">
                  <a:solidFill>
                    <a:srgbClr val="000000"/>
                  </a:solidFill>
                  <a:latin typeface="Tahoma" pitchFamily="34" charset="0"/>
                  <a:ea typeface="宋体" charset="-122"/>
                </a:defRPr>
              </a:lvl3pPr>
              <a:lvl4pPr marL="1600200" indent="-228600">
                <a:lnSpc>
                  <a:spcPct val="110000"/>
                </a:lnSpc>
                <a:spcBef>
                  <a:spcPct val="20000"/>
                </a:spcBef>
                <a:buClr>
                  <a:schemeClr val="tx1"/>
                </a:buClr>
                <a:buSzPct val="65000"/>
                <a:buFont typeface="Wingdings" pitchFamily="2" charset="2"/>
                <a:buChar char="n"/>
                <a:defRPr kumimoji="1" sz="2000" b="1">
                  <a:solidFill>
                    <a:schemeClr val="tx1"/>
                  </a:solidFill>
                  <a:latin typeface="Tahoma" pitchFamily="34" charset="0"/>
                  <a:ea typeface="宋体" charset="-122"/>
                </a:defRPr>
              </a:lvl4pPr>
              <a:lvl5pPr marL="2057400" indent="-228600">
                <a:lnSpc>
                  <a:spcPct val="110000"/>
                </a:lnSpc>
                <a:spcBef>
                  <a:spcPct val="20000"/>
                </a:spcBef>
                <a:buClr>
                  <a:schemeClr val="hlink"/>
                </a:buClr>
                <a:buSzPct val="60000"/>
                <a:buFont typeface="Wingdings" pitchFamily="2" charset="2"/>
                <a:buChar char="n"/>
                <a:defRPr kumimoji="1" sz="2000" b="1">
                  <a:solidFill>
                    <a:schemeClr val="tx1"/>
                  </a:solidFill>
                  <a:latin typeface="Tahoma" pitchFamily="34" charset="0"/>
                  <a:ea typeface="宋体" charset="-122"/>
                </a:defRPr>
              </a:lvl5pPr>
              <a:lvl6pPr marL="25146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6pPr>
              <a:lvl7pPr marL="29718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7pPr>
              <a:lvl8pPr marL="34290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8pPr>
              <a:lvl9pPr marL="3886200" indent="-228600" eaLnBrk="0" fontAlgn="base" hangingPunct="0">
                <a:lnSpc>
                  <a:spcPct val="110000"/>
                </a:lnSpc>
                <a:spcBef>
                  <a:spcPct val="20000"/>
                </a:spcBef>
                <a:spcAft>
                  <a:spcPct val="0"/>
                </a:spcAft>
                <a:buClr>
                  <a:schemeClr val="hlink"/>
                </a:buClr>
                <a:buSzPct val="60000"/>
                <a:buFont typeface="Wingdings" pitchFamily="2" charset="2"/>
                <a:buChar char="n"/>
                <a:defRPr kumimoji="1" sz="2000" b="1">
                  <a:solidFill>
                    <a:schemeClr val="tx1"/>
                  </a:solidFill>
                  <a:latin typeface="Tahoma" pitchFamily="34" charset="0"/>
                  <a:ea typeface="宋体" charset="-122"/>
                </a:defRPr>
              </a:lvl9pPr>
            </a:lstStyle>
            <a:p>
              <a:pPr algn="just" eaLnBrk="1" hangingPunct="1">
                <a:lnSpc>
                  <a:spcPct val="100000"/>
                </a:lnSpc>
                <a:spcBef>
                  <a:spcPct val="0"/>
                </a:spcBef>
                <a:buClrTx/>
                <a:buFontTx/>
                <a:buNone/>
              </a:pPr>
              <a:r>
                <a:rPr lang="zh-CN" altLang="en-US" sz="1400" b="1" dirty="0" smtClean="0">
                  <a:solidFill>
                    <a:schemeClr val="tx1"/>
                  </a:solidFill>
                  <a:latin typeface="Times New Roman" pitchFamily="18" charset="0"/>
                  <a:ea typeface="宋体" charset="-122"/>
                </a:rPr>
                <a:t>目的节点</a:t>
              </a:r>
              <a:endParaRPr lang="zh-CN" altLang="en-US" sz="1400" b="1" dirty="0">
                <a:solidFill>
                  <a:schemeClr val="tx1"/>
                </a:solidFill>
              </a:endParaRPr>
            </a:p>
          </p:txBody>
        </p:sp>
        <p:sp>
          <p:nvSpPr>
            <p:cNvPr id="66" name="Line 50"/>
            <p:cNvSpPr>
              <a:spLocks noChangeShapeType="1"/>
            </p:cNvSpPr>
            <p:nvPr/>
          </p:nvSpPr>
          <p:spPr bwMode="auto">
            <a:xfrm>
              <a:off x="2573338" y="4594225"/>
              <a:ext cx="0" cy="692150"/>
            </a:xfrm>
            <a:prstGeom prst="line">
              <a:avLst/>
            </a:prstGeom>
            <a:noFill/>
            <a:ln w="9525">
              <a:solidFill>
                <a:srgbClr val="00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sz="1400"/>
            </a:p>
          </p:txBody>
        </p:sp>
        <p:sp>
          <p:nvSpPr>
            <p:cNvPr id="67" name="Line 51"/>
            <p:cNvSpPr>
              <a:spLocks noChangeShapeType="1"/>
            </p:cNvSpPr>
            <p:nvPr/>
          </p:nvSpPr>
          <p:spPr bwMode="auto">
            <a:xfrm>
              <a:off x="4013200" y="5402263"/>
              <a:ext cx="1035050" cy="0"/>
            </a:xfrm>
            <a:prstGeom prst="line">
              <a:avLst/>
            </a:prstGeom>
            <a:noFill/>
            <a:ln w="9525">
              <a:solidFill>
                <a:srgbClr val="00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sz="1400"/>
            </a:p>
          </p:txBody>
        </p:sp>
        <p:sp>
          <p:nvSpPr>
            <p:cNvPr id="68" name="Line 52"/>
            <p:cNvSpPr>
              <a:spLocks noChangeShapeType="1"/>
            </p:cNvSpPr>
            <p:nvPr/>
          </p:nvSpPr>
          <p:spPr bwMode="auto">
            <a:xfrm flipV="1">
              <a:off x="5319713" y="5402263"/>
              <a:ext cx="1035050" cy="7937"/>
            </a:xfrm>
            <a:prstGeom prst="line">
              <a:avLst/>
            </a:prstGeom>
            <a:noFill/>
            <a:ln w="9525">
              <a:solidFill>
                <a:srgbClr val="00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sz="1400"/>
            </a:p>
          </p:txBody>
        </p:sp>
        <p:sp>
          <p:nvSpPr>
            <p:cNvPr id="69" name="Line 53"/>
            <p:cNvSpPr>
              <a:spLocks noChangeShapeType="1"/>
            </p:cNvSpPr>
            <p:nvPr/>
          </p:nvSpPr>
          <p:spPr bwMode="auto">
            <a:xfrm flipV="1">
              <a:off x="6494463" y="4560888"/>
              <a:ext cx="0" cy="706437"/>
            </a:xfrm>
            <a:prstGeom prst="line">
              <a:avLst/>
            </a:prstGeom>
            <a:noFill/>
            <a:ln w="9525">
              <a:solidFill>
                <a:srgbClr val="00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sz="1400"/>
            </a:p>
          </p:txBody>
        </p:sp>
        <p:sp>
          <p:nvSpPr>
            <p:cNvPr id="70" name="Line 54"/>
            <p:cNvSpPr>
              <a:spLocks noChangeShapeType="1"/>
            </p:cNvSpPr>
            <p:nvPr/>
          </p:nvSpPr>
          <p:spPr bwMode="auto">
            <a:xfrm>
              <a:off x="2722563" y="5405438"/>
              <a:ext cx="1033462" cy="0"/>
            </a:xfrm>
            <a:prstGeom prst="line">
              <a:avLst/>
            </a:prstGeom>
            <a:noFill/>
            <a:ln w="9525">
              <a:solidFill>
                <a:srgbClr val="00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sz="1400"/>
            </a:p>
          </p:txBody>
        </p:sp>
      </p:gr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1234" name="Rectangle 2"/>
          <p:cNvSpPr>
            <a:spLocks noGrp="1" noChangeArrowheads="1"/>
          </p:cNvSpPr>
          <p:nvPr>
            <p:ph type="title"/>
          </p:nvPr>
        </p:nvSpPr>
        <p:spPr/>
        <p:txBody>
          <a:bodyPr/>
          <a:lstStyle/>
          <a:p>
            <a:pPr eaLnBrk="1" hangingPunct="1">
              <a:defRPr/>
            </a:pPr>
            <a:r>
              <a:rPr lang="zh-CN" altLang="en-US" smtClean="0"/>
              <a:t>特  点</a:t>
            </a:r>
          </a:p>
        </p:txBody>
      </p:sp>
      <p:sp>
        <p:nvSpPr>
          <p:cNvPr id="10342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消息传递机制</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消息寻径方式</a:t>
            </a:r>
            <a:endParaRPr lang="zh-CN" altLang="en-US" sz="1200" b="0">
              <a:latin typeface="Times New Roman" pitchFamily="18" charset="0"/>
              <a:ea typeface="幼圆" pitchFamily="49" charset="-122"/>
            </a:endParaRPr>
          </a:p>
        </p:txBody>
      </p:sp>
      <p:sp>
        <p:nvSpPr>
          <p:cNvPr id="991237" name="Rectangle 5"/>
          <p:cNvSpPr>
            <a:spLocks noGrp="1" noChangeArrowheads="1"/>
          </p:cNvSpPr>
          <p:nvPr>
            <p:ph type="body" idx="1"/>
          </p:nvPr>
        </p:nvSpPr>
        <p:spPr/>
        <p:txBody>
          <a:bodyPr/>
          <a:lstStyle/>
          <a:p>
            <a:pPr marL="0" indent="0" eaLnBrk="1" hangingPunct="1">
              <a:lnSpc>
                <a:spcPct val="105000"/>
              </a:lnSpc>
              <a:buFont typeface="Wingdings" pitchFamily="2" charset="2"/>
              <a:buNone/>
              <a:defRPr/>
            </a:pPr>
            <a:r>
              <a:rPr lang="zh-CN" altLang="en-US" sz="2000" dirty="0" smtClean="0">
                <a:solidFill>
                  <a:srgbClr val="FF0000"/>
                </a:solidFill>
                <a:effectLst>
                  <a:outerShdw blurRad="38100" dist="38100" dir="2700000" algn="tl">
                    <a:srgbClr val="C0C0C0"/>
                  </a:outerShdw>
                </a:effectLst>
              </a:rPr>
              <a:t>虫蚀寻径的优点：</a:t>
            </a:r>
          </a:p>
          <a:p>
            <a:pPr marL="765175" lvl="1" eaLnBrk="1" hangingPunct="1">
              <a:lnSpc>
                <a:spcPct val="105000"/>
              </a:lnSpc>
              <a:defRPr/>
            </a:pPr>
            <a:r>
              <a:rPr lang="zh-CN" altLang="en-US" sz="2000" dirty="0" smtClean="0"/>
              <a:t>每个节点的缓冲区较小（易于</a:t>
            </a:r>
            <a:r>
              <a:rPr lang="en-US" altLang="zh-CN" sz="2000" dirty="0" smtClean="0"/>
              <a:t>VLSI</a:t>
            </a:r>
            <a:r>
              <a:rPr lang="zh-CN" altLang="en-US" sz="2000" dirty="0" smtClean="0"/>
              <a:t>实现）；</a:t>
            </a:r>
          </a:p>
          <a:p>
            <a:pPr marL="765175" lvl="1" eaLnBrk="1" hangingPunct="1">
              <a:lnSpc>
                <a:spcPct val="105000"/>
              </a:lnSpc>
              <a:defRPr/>
            </a:pPr>
            <a:r>
              <a:rPr lang="zh-CN" altLang="en-US" sz="2000" dirty="0" smtClean="0">
                <a:solidFill>
                  <a:srgbClr val="0000FF"/>
                </a:solidFill>
              </a:rPr>
              <a:t>较低的网络传输时延</a:t>
            </a:r>
            <a:r>
              <a:rPr lang="zh-CN" altLang="en-US" sz="2000" dirty="0" smtClean="0"/>
              <a:t>：存储转发的消息包整个从一个节点“跳到”另一个节点，通道的使用是串行的，它的传输时延基本上正比于消息在网络中传输的距离</a:t>
            </a:r>
            <a:r>
              <a:rPr lang="zh-CN" altLang="en-US" sz="2000" dirty="0"/>
              <a:t>；而虫蚀寻</a:t>
            </a:r>
            <a:r>
              <a:rPr lang="zh-CN" altLang="en-US" sz="2000" dirty="0" smtClean="0"/>
              <a:t>径所有的片以流水方式向前传输，采用了时间并行性，它的传输时延正比于消息包的长度，传输距离对它的影响很小；</a:t>
            </a:r>
          </a:p>
          <a:p>
            <a:pPr marL="765175" lvl="1" eaLnBrk="1" hangingPunct="1">
              <a:lnSpc>
                <a:spcPct val="105000"/>
              </a:lnSpc>
              <a:defRPr/>
            </a:pPr>
            <a:r>
              <a:rPr lang="zh-CN" altLang="en-US" sz="2000" dirty="0" smtClean="0"/>
              <a:t>通道共享性好，利用率高；</a:t>
            </a:r>
          </a:p>
          <a:p>
            <a:pPr marL="765175" lvl="1" eaLnBrk="1" hangingPunct="1">
              <a:lnSpc>
                <a:spcPct val="105000"/>
              </a:lnSpc>
              <a:defRPr/>
            </a:pPr>
            <a:r>
              <a:rPr lang="zh-CN" altLang="en-US" sz="2000" dirty="0" smtClean="0"/>
              <a:t>易于实现选播和广播通信方式；</a:t>
            </a:r>
          </a:p>
          <a:p>
            <a:pPr marL="0" indent="0" eaLnBrk="1" hangingPunct="1">
              <a:lnSpc>
                <a:spcPct val="105000"/>
              </a:lnSpc>
              <a:buFont typeface="Wingdings" pitchFamily="2" charset="2"/>
              <a:buNone/>
              <a:defRPr/>
            </a:pPr>
            <a:r>
              <a:rPr lang="zh-CN" altLang="en-US" sz="2000" dirty="0" smtClean="0">
                <a:solidFill>
                  <a:srgbClr val="FF0000"/>
                </a:solidFill>
                <a:effectLst>
                  <a:outerShdw blurRad="38100" dist="38100" dir="2700000" algn="tl">
                    <a:srgbClr val="C0C0C0"/>
                  </a:outerShdw>
                </a:effectLst>
              </a:rPr>
              <a:t>虫蚀寻径的缺点：</a:t>
            </a:r>
          </a:p>
          <a:p>
            <a:pPr marL="285750" lvl="1" eaLnBrk="1" hangingPunct="1">
              <a:lnSpc>
                <a:spcPct val="105000"/>
              </a:lnSpc>
              <a:buFont typeface="Wingdings" pitchFamily="2" charset="2"/>
              <a:buNone/>
              <a:defRPr/>
            </a:pPr>
            <a:r>
              <a:rPr lang="zh-CN" altLang="en-US" sz="2000" dirty="0" smtClean="0"/>
              <a:t>       当包的一个片被阻塞时，整个包都被阻塞在所有节点，占用了节点资源。</a:t>
            </a:r>
          </a:p>
        </p:txBody>
      </p:sp>
      <p:sp>
        <p:nvSpPr>
          <p:cNvPr id="103429"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4 之 4</a:t>
            </a:r>
          </a:p>
        </p:txBody>
      </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6898" name="Rectangle 2"/>
          <p:cNvSpPr>
            <a:spLocks noGrp="1" noChangeArrowheads="1"/>
          </p:cNvSpPr>
          <p:nvPr>
            <p:ph type="title"/>
          </p:nvPr>
        </p:nvSpPr>
        <p:spPr/>
        <p:txBody>
          <a:bodyPr/>
          <a:lstStyle/>
          <a:p>
            <a:pPr eaLnBrk="1" hangingPunct="1">
              <a:defRPr/>
            </a:pPr>
            <a:r>
              <a:rPr lang="zh-CN" altLang="en-US" smtClean="0"/>
              <a:t>虚拟通道</a:t>
            </a:r>
          </a:p>
        </p:txBody>
      </p:sp>
      <p:sp>
        <p:nvSpPr>
          <p:cNvPr id="10445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消息传递机制</a:t>
            </a:r>
            <a:endParaRPr lang="zh-CN" altLang="en-US" sz="1200" b="0">
              <a:latin typeface="Times New Roman" pitchFamily="18" charset="0"/>
              <a:ea typeface="幼圆" pitchFamily="49" charset="-122"/>
            </a:endParaRPr>
          </a:p>
        </p:txBody>
      </p:sp>
      <p:sp>
        <p:nvSpPr>
          <p:cNvPr id="104452" name="Rectangle 4"/>
          <p:cNvSpPr>
            <a:spLocks noGrp="1" noChangeArrowheads="1"/>
          </p:cNvSpPr>
          <p:nvPr>
            <p:ph type="body" idx="1"/>
          </p:nvPr>
        </p:nvSpPr>
        <p:spPr>
          <a:xfrm>
            <a:off x="914400" y="2130425"/>
            <a:ext cx="3128963" cy="4110038"/>
          </a:xfrm>
          <a:solidFill>
            <a:srgbClr val="FFFF99"/>
          </a:solidFill>
          <a:ln w="12700" cmpd="thinThick">
            <a:solidFill>
              <a:schemeClr val="tx1"/>
            </a:solidFill>
            <a:miter lim="800000"/>
            <a:headEnd/>
            <a:tailEnd/>
          </a:ln>
          <a:effectLst>
            <a:outerShdw blurRad="50800" dist="38100" dir="2700000" algn="tl" rotWithShape="0">
              <a:prstClr val="black">
                <a:alpha val="40000"/>
              </a:prstClr>
            </a:outerShdw>
          </a:effectLst>
        </p:spPr>
        <p:txBody>
          <a:bodyPr/>
          <a:lstStyle/>
          <a:p>
            <a:pPr marL="0" indent="0" eaLnBrk="1" hangingPunct="1">
              <a:lnSpc>
                <a:spcPct val="130000"/>
              </a:lnSpc>
              <a:buFont typeface="Wingdings" pitchFamily="2" charset="2"/>
              <a:buNone/>
            </a:pPr>
            <a:r>
              <a:rPr lang="zh-CN" altLang="en-US" sz="2800" dirty="0" smtClean="0"/>
              <a:t>       虚拟通道是两个节点间的逻辑链路，由源节点的</a:t>
            </a:r>
            <a:r>
              <a:rPr lang="zh-CN" altLang="en-US" sz="2800" dirty="0" smtClean="0">
                <a:solidFill>
                  <a:srgbClr val="0000FF"/>
                </a:solidFill>
              </a:rPr>
              <a:t>片缓冲区</a:t>
            </a:r>
            <a:r>
              <a:rPr lang="zh-CN" altLang="en-US" sz="2800" dirty="0" smtClean="0"/>
              <a:t>、节点间的</a:t>
            </a:r>
            <a:r>
              <a:rPr lang="zh-CN" altLang="en-US" sz="2800" dirty="0" smtClean="0">
                <a:solidFill>
                  <a:srgbClr val="0000FF"/>
                </a:solidFill>
              </a:rPr>
              <a:t>物理通道</a:t>
            </a:r>
            <a:r>
              <a:rPr lang="zh-CN" altLang="en-US" sz="2800" dirty="0" smtClean="0"/>
              <a:t>及接收节点的</a:t>
            </a:r>
            <a:r>
              <a:rPr lang="zh-CN" altLang="en-US" sz="2800" dirty="0" smtClean="0">
                <a:solidFill>
                  <a:srgbClr val="0000FF"/>
                </a:solidFill>
              </a:rPr>
              <a:t>片缓冲区</a:t>
            </a:r>
            <a:r>
              <a:rPr lang="zh-CN" altLang="en-US" sz="2800" dirty="0" smtClean="0"/>
              <a:t>组成。这可增加利用率。</a:t>
            </a:r>
          </a:p>
        </p:txBody>
      </p:sp>
      <p:sp>
        <p:nvSpPr>
          <p:cNvPr id="104453" name="Rectangle 6"/>
          <p:cNvSpPr>
            <a:spLocks noChangeArrowheads="1"/>
          </p:cNvSpPr>
          <p:nvPr/>
        </p:nvSpPr>
        <p:spPr bwMode="auto">
          <a:xfrm>
            <a:off x="5070475" y="2336800"/>
            <a:ext cx="457200" cy="60960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C0C0C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104454" name="Line 15"/>
          <p:cNvSpPr>
            <a:spLocks noChangeShapeType="1"/>
          </p:cNvSpPr>
          <p:nvPr/>
        </p:nvSpPr>
        <p:spPr bwMode="auto">
          <a:xfrm>
            <a:off x="4643438" y="2667000"/>
            <a:ext cx="417512"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04455" name="Line 16"/>
          <p:cNvSpPr>
            <a:spLocks noChangeShapeType="1"/>
          </p:cNvSpPr>
          <p:nvPr/>
        </p:nvSpPr>
        <p:spPr bwMode="auto">
          <a:xfrm>
            <a:off x="4643438" y="5189538"/>
            <a:ext cx="417512"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04456" name="Line 17"/>
          <p:cNvSpPr>
            <a:spLocks noChangeShapeType="1"/>
          </p:cNvSpPr>
          <p:nvPr/>
        </p:nvSpPr>
        <p:spPr bwMode="auto">
          <a:xfrm>
            <a:off x="4643438" y="4348163"/>
            <a:ext cx="417512"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04457" name="Line 18"/>
          <p:cNvSpPr>
            <a:spLocks noChangeShapeType="1"/>
          </p:cNvSpPr>
          <p:nvPr/>
        </p:nvSpPr>
        <p:spPr bwMode="auto">
          <a:xfrm>
            <a:off x="4643438" y="3506788"/>
            <a:ext cx="417512"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04458" name="Line 19"/>
          <p:cNvSpPr>
            <a:spLocks noChangeShapeType="1"/>
          </p:cNvSpPr>
          <p:nvPr/>
        </p:nvSpPr>
        <p:spPr bwMode="auto">
          <a:xfrm>
            <a:off x="8270875" y="2641600"/>
            <a:ext cx="417513"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04459" name="Line 20"/>
          <p:cNvSpPr>
            <a:spLocks noChangeShapeType="1"/>
          </p:cNvSpPr>
          <p:nvPr/>
        </p:nvSpPr>
        <p:spPr bwMode="auto">
          <a:xfrm>
            <a:off x="8270875" y="5164138"/>
            <a:ext cx="417513"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04460" name="Line 21"/>
          <p:cNvSpPr>
            <a:spLocks noChangeShapeType="1"/>
          </p:cNvSpPr>
          <p:nvPr/>
        </p:nvSpPr>
        <p:spPr bwMode="auto">
          <a:xfrm>
            <a:off x="8270875" y="4322763"/>
            <a:ext cx="417513"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04461" name="Line 22"/>
          <p:cNvSpPr>
            <a:spLocks noChangeShapeType="1"/>
          </p:cNvSpPr>
          <p:nvPr/>
        </p:nvSpPr>
        <p:spPr bwMode="auto">
          <a:xfrm>
            <a:off x="8270875" y="3481388"/>
            <a:ext cx="417513"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04462" name="Line 23"/>
          <p:cNvSpPr>
            <a:spLocks noChangeShapeType="1"/>
          </p:cNvSpPr>
          <p:nvPr/>
        </p:nvSpPr>
        <p:spPr bwMode="auto">
          <a:xfrm>
            <a:off x="7399338" y="2689225"/>
            <a:ext cx="417512"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04463" name="Line 24"/>
          <p:cNvSpPr>
            <a:spLocks noChangeShapeType="1"/>
          </p:cNvSpPr>
          <p:nvPr/>
        </p:nvSpPr>
        <p:spPr bwMode="auto">
          <a:xfrm>
            <a:off x="7399338" y="5211763"/>
            <a:ext cx="417512"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04464" name="Line 25"/>
          <p:cNvSpPr>
            <a:spLocks noChangeShapeType="1"/>
          </p:cNvSpPr>
          <p:nvPr/>
        </p:nvSpPr>
        <p:spPr bwMode="auto">
          <a:xfrm>
            <a:off x="7399338" y="4370388"/>
            <a:ext cx="417512"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04465" name="Line 26"/>
          <p:cNvSpPr>
            <a:spLocks noChangeShapeType="1"/>
          </p:cNvSpPr>
          <p:nvPr/>
        </p:nvSpPr>
        <p:spPr bwMode="auto">
          <a:xfrm>
            <a:off x="7399338" y="3529013"/>
            <a:ext cx="417512"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04466" name="Line 27"/>
          <p:cNvSpPr>
            <a:spLocks noChangeShapeType="1"/>
          </p:cNvSpPr>
          <p:nvPr/>
        </p:nvSpPr>
        <p:spPr bwMode="auto">
          <a:xfrm>
            <a:off x="5553075" y="2651125"/>
            <a:ext cx="417513"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04467" name="Line 28"/>
          <p:cNvSpPr>
            <a:spLocks noChangeShapeType="1"/>
          </p:cNvSpPr>
          <p:nvPr/>
        </p:nvSpPr>
        <p:spPr bwMode="auto">
          <a:xfrm>
            <a:off x="5553075" y="5175250"/>
            <a:ext cx="417513"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04468" name="Line 29"/>
          <p:cNvSpPr>
            <a:spLocks noChangeShapeType="1"/>
          </p:cNvSpPr>
          <p:nvPr/>
        </p:nvSpPr>
        <p:spPr bwMode="auto">
          <a:xfrm>
            <a:off x="5553075" y="4333875"/>
            <a:ext cx="417513"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04469" name="Line 30"/>
          <p:cNvSpPr>
            <a:spLocks noChangeShapeType="1"/>
          </p:cNvSpPr>
          <p:nvPr/>
        </p:nvSpPr>
        <p:spPr bwMode="auto">
          <a:xfrm>
            <a:off x="5553075" y="3492500"/>
            <a:ext cx="417513"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04470" name="Line 31"/>
          <p:cNvSpPr>
            <a:spLocks noChangeShapeType="1"/>
          </p:cNvSpPr>
          <p:nvPr/>
        </p:nvSpPr>
        <p:spPr bwMode="auto">
          <a:xfrm flipH="1">
            <a:off x="5984875" y="2641600"/>
            <a:ext cx="0" cy="254793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04471" name="Line 32"/>
          <p:cNvSpPr>
            <a:spLocks noChangeShapeType="1"/>
          </p:cNvSpPr>
          <p:nvPr/>
        </p:nvSpPr>
        <p:spPr bwMode="auto">
          <a:xfrm flipH="1">
            <a:off x="7391400" y="2667000"/>
            <a:ext cx="0" cy="254793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04472" name="Line 33"/>
          <p:cNvSpPr>
            <a:spLocks noChangeShapeType="1"/>
          </p:cNvSpPr>
          <p:nvPr/>
        </p:nvSpPr>
        <p:spPr bwMode="auto">
          <a:xfrm>
            <a:off x="5984875" y="3937000"/>
            <a:ext cx="1406525"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104473" name="Rectangle 34"/>
          <p:cNvSpPr>
            <a:spLocks noChangeArrowheads="1"/>
          </p:cNvSpPr>
          <p:nvPr/>
        </p:nvSpPr>
        <p:spPr bwMode="auto">
          <a:xfrm>
            <a:off x="5146675" y="2413000"/>
            <a:ext cx="304800" cy="457200"/>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104474" name="Rectangle 37"/>
          <p:cNvSpPr>
            <a:spLocks noChangeArrowheads="1"/>
          </p:cNvSpPr>
          <p:nvPr/>
        </p:nvSpPr>
        <p:spPr bwMode="auto">
          <a:xfrm>
            <a:off x="5070475" y="3175000"/>
            <a:ext cx="457200" cy="60960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C0C0C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104475" name="Rectangle 38"/>
          <p:cNvSpPr>
            <a:spLocks noChangeArrowheads="1"/>
          </p:cNvSpPr>
          <p:nvPr/>
        </p:nvSpPr>
        <p:spPr bwMode="auto">
          <a:xfrm>
            <a:off x="5146675" y="3251200"/>
            <a:ext cx="304800" cy="457200"/>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104476" name="Rectangle 39"/>
          <p:cNvSpPr>
            <a:spLocks noChangeArrowheads="1"/>
          </p:cNvSpPr>
          <p:nvPr/>
        </p:nvSpPr>
        <p:spPr bwMode="auto">
          <a:xfrm>
            <a:off x="5070475" y="4013200"/>
            <a:ext cx="457200" cy="60960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C0C0C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104477" name="Rectangle 40"/>
          <p:cNvSpPr>
            <a:spLocks noChangeArrowheads="1"/>
          </p:cNvSpPr>
          <p:nvPr/>
        </p:nvSpPr>
        <p:spPr bwMode="auto">
          <a:xfrm>
            <a:off x="5146675" y="4089400"/>
            <a:ext cx="304800" cy="457200"/>
          </a:xfrm>
          <a:prstGeom prst="rect">
            <a:avLst/>
          </a:prstGeom>
          <a:solidFill>
            <a:srgbClr val="99FF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104478" name="Rectangle 41"/>
          <p:cNvSpPr>
            <a:spLocks noChangeArrowheads="1"/>
          </p:cNvSpPr>
          <p:nvPr/>
        </p:nvSpPr>
        <p:spPr bwMode="auto">
          <a:xfrm>
            <a:off x="5070475" y="4851400"/>
            <a:ext cx="457200" cy="60960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C0C0C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104479" name="Rectangle 42"/>
          <p:cNvSpPr>
            <a:spLocks noChangeArrowheads="1"/>
          </p:cNvSpPr>
          <p:nvPr/>
        </p:nvSpPr>
        <p:spPr bwMode="auto">
          <a:xfrm>
            <a:off x="5146675" y="4927600"/>
            <a:ext cx="304800" cy="457200"/>
          </a:xfrm>
          <a:prstGeom prst="rect">
            <a:avLst/>
          </a:prstGeom>
          <a:solidFill>
            <a:srgbClr val="00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104480" name="Rectangle 43"/>
          <p:cNvSpPr>
            <a:spLocks noChangeArrowheads="1"/>
          </p:cNvSpPr>
          <p:nvPr/>
        </p:nvSpPr>
        <p:spPr bwMode="auto">
          <a:xfrm>
            <a:off x="7813675" y="2336800"/>
            <a:ext cx="457200" cy="60960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C0C0C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104481" name="Rectangle 44"/>
          <p:cNvSpPr>
            <a:spLocks noChangeArrowheads="1"/>
          </p:cNvSpPr>
          <p:nvPr/>
        </p:nvSpPr>
        <p:spPr bwMode="auto">
          <a:xfrm>
            <a:off x="7889875" y="2413000"/>
            <a:ext cx="304800" cy="457200"/>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104482" name="Rectangle 45"/>
          <p:cNvSpPr>
            <a:spLocks noChangeArrowheads="1"/>
          </p:cNvSpPr>
          <p:nvPr/>
        </p:nvSpPr>
        <p:spPr bwMode="auto">
          <a:xfrm>
            <a:off x="7813675" y="3175000"/>
            <a:ext cx="457200" cy="60960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C0C0C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104483" name="Rectangle 46"/>
          <p:cNvSpPr>
            <a:spLocks noChangeArrowheads="1"/>
          </p:cNvSpPr>
          <p:nvPr/>
        </p:nvSpPr>
        <p:spPr bwMode="auto">
          <a:xfrm>
            <a:off x="7889875" y="3251200"/>
            <a:ext cx="304800" cy="457200"/>
          </a:xfrm>
          <a:prstGeom prst="rect">
            <a:avLst/>
          </a:prstGeom>
          <a:solidFill>
            <a:srgbClr val="00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104484" name="Rectangle 47"/>
          <p:cNvSpPr>
            <a:spLocks noChangeArrowheads="1"/>
          </p:cNvSpPr>
          <p:nvPr/>
        </p:nvSpPr>
        <p:spPr bwMode="auto">
          <a:xfrm>
            <a:off x="7813675" y="4013200"/>
            <a:ext cx="457200" cy="60960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C0C0C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104485" name="Rectangle 48"/>
          <p:cNvSpPr>
            <a:spLocks noChangeArrowheads="1"/>
          </p:cNvSpPr>
          <p:nvPr/>
        </p:nvSpPr>
        <p:spPr bwMode="auto">
          <a:xfrm>
            <a:off x="7889875" y="4089400"/>
            <a:ext cx="304800" cy="457200"/>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104486" name="Rectangle 49"/>
          <p:cNvSpPr>
            <a:spLocks noChangeArrowheads="1"/>
          </p:cNvSpPr>
          <p:nvPr/>
        </p:nvSpPr>
        <p:spPr bwMode="auto">
          <a:xfrm>
            <a:off x="7813675" y="4851400"/>
            <a:ext cx="457200" cy="60960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C0C0C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104487" name="Rectangle 50"/>
          <p:cNvSpPr>
            <a:spLocks noChangeArrowheads="1"/>
          </p:cNvSpPr>
          <p:nvPr/>
        </p:nvSpPr>
        <p:spPr bwMode="auto">
          <a:xfrm>
            <a:off x="7889875" y="4927600"/>
            <a:ext cx="304800" cy="457200"/>
          </a:xfrm>
          <a:prstGeom prst="rect">
            <a:avLst/>
          </a:prstGeom>
          <a:solidFill>
            <a:srgbClr val="99FF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104488" name="Rectangle 51"/>
          <p:cNvSpPr>
            <a:spLocks noChangeArrowheads="1"/>
          </p:cNvSpPr>
          <p:nvPr/>
        </p:nvSpPr>
        <p:spPr bwMode="auto">
          <a:xfrm>
            <a:off x="6518275" y="3327400"/>
            <a:ext cx="304800" cy="457200"/>
          </a:xfrm>
          <a:prstGeom prst="rect">
            <a:avLst/>
          </a:prstGeom>
          <a:solidFill>
            <a:srgbClr val="00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976948" name="Text Box 52"/>
          <p:cNvSpPr txBox="1">
            <a:spLocks noChangeArrowheads="1"/>
          </p:cNvSpPr>
          <p:nvPr/>
        </p:nvSpPr>
        <p:spPr bwMode="auto">
          <a:xfrm>
            <a:off x="4632077" y="5622339"/>
            <a:ext cx="4188395"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eaLnBrk="0" hangingPunct="0">
              <a:spcBef>
                <a:spcPct val="0"/>
              </a:spcBef>
              <a:buClrTx/>
              <a:buFontTx/>
              <a:buNone/>
              <a:defRPr/>
            </a:pPr>
            <a:r>
              <a:rPr kumimoji="0" lang="zh-CN" altLang="en-US" sz="2400" b="1" dirty="0">
                <a:latin typeface="Book Antiqua" pitchFamily="18" charset="0"/>
                <a:ea typeface="楷体_GB2312" pitchFamily="49" charset="-122"/>
              </a:rPr>
              <a:t>四条虚拟</a:t>
            </a:r>
            <a:r>
              <a:rPr kumimoji="0" lang="zh-CN" altLang="en-US" sz="2400" b="1" dirty="0" smtClean="0">
                <a:latin typeface="Book Antiqua" pitchFamily="18" charset="0"/>
                <a:ea typeface="楷体_GB2312" pitchFamily="49" charset="-122"/>
              </a:rPr>
              <a:t>通道以</a:t>
            </a:r>
            <a:r>
              <a:rPr kumimoji="0" lang="zh-CN" altLang="en-US" sz="2400" b="1" dirty="0" smtClean="0">
                <a:solidFill>
                  <a:srgbClr val="0000FF"/>
                </a:solidFill>
                <a:latin typeface="Book Antiqua" pitchFamily="18" charset="0"/>
                <a:ea typeface="楷体_GB2312" pitchFamily="49" charset="-122"/>
              </a:rPr>
              <a:t>片传输</a:t>
            </a:r>
            <a:r>
              <a:rPr kumimoji="0" lang="zh-CN" altLang="en-US" sz="2400" b="1" dirty="0" smtClean="0">
                <a:latin typeface="Book Antiqua" pitchFamily="18" charset="0"/>
                <a:ea typeface="楷体_GB2312" pitchFamily="49" charset="-122"/>
              </a:rPr>
              <a:t>为基础</a:t>
            </a:r>
            <a:r>
              <a:rPr kumimoji="0" lang="zh-CN" altLang="en-US" sz="2400" b="1" dirty="0" smtClean="0">
                <a:solidFill>
                  <a:srgbClr val="FF0000"/>
                </a:solidFill>
                <a:effectLst>
                  <a:outerShdw blurRad="38100" dist="38100" dir="2700000" algn="tl">
                    <a:srgbClr val="C0C0C0"/>
                  </a:outerShdw>
                </a:effectLst>
                <a:latin typeface="Book Antiqua" pitchFamily="18" charset="0"/>
                <a:ea typeface="楷体_GB2312" pitchFamily="49" charset="-122"/>
              </a:rPr>
              <a:t>分时</a:t>
            </a:r>
            <a:r>
              <a:rPr kumimoji="0" lang="zh-CN" altLang="en-US" sz="2400" b="1" dirty="0">
                <a:solidFill>
                  <a:srgbClr val="FF0000"/>
                </a:solidFill>
                <a:effectLst>
                  <a:outerShdw blurRad="38100" dist="38100" dir="2700000" algn="tl">
                    <a:srgbClr val="C0C0C0"/>
                  </a:outerShdw>
                </a:effectLst>
                <a:latin typeface="Book Antiqua" pitchFamily="18" charset="0"/>
                <a:ea typeface="楷体_GB2312" pitchFamily="49" charset="-122"/>
              </a:rPr>
              <a:t>共用</a:t>
            </a:r>
            <a:r>
              <a:rPr kumimoji="0" lang="zh-CN" altLang="en-US" sz="2400" b="1" dirty="0">
                <a:latin typeface="Book Antiqua" pitchFamily="18" charset="0"/>
                <a:ea typeface="楷体_GB2312" pitchFamily="49" charset="-122"/>
              </a:rPr>
              <a:t>一条物理通道</a:t>
            </a:r>
          </a:p>
        </p:txBody>
      </p:sp>
      <p:sp>
        <p:nvSpPr>
          <p:cNvPr id="104490" name="Text Box 53"/>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5 之 1</a:t>
            </a:r>
          </a:p>
        </p:txBody>
      </p:sp>
      <p:sp>
        <p:nvSpPr>
          <p:cNvPr id="104491" name="Text Box 52"/>
          <p:cNvSpPr txBox="1">
            <a:spLocks noChangeArrowheads="1"/>
          </p:cNvSpPr>
          <p:nvPr/>
        </p:nvSpPr>
        <p:spPr bwMode="auto">
          <a:xfrm>
            <a:off x="3995738" y="1919288"/>
            <a:ext cx="2743200"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a:spcBef>
                <a:spcPct val="0"/>
              </a:spcBef>
              <a:buClrTx/>
              <a:buFontTx/>
              <a:buNone/>
            </a:pPr>
            <a:r>
              <a:rPr kumimoji="0" lang="zh-CN" altLang="en-US" sz="1800" dirty="0" smtClean="0">
                <a:latin typeface="Book Antiqua" pitchFamily="18" charset="0"/>
              </a:rPr>
              <a:t>源节点中</a:t>
            </a:r>
            <a:r>
              <a:rPr kumimoji="0" lang="zh-CN" altLang="en-US" sz="1800" dirty="0">
                <a:latin typeface="Book Antiqua" pitchFamily="18" charset="0"/>
              </a:rPr>
              <a:t>的片缓冲区</a:t>
            </a:r>
          </a:p>
        </p:txBody>
      </p:sp>
      <p:sp>
        <p:nvSpPr>
          <p:cNvPr id="104492" name="Text Box 52"/>
          <p:cNvSpPr txBox="1">
            <a:spLocks noChangeArrowheads="1"/>
          </p:cNvSpPr>
          <p:nvPr/>
        </p:nvSpPr>
        <p:spPr bwMode="auto">
          <a:xfrm>
            <a:off x="6516688" y="1919288"/>
            <a:ext cx="2743200"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a:spcBef>
                <a:spcPct val="0"/>
              </a:spcBef>
              <a:buClrTx/>
              <a:buFontTx/>
              <a:buNone/>
            </a:pPr>
            <a:r>
              <a:rPr kumimoji="0" lang="zh-CN" altLang="en-US" sz="1800" dirty="0" smtClean="0">
                <a:latin typeface="Book Antiqua" pitchFamily="18" charset="0"/>
              </a:rPr>
              <a:t>目的节点中</a:t>
            </a:r>
            <a:r>
              <a:rPr kumimoji="0" lang="zh-CN" altLang="en-US" sz="1800" dirty="0">
                <a:latin typeface="Book Antiqua" pitchFamily="18" charset="0"/>
              </a:rPr>
              <a:t>的片缓冲区</a:t>
            </a:r>
          </a:p>
        </p:txBody>
      </p:sp>
      <p:sp>
        <p:nvSpPr>
          <p:cNvPr id="104493" name="Text Box 52"/>
          <p:cNvSpPr txBox="1">
            <a:spLocks noChangeArrowheads="1"/>
          </p:cNvSpPr>
          <p:nvPr/>
        </p:nvSpPr>
        <p:spPr bwMode="auto">
          <a:xfrm>
            <a:off x="6092825" y="3933825"/>
            <a:ext cx="1287463"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a:spcBef>
                <a:spcPct val="0"/>
              </a:spcBef>
              <a:buClrTx/>
              <a:buFontTx/>
              <a:buNone/>
            </a:pPr>
            <a:r>
              <a:rPr kumimoji="0" lang="zh-CN" altLang="en-US" sz="1800">
                <a:latin typeface="Book Antiqua" pitchFamily="18" charset="0"/>
              </a:rPr>
              <a:t>物理通道</a:t>
            </a:r>
          </a:p>
        </p:txBody>
      </p:sp>
      <p:sp>
        <p:nvSpPr>
          <p:cNvPr id="104494" name="Text Box 52"/>
          <p:cNvSpPr txBox="1">
            <a:spLocks noChangeArrowheads="1"/>
          </p:cNvSpPr>
          <p:nvPr/>
        </p:nvSpPr>
        <p:spPr bwMode="auto">
          <a:xfrm>
            <a:off x="6434138" y="2946400"/>
            <a:ext cx="473075"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a:spcBef>
                <a:spcPct val="0"/>
              </a:spcBef>
              <a:buClrTx/>
              <a:buFontTx/>
              <a:buNone/>
            </a:pPr>
            <a:r>
              <a:rPr kumimoji="0" lang="zh-CN" altLang="en-US" sz="1800">
                <a:latin typeface="Book Antiqua" pitchFamily="18" charset="0"/>
              </a:rPr>
              <a:t>片</a:t>
            </a:r>
          </a:p>
        </p:txBody>
      </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2258" name="Rectangle 2"/>
          <p:cNvSpPr>
            <a:spLocks noGrp="1" noChangeArrowheads="1"/>
          </p:cNvSpPr>
          <p:nvPr>
            <p:ph type="title"/>
          </p:nvPr>
        </p:nvSpPr>
        <p:spPr/>
        <p:txBody>
          <a:bodyPr/>
          <a:lstStyle/>
          <a:p>
            <a:pPr eaLnBrk="1" hangingPunct="1">
              <a:defRPr/>
            </a:pPr>
            <a:r>
              <a:rPr lang="zh-CN" altLang="en-US" smtClean="0"/>
              <a:t>死锁的产生</a:t>
            </a:r>
          </a:p>
        </p:txBody>
      </p:sp>
      <p:sp>
        <p:nvSpPr>
          <p:cNvPr id="10547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消息传递机制</a:t>
            </a:r>
            <a:endParaRPr lang="zh-CN" altLang="en-US" sz="1200" b="0">
              <a:latin typeface="Times New Roman" pitchFamily="18" charset="0"/>
              <a:ea typeface="幼圆" pitchFamily="49" charset="-122"/>
            </a:endParaRPr>
          </a:p>
        </p:txBody>
      </p:sp>
      <p:sp>
        <p:nvSpPr>
          <p:cNvPr id="992300" name="Rectangle 44"/>
          <p:cNvSpPr>
            <a:spLocks noGrp="1" noChangeArrowheads="1"/>
          </p:cNvSpPr>
          <p:nvPr>
            <p:ph type="body" idx="1"/>
          </p:nvPr>
        </p:nvSpPr>
        <p:spPr>
          <a:xfrm>
            <a:off x="809625" y="1974850"/>
            <a:ext cx="7958138" cy="2170113"/>
          </a:xfrm>
        </p:spPr>
        <p:txBody>
          <a:bodyPr/>
          <a:lstStyle/>
          <a:p>
            <a:pPr marL="0" indent="0" eaLnBrk="1" hangingPunct="1">
              <a:lnSpc>
                <a:spcPct val="130000"/>
              </a:lnSpc>
              <a:buFont typeface="Wingdings" pitchFamily="2" charset="2"/>
              <a:buNone/>
              <a:defRPr/>
            </a:pPr>
            <a:r>
              <a:rPr lang="zh-CN" altLang="en-US" smtClean="0"/>
              <a:t>       </a:t>
            </a:r>
            <a:r>
              <a:rPr lang="zh-CN" altLang="en-US" smtClean="0">
                <a:solidFill>
                  <a:srgbClr val="FF0000"/>
                </a:solidFill>
                <a:effectLst>
                  <a:outerShdw blurRad="38100" dist="38100" dir="2700000" algn="tl">
                    <a:srgbClr val="C0C0C0"/>
                  </a:outerShdw>
                </a:effectLst>
              </a:rPr>
              <a:t>缓冲区或通道上的循环会引起死锁</a:t>
            </a:r>
            <a:r>
              <a:rPr lang="zh-CN" altLang="en-US" smtClean="0"/>
              <a:t>。下面通过两个例子进行说明：</a:t>
            </a:r>
          </a:p>
        </p:txBody>
      </p:sp>
      <p:sp>
        <p:nvSpPr>
          <p:cNvPr id="105477" name="Rectangle 45"/>
          <p:cNvSpPr>
            <a:spLocks noChangeArrowheads="1"/>
          </p:cNvSpPr>
          <p:nvPr/>
        </p:nvSpPr>
        <p:spPr bwMode="auto">
          <a:xfrm>
            <a:off x="2590800" y="3860800"/>
            <a:ext cx="4572000"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lnSpc>
                <a:spcPct val="150000"/>
              </a:lnSpc>
              <a:spcBef>
                <a:spcPct val="50000"/>
              </a:spcBef>
            </a:pPr>
            <a:r>
              <a:rPr lang="zh-CN" altLang="en-US">
                <a:latin typeface="楷体_GB2312" pitchFamily="49" charset="-122"/>
              </a:rPr>
              <a:t> </a:t>
            </a:r>
            <a:r>
              <a:rPr lang="zh-CN" altLang="en-US">
                <a:latin typeface="楷体_GB2312" pitchFamily="49" charset="-122"/>
                <a:hlinkClick r:id="rId5" action="ppaction://hlinksldjump"/>
              </a:rPr>
              <a:t>采用存储转发寻径时</a:t>
            </a:r>
            <a:endParaRPr lang="zh-CN" altLang="en-US">
              <a:latin typeface="楷体_GB2312" pitchFamily="49" charset="-122"/>
            </a:endParaRPr>
          </a:p>
          <a:p>
            <a:pPr eaLnBrk="1" hangingPunct="1">
              <a:lnSpc>
                <a:spcPct val="150000"/>
              </a:lnSpc>
              <a:spcBef>
                <a:spcPct val="50000"/>
              </a:spcBef>
            </a:pPr>
            <a:r>
              <a:rPr lang="zh-CN" altLang="en-US">
                <a:latin typeface="楷体_GB2312" pitchFamily="49" charset="-122"/>
              </a:rPr>
              <a:t> </a:t>
            </a:r>
            <a:r>
              <a:rPr lang="zh-CN" altLang="en-US">
                <a:latin typeface="楷体_GB2312" pitchFamily="49" charset="-122"/>
                <a:hlinkClick r:id="rId6" action="ppaction://hlinksldjump"/>
              </a:rPr>
              <a:t>采用虫蚀寻径时</a:t>
            </a:r>
            <a:endParaRPr lang="zh-CN" altLang="en-US">
              <a:latin typeface="楷体_GB2312" pitchFamily="49" charset="-122"/>
            </a:endParaRPr>
          </a:p>
        </p:txBody>
      </p:sp>
      <p:sp>
        <p:nvSpPr>
          <p:cNvPr id="105478" name="Text Box 4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5 之 2</a:t>
            </a:r>
          </a:p>
        </p:txBody>
      </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4306" name="Rectangle 2"/>
          <p:cNvSpPr>
            <a:spLocks noGrp="1" noChangeArrowheads="1"/>
          </p:cNvSpPr>
          <p:nvPr>
            <p:ph type="title"/>
          </p:nvPr>
        </p:nvSpPr>
        <p:spPr/>
        <p:txBody>
          <a:bodyPr/>
          <a:lstStyle/>
          <a:p>
            <a:pPr eaLnBrk="1" hangingPunct="1">
              <a:defRPr/>
            </a:pPr>
            <a:r>
              <a:rPr lang="zh-CN" altLang="en-US" smtClean="0"/>
              <a:t>采用存储转发寻径时</a:t>
            </a:r>
          </a:p>
        </p:txBody>
      </p:sp>
      <p:sp>
        <p:nvSpPr>
          <p:cNvPr id="10649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消息传递机制</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死锁的产生</a:t>
            </a:r>
            <a:endParaRPr lang="zh-CN" altLang="en-US" sz="1200" b="0">
              <a:latin typeface="Times New Roman" pitchFamily="18" charset="0"/>
              <a:ea typeface="幼圆" pitchFamily="49" charset="-122"/>
            </a:endParaRPr>
          </a:p>
        </p:txBody>
      </p:sp>
      <p:pic>
        <p:nvPicPr>
          <p:cNvPr id="106500" name="Picture 5" descr="死锁1"/>
          <p:cNvPicPr>
            <a:picLocks noChangeAspect="1" noChangeArrowheads="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rcRect t="5206" b="5206"/>
          <a:stretch>
            <a:fillRect/>
          </a:stretch>
        </p:blipFill>
        <p:spPr bwMode="auto">
          <a:xfrm>
            <a:off x="838200" y="2060575"/>
            <a:ext cx="7924800" cy="3519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6501" name="Text Box 7"/>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5 之 3</a:t>
            </a:r>
          </a:p>
        </p:txBody>
      </p:sp>
      <p:sp>
        <p:nvSpPr>
          <p:cNvPr id="106502" name="Text Box 52"/>
          <p:cNvSpPr txBox="1">
            <a:spLocks noChangeArrowheads="1"/>
          </p:cNvSpPr>
          <p:nvPr/>
        </p:nvSpPr>
        <p:spPr bwMode="auto">
          <a:xfrm>
            <a:off x="1042988" y="5732463"/>
            <a:ext cx="7561262"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a:spcBef>
                <a:spcPct val="0"/>
              </a:spcBef>
              <a:buClrTx/>
              <a:buFontTx/>
              <a:buNone/>
            </a:pPr>
            <a:r>
              <a:rPr kumimoji="0" lang="zh-CN" altLang="en-US" sz="2400" dirty="0">
                <a:latin typeface="Book Antiqua" pitchFamily="18" charset="0"/>
              </a:rPr>
              <a:t>四个消息包占用了四</a:t>
            </a:r>
            <a:r>
              <a:rPr kumimoji="0" lang="zh-CN" altLang="en-US" sz="2400" dirty="0" smtClean="0">
                <a:latin typeface="Book Antiqua" pitchFamily="18" charset="0"/>
              </a:rPr>
              <a:t>个节点的</a:t>
            </a:r>
            <a:r>
              <a:rPr kumimoji="0" lang="zh-CN" altLang="en-US" sz="2400" dirty="0">
                <a:latin typeface="Book Antiqua" pitchFamily="18" charset="0"/>
              </a:rPr>
              <a:t>缓冲区，导致循环等待</a:t>
            </a:r>
          </a:p>
        </p:txBody>
      </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6354" name="Rectangle 2"/>
          <p:cNvSpPr>
            <a:spLocks noGrp="1" noChangeArrowheads="1"/>
          </p:cNvSpPr>
          <p:nvPr>
            <p:ph type="title"/>
          </p:nvPr>
        </p:nvSpPr>
        <p:spPr/>
        <p:txBody>
          <a:bodyPr/>
          <a:lstStyle/>
          <a:p>
            <a:pPr eaLnBrk="1" hangingPunct="1">
              <a:defRPr/>
            </a:pPr>
            <a:r>
              <a:rPr lang="zh-CN" altLang="en-US" smtClean="0"/>
              <a:t>采用虫蚀寻径时</a:t>
            </a:r>
          </a:p>
        </p:txBody>
      </p:sp>
      <p:sp>
        <p:nvSpPr>
          <p:cNvPr id="10752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消息传递机制</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死锁的产生</a:t>
            </a:r>
            <a:endParaRPr lang="zh-CN" altLang="en-US" sz="1200" b="0">
              <a:latin typeface="Times New Roman" pitchFamily="18" charset="0"/>
              <a:ea typeface="幼圆" pitchFamily="49" charset="-122"/>
            </a:endParaRPr>
          </a:p>
        </p:txBody>
      </p:sp>
      <p:pic>
        <p:nvPicPr>
          <p:cNvPr id="107524" name="Picture 6" descr="死锁2"/>
          <p:cNvPicPr>
            <a:picLocks noChangeAspect="1" noChangeArrowheads="1"/>
          </p:cNvPicPr>
          <p:nvPr/>
        </p:nvPicPr>
        <p:blipFill>
          <a:blip r:embed="rId6">
            <a:lum bright="14000"/>
            <a:extLst>
              <a:ext uri="{28A0092B-C50C-407E-A947-70E740481C1C}">
                <a14:useLocalDpi xmlns:a14="http://schemas.microsoft.com/office/drawing/2010/main" val="0"/>
              </a:ext>
            </a:extLst>
          </a:blip>
          <a:srcRect t="3636" b="3636"/>
          <a:stretch>
            <a:fillRect/>
          </a:stretch>
        </p:blipFill>
        <p:spPr bwMode="auto">
          <a:xfrm>
            <a:off x="1600200" y="1916113"/>
            <a:ext cx="6410325" cy="4221162"/>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107525" name="Text Box 7"/>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5 之 4</a:t>
            </a:r>
          </a:p>
        </p:txBody>
      </p:sp>
      <p:sp>
        <p:nvSpPr>
          <p:cNvPr id="107526" name="Text Box 52"/>
          <p:cNvSpPr txBox="1">
            <a:spLocks noChangeArrowheads="1"/>
          </p:cNvSpPr>
          <p:nvPr/>
        </p:nvSpPr>
        <p:spPr bwMode="auto">
          <a:xfrm>
            <a:off x="1042988" y="6135688"/>
            <a:ext cx="7561262"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a:spcBef>
                <a:spcPct val="0"/>
              </a:spcBef>
              <a:buClrTx/>
              <a:buFontTx/>
              <a:buNone/>
            </a:pPr>
            <a:r>
              <a:rPr kumimoji="0" lang="zh-CN" altLang="en-US" sz="2400">
                <a:latin typeface="Book Antiqua" pitchFamily="18" charset="0"/>
              </a:rPr>
              <a:t>四个消息沿四条通道同时传送也会产生通道死锁</a:t>
            </a:r>
          </a:p>
        </p:txBody>
      </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5334" name="Rectangle 6"/>
          <p:cNvSpPr>
            <a:spLocks noGrp="1" noChangeArrowheads="1"/>
          </p:cNvSpPr>
          <p:nvPr>
            <p:ph type="title"/>
          </p:nvPr>
        </p:nvSpPr>
        <p:spPr/>
        <p:txBody>
          <a:bodyPr/>
          <a:lstStyle/>
          <a:p>
            <a:pPr eaLnBrk="1" hangingPunct="1">
              <a:defRPr/>
            </a:pPr>
            <a:r>
              <a:rPr lang="zh-CN" altLang="en-US" smtClean="0"/>
              <a:t>死锁的避免</a:t>
            </a:r>
            <a:endParaRPr lang="en-US" altLang="zh-CN" smtClean="0"/>
          </a:p>
        </p:txBody>
      </p:sp>
      <p:sp>
        <p:nvSpPr>
          <p:cNvPr id="995335" name="Rectangle 7"/>
          <p:cNvSpPr>
            <a:spLocks noGrp="1" noChangeArrowheads="1"/>
          </p:cNvSpPr>
          <p:nvPr>
            <p:ph type="body" idx="1"/>
          </p:nvPr>
        </p:nvSpPr>
        <p:spPr>
          <a:xfrm>
            <a:off x="809625" y="1974850"/>
            <a:ext cx="7958138" cy="1365250"/>
          </a:xfrm>
        </p:spPr>
        <p:txBody>
          <a:bodyPr/>
          <a:lstStyle/>
          <a:p>
            <a:pPr marL="0" indent="0" eaLnBrk="1" hangingPunct="1">
              <a:buFont typeface="Wingdings" pitchFamily="2" charset="2"/>
              <a:buNone/>
              <a:defRPr/>
            </a:pPr>
            <a:r>
              <a:rPr lang="zh-CN" altLang="en-US" sz="2400" dirty="0" smtClean="0"/>
              <a:t>       </a:t>
            </a:r>
            <a:r>
              <a:rPr lang="zh-CN" altLang="en-US" sz="2400" dirty="0" smtClean="0">
                <a:solidFill>
                  <a:srgbClr val="FF0000"/>
                </a:solidFill>
                <a:effectLst>
                  <a:outerShdw blurRad="38100" dist="38100" dir="2700000" algn="tl">
                    <a:srgbClr val="C0C0C0"/>
                  </a:outerShdw>
                </a:effectLst>
              </a:rPr>
              <a:t>利用虚拟通道打破循环，可以避免死锁</a:t>
            </a:r>
            <a:r>
              <a:rPr lang="zh-CN" altLang="en-US" sz="2400" dirty="0" smtClean="0"/>
              <a:t>。每条物理通道包含两条虚拟通道（左图），利用虚拟通道修正后的通道图见右图，永远不成循环。</a:t>
            </a:r>
            <a:endParaRPr lang="en-US" altLang="zh-CN" sz="2400" dirty="0" smtClean="0"/>
          </a:p>
        </p:txBody>
      </p:sp>
      <p:sp>
        <p:nvSpPr>
          <p:cNvPr id="108548"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消息传递机制</a:t>
            </a:r>
            <a:endParaRPr lang="zh-CN" altLang="en-US" sz="1200" b="0">
              <a:latin typeface="Times New Roman" pitchFamily="18" charset="0"/>
              <a:ea typeface="幼圆" pitchFamily="49" charset="-122"/>
            </a:endParaRPr>
          </a:p>
        </p:txBody>
      </p:sp>
      <p:sp>
        <p:nvSpPr>
          <p:cNvPr id="108549" name="Text Box 42"/>
          <p:cNvSpPr txBox="1">
            <a:spLocks noChangeArrowheads="1"/>
          </p:cNvSpPr>
          <p:nvPr/>
        </p:nvSpPr>
        <p:spPr bwMode="auto">
          <a:xfrm>
            <a:off x="2133600" y="5867400"/>
            <a:ext cx="685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endParaRPr lang="zh-CN" altLang="en-US" sz="2000" b="0">
              <a:latin typeface="Comic Sans MS" pitchFamily="66" charset="0"/>
              <a:ea typeface="宋体" charset="-122"/>
            </a:endParaRPr>
          </a:p>
        </p:txBody>
      </p:sp>
      <p:grpSp>
        <p:nvGrpSpPr>
          <p:cNvPr id="108550" name="Group 55"/>
          <p:cNvGrpSpPr>
            <a:grpSpLocks/>
          </p:cNvGrpSpPr>
          <p:nvPr/>
        </p:nvGrpSpPr>
        <p:grpSpPr bwMode="auto">
          <a:xfrm>
            <a:off x="1219200" y="3419475"/>
            <a:ext cx="3200400" cy="3076575"/>
            <a:chOff x="528" y="2106"/>
            <a:chExt cx="2016" cy="1938"/>
          </a:xfrm>
        </p:grpSpPr>
        <p:sp>
          <p:nvSpPr>
            <p:cNvPr id="108576" name="Rectangle 9"/>
            <p:cNvSpPr>
              <a:spLocks noChangeArrowheads="1"/>
            </p:cNvSpPr>
            <p:nvPr/>
          </p:nvSpPr>
          <p:spPr bwMode="auto">
            <a:xfrm>
              <a:off x="768" y="2352"/>
              <a:ext cx="384" cy="384"/>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108577" name="Line 10"/>
            <p:cNvSpPr>
              <a:spLocks noChangeShapeType="1"/>
            </p:cNvSpPr>
            <p:nvPr/>
          </p:nvSpPr>
          <p:spPr bwMode="auto">
            <a:xfrm>
              <a:off x="864" y="2592"/>
              <a:ext cx="0" cy="816"/>
            </a:xfrm>
            <a:prstGeom prst="line">
              <a:avLst/>
            </a:prstGeom>
            <a:noFill/>
            <a:ln w="38100">
              <a:solidFill>
                <a:schemeClr val="tx1"/>
              </a:solidFill>
              <a:round/>
              <a:headEnd type="oval" w="med"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8578" name="Line 11"/>
            <p:cNvSpPr>
              <a:spLocks noChangeShapeType="1"/>
            </p:cNvSpPr>
            <p:nvPr/>
          </p:nvSpPr>
          <p:spPr bwMode="auto">
            <a:xfrm>
              <a:off x="1056" y="2736"/>
              <a:ext cx="0" cy="672"/>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8579" name="Rectangle 12"/>
            <p:cNvSpPr>
              <a:spLocks noChangeArrowheads="1"/>
            </p:cNvSpPr>
            <p:nvPr/>
          </p:nvSpPr>
          <p:spPr bwMode="auto">
            <a:xfrm>
              <a:off x="768" y="3408"/>
              <a:ext cx="384" cy="384"/>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108580" name="Line 13"/>
            <p:cNvSpPr>
              <a:spLocks noChangeShapeType="1"/>
            </p:cNvSpPr>
            <p:nvPr/>
          </p:nvSpPr>
          <p:spPr bwMode="auto">
            <a:xfrm flipH="1">
              <a:off x="1152" y="2448"/>
              <a:ext cx="720" cy="0"/>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8581" name="Rectangle 14"/>
            <p:cNvSpPr>
              <a:spLocks noChangeArrowheads="1"/>
            </p:cNvSpPr>
            <p:nvPr/>
          </p:nvSpPr>
          <p:spPr bwMode="auto">
            <a:xfrm>
              <a:off x="1872" y="2352"/>
              <a:ext cx="384" cy="384"/>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108582" name="Line 15"/>
            <p:cNvSpPr>
              <a:spLocks noChangeShapeType="1"/>
            </p:cNvSpPr>
            <p:nvPr/>
          </p:nvSpPr>
          <p:spPr bwMode="auto">
            <a:xfrm flipH="1">
              <a:off x="1152" y="2640"/>
              <a:ext cx="720" cy="0"/>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8583" name="Rectangle 16"/>
            <p:cNvSpPr>
              <a:spLocks noChangeArrowheads="1"/>
            </p:cNvSpPr>
            <p:nvPr/>
          </p:nvSpPr>
          <p:spPr bwMode="auto">
            <a:xfrm>
              <a:off x="1872" y="3408"/>
              <a:ext cx="384" cy="384"/>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108584" name="Line 17"/>
            <p:cNvSpPr>
              <a:spLocks noChangeShapeType="1"/>
            </p:cNvSpPr>
            <p:nvPr/>
          </p:nvSpPr>
          <p:spPr bwMode="auto">
            <a:xfrm>
              <a:off x="1152" y="3504"/>
              <a:ext cx="720" cy="0"/>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8585" name="Line 18"/>
            <p:cNvSpPr>
              <a:spLocks noChangeShapeType="1"/>
            </p:cNvSpPr>
            <p:nvPr/>
          </p:nvSpPr>
          <p:spPr bwMode="auto">
            <a:xfrm>
              <a:off x="1152" y="3696"/>
              <a:ext cx="720" cy="0"/>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8586" name="Line 19"/>
            <p:cNvSpPr>
              <a:spLocks noChangeShapeType="1"/>
            </p:cNvSpPr>
            <p:nvPr/>
          </p:nvSpPr>
          <p:spPr bwMode="auto">
            <a:xfrm flipV="1">
              <a:off x="1968" y="2736"/>
              <a:ext cx="0" cy="672"/>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8587" name="Line 20"/>
            <p:cNvSpPr>
              <a:spLocks noChangeShapeType="1"/>
            </p:cNvSpPr>
            <p:nvPr/>
          </p:nvSpPr>
          <p:spPr bwMode="auto">
            <a:xfrm flipV="1">
              <a:off x="2160" y="2736"/>
              <a:ext cx="0" cy="672"/>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08588" name="Group 25"/>
            <p:cNvGrpSpPr>
              <a:grpSpLocks/>
            </p:cNvGrpSpPr>
            <p:nvPr/>
          </p:nvGrpSpPr>
          <p:grpSpPr bwMode="auto">
            <a:xfrm>
              <a:off x="864" y="3408"/>
              <a:ext cx="288" cy="288"/>
              <a:chOff x="864" y="3072"/>
              <a:chExt cx="288" cy="288"/>
            </a:xfrm>
          </p:grpSpPr>
          <p:sp>
            <p:nvSpPr>
              <p:cNvPr id="108613" name="Line 21"/>
              <p:cNvSpPr>
                <a:spLocks noChangeShapeType="1"/>
              </p:cNvSpPr>
              <p:nvPr/>
            </p:nvSpPr>
            <p:spPr bwMode="auto">
              <a:xfrm>
                <a:off x="864" y="3072"/>
                <a:ext cx="0" cy="288"/>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8614" name="Line 22"/>
              <p:cNvSpPr>
                <a:spLocks noChangeShapeType="1"/>
              </p:cNvSpPr>
              <p:nvPr/>
            </p:nvSpPr>
            <p:spPr bwMode="auto">
              <a:xfrm>
                <a:off x="1056" y="3072"/>
                <a:ext cx="0" cy="96"/>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8615" name="Line 23"/>
              <p:cNvSpPr>
                <a:spLocks noChangeShapeType="1"/>
              </p:cNvSpPr>
              <p:nvPr/>
            </p:nvSpPr>
            <p:spPr bwMode="auto">
              <a:xfrm flipV="1">
                <a:off x="864" y="3360"/>
                <a:ext cx="288" cy="0"/>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8616" name="Line 24"/>
              <p:cNvSpPr>
                <a:spLocks noChangeShapeType="1"/>
              </p:cNvSpPr>
              <p:nvPr/>
            </p:nvSpPr>
            <p:spPr bwMode="auto">
              <a:xfrm flipH="1">
                <a:off x="1056" y="3168"/>
                <a:ext cx="96" cy="0"/>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08589" name="Group 26"/>
            <p:cNvGrpSpPr>
              <a:grpSpLocks/>
            </p:cNvGrpSpPr>
            <p:nvPr/>
          </p:nvGrpSpPr>
          <p:grpSpPr bwMode="auto">
            <a:xfrm flipH="1">
              <a:off x="1872" y="3408"/>
              <a:ext cx="288" cy="288"/>
              <a:chOff x="864" y="3072"/>
              <a:chExt cx="288" cy="288"/>
            </a:xfrm>
          </p:grpSpPr>
          <p:sp>
            <p:nvSpPr>
              <p:cNvPr id="108609" name="Line 27"/>
              <p:cNvSpPr>
                <a:spLocks noChangeShapeType="1"/>
              </p:cNvSpPr>
              <p:nvPr/>
            </p:nvSpPr>
            <p:spPr bwMode="auto">
              <a:xfrm>
                <a:off x="864" y="3072"/>
                <a:ext cx="0" cy="288"/>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8610" name="Line 28"/>
              <p:cNvSpPr>
                <a:spLocks noChangeShapeType="1"/>
              </p:cNvSpPr>
              <p:nvPr/>
            </p:nvSpPr>
            <p:spPr bwMode="auto">
              <a:xfrm>
                <a:off x="1056" y="3072"/>
                <a:ext cx="0" cy="96"/>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8611" name="Line 29"/>
              <p:cNvSpPr>
                <a:spLocks noChangeShapeType="1"/>
              </p:cNvSpPr>
              <p:nvPr/>
            </p:nvSpPr>
            <p:spPr bwMode="auto">
              <a:xfrm flipV="1">
                <a:off x="864" y="3360"/>
                <a:ext cx="288" cy="0"/>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8612" name="Line 30"/>
              <p:cNvSpPr>
                <a:spLocks noChangeShapeType="1"/>
              </p:cNvSpPr>
              <p:nvPr/>
            </p:nvSpPr>
            <p:spPr bwMode="auto">
              <a:xfrm flipH="1">
                <a:off x="1056" y="3168"/>
                <a:ext cx="96" cy="0"/>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08590" name="Line 32"/>
            <p:cNvSpPr>
              <a:spLocks noChangeShapeType="1"/>
            </p:cNvSpPr>
            <p:nvPr/>
          </p:nvSpPr>
          <p:spPr bwMode="auto">
            <a:xfrm rot="16200000" flipH="1">
              <a:off x="2015" y="2303"/>
              <a:ext cx="0" cy="288"/>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8591" name="Line 34"/>
            <p:cNvSpPr>
              <a:spLocks noChangeShapeType="1"/>
            </p:cNvSpPr>
            <p:nvPr/>
          </p:nvSpPr>
          <p:spPr bwMode="auto">
            <a:xfrm rot="-5400000" flipH="1" flipV="1">
              <a:off x="2015" y="2591"/>
              <a:ext cx="288" cy="0"/>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8592" name="Line 38"/>
            <p:cNvSpPr>
              <a:spLocks noChangeShapeType="1"/>
            </p:cNvSpPr>
            <p:nvPr/>
          </p:nvSpPr>
          <p:spPr bwMode="auto">
            <a:xfrm rot="16200000" flipH="1">
              <a:off x="1104" y="2400"/>
              <a:ext cx="0" cy="96"/>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8593" name="Line 39"/>
            <p:cNvSpPr>
              <a:spLocks noChangeShapeType="1"/>
            </p:cNvSpPr>
            <p:nvPr/>
          </p:nvSpPr>
          <p:spPr bwMode="auto">
            <a:xfrm rot="-5400000" flipH="1" flipV="1">
              <a:off x="912" y="2592"/>
              <a:ext cx="288" cy="0"/>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8594" name="Line 41"/>
            <p:cNvSpPr>
              <a:spLocks noChangeShapeType="1"/>
            </p:cNvSpPr>
            <p:nvPr/>
          </p:nvSpPr>
          <p:spPr bwMode="auto">
            <a:xfrm rot="-5400000">
              <a:off x="1048" y="2640"/>
              <a:ext cx="124" cy="0"/>
            </a:xfrm>
            <a:prstGeom prst="line">
              <a:avLst/>
            </a:prstGeom>
            <a:noFill/>
            <a:ln w="762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9620" name="Text Box 43"/>
            <p:cNvSpPr txBox="1">
              <a:spLocks noChangeArrowheads="1"/>
            </p:cNvSpPr>
            <p:nvPr/>
          </p:nvSpPr>
          <p:spPr bwMode="auto">
            <a:xfrm>
              <a:off x="690" y="2106"/>
              <a:ext cx="565"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defRPr/>
              </a:pPr>
              <a:r>
                <a:rPr lang="zh-CN" altLang="en-US" sz="2000" dirty="0" smtClean="0">
                  <a:latin typeface="+mj-lt"/>
                  <a:ea typeface="宋体" charset="-122"/>
                </a:rPr>
                <a:t>节点</a:t>
              </a:r>
              <a:r>
                <a:rPr lang="en-US" altLang="zh-CN" sz="2000" dirty="0" smtClean="0">
                  <a:latin typeface="+mj-lt"/>
                  <a:ea typeface="宋体" charset="-122"/>
                </a:rPr>
                <a:t>A</a:t>
              </a:r>
              <a:endParaRPr lang="en-US" altLang="zh-CN" sz="2000" baseline="-25000" dirty="0" smtClean="0">
                <a:latin typeface="+mj-lt"/>
                <a:ea typeface="宋体" charset="-122"/>
              </a:endParaRPr>
            </a:p>
          </p:txBody>
        </p:sp>
        <p:sp>
          <p:nvSpPr>
            <p:cNvPr id="108596" name="Text Box 44"/>
            <p:cNvSpPr txBox="1">
              <a:spLocks noChangeArrowheads="1"/>
            </p:cNvSpPr>
            <p:nvPr/>
          </p:nvSpPr>
          <p:spPr bwMode="auto">
            <a:xfrm>
              <a:off x="690" y="3792"/>
              <a:ext cx="606"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2000" dirty="0" smtClean="0">
                  <a:ea typeface="宋体" charset="-122"/>
                </a:rPr>
                <a:t>节点</a:t>
              </a:r>
              <a:r>
                <a:rPr lang="en-US" altLang="zh-CN" sz="2000" dirty="0" smtClean="0">
                  <a:ea typeface="宋体" charset="-122"/>
                </a:rPr>
                <a:t>B</a:t>
              </a:r>
              <a:endParaRPr lang="en-US" altLang="zh-CN" sz="2000" baseline="-25000" dirty="0">
                <a:ea typeface="宋体" charset="-122"/>
              </a:endParaRPr>
            </a:p>
          </p:txBody>
        </p:sp>
        <p:sp>
          <p:nvSpPr>
            <p:cNvPr id="108597" name="Text Box 45"/>
            <p:cNvSpPr txBox="1">
              <a:spLocks noChangeArrowheads="1"/>
            </p:cNvSpPr>
            <p:nvPr/>
          </p:nvSpPr>
          <p:spPr bwMode="auto">
            <a:xfrm>
              <a:off x="1789" y="3792"/>
              <a:ext cx="62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2000" dirty="0" smtClean="0">
                  <a:ea typeface="宋体" charset="-122"/>
                </a:rPr>
                <a:t>节点</a:t>
              </a:r>
              <a:r>
                <a:rPr lang="en-US" altLang="zh-CN" sz="2000" dirty="0" smtClean="0">
                  <a:ea typeface="宋体" charset="-122"/>
                </a:rPr>
                <a:t>C</a:t>
              </a:r>
              <a:endParaRPr lang="en-US" altLang="zh-CN" sz="2000" baseline="-25000" dirty="0">
                <a:ea typeface="宋体" charset="-122"/>
              </a:endParaRPr>
            </a:p>
          </p:txBody>
        </p:sp>
        <p:sp>
          <p:nvSpPr>
            <p:cNvPr id="108598" name="Text Box 46"/>
            <p:cNvSpPr txBox="1">
              <a:spLocks noChangeArrowheads="1"/>
            </p:cNvSpPr>
            <p:nvPr/>
          </p:nvSpPr>
          <p:spPr bwMode="auto">
            <a:xfrm>
              <a:off x="1778" y="2112"/>
              <a:ext cx="58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2000" dirty="0" smtClean="0">
                  <a:ea typeface="宋体" charset="-122"/>
                </a:rPr>
                <a:t>节点</a:t>
              </a:r>
              <a:r>
                <a:rPr lang="en-US" altLang="zh-CN" sz="2000" dirty="0" smtClean="0">
                  <a:ea typeface="宋体" charset="-122"/>
                </a:rPr>
                <a:t>D</a:t>
              </a:r>
              <a:endParaRPr lang="en-US" altLang="zh-CN" sz="2000" baseline="-25000" dirty="0">
                <a:ea typeface="宋体" charset="-122"/>
              </a:endParaRPr>
            </a:p>
          </p:txBody>
        </p:sp>
        <p:sp>
          <p:nvSpPr>
            <p:cNvPr id="108599" name="Text Box 47"/>
            <p:cNvSpPr txBox="1">
              <a:spLocks noChangeArrowheads="1"/>
            </p:cNvSpPr>
            <p:nvPr/>
          </p:nvSpPr>
          <p:spPr bwMode="auto">
            <a:xfrm>
              <a:off x="528" y="2880"/>
              <a:ext cx="38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en-US" altLang="zh-CN" sz="2000" b="0">
                  <a:latin typeface="Comic Sans MS" pitchFamily="66" charset="0"/>
                  <a:ea typeface="宋体" charset="-122"/>
                </a:rPr>
                <a:t>c</a:t>
              </a:r>
              <a:r>
                <a:rPr lang="en-US" altLang="zh-CN" sz="2000" b="0" baseline="-25000">
                  <a:latin typeface="Comic Sans MS" pitchFamily="66" charset="0"/>
                  <a:ea typeface="宋体" charset="-122"/>
                </a:rPr>
                <a:t>111</a:t>
              </a:r>
            </a:p>
          </p:txBody>
        </p:sp>
        <p:sp>
          <p:nvSpPr>
            <p:cNvPr id="108600" name="Text Box 48"/>
            <p:cNvSpPr txBox="1">
              <a:spLocks noChangeArrowheads="1"/>
            </p:cNvSpPr>
            <p:nvPr/>
          </p:nvSpPr>
          <p:spPr bwMode="auto">
            <a:xfrm>
              <a:off x="1296" y="3696"/>
              <a:ext cx="38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en-US" altLang="zh-CN" sz="2000" b="0">
                  <a:latin typeface="Comic Sans MS" pitchFamily="66" charset="0"/>
                  <a:ea typeface="宋体" charset="-122"/>
                </a:rPr>
                <a:t>c</a:t>
              </a:r>
              <a:r>
                <a:rPr lang="en-US" altLang="zh-CN" sz="2000" b="0" baseline="-25000">
                  <a:latin typeface="Comic Sans MS" pitchFamily="66" charset="0"/>
                  <a:ea typeface="宋体" charset="-122"/>
                </a:rPr>
                <a:t>110</a:t>
              </a:r>
            </a:p>
          </p:txBody>
        </p:sp>
        <p:sp>
          <p:nvSpPr>
            <p:cNvPr id="108601" name="Text Box 49"/>
            <p:cNvSpPr txBox="1">
              <a:spLocks noChangeArrowheads="1"/>
            </p:cNvSpPr>
            <p:nvPr/>
          </p:nvSpPr>
          <p:spPr bwMode="auto">
            <a:xfrm>
              <a:off x="2160" y="2976"/>
              <a:ext cx="38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en-US" altLang="zh-CN" sz="2000" b="0">
                  <a:latin typeface="Comic Sans MS" pitchFamily="66" charset="0"/>
                  <a:ea typeface="宋体" charset="-122"/>
                </a:rPr>
                <a:t>c</a:t>
              </a:r>
              <a:r>
                <a:rPr lang="en-US" altLang="zh-CN" sz="2000" b="0" baseline="-25000">
                  <a:latin typeface="Comic Sans MS" pitchFamily="66" charset="0"/>
                  <a:ea typeface="宋体" charset="-122"/>
                </a:rPr>
                <a:t>101</a:t>
              </a:r>
            </a:p>
          </p:txBody>
        </p:sp>
        <p:sp>
          <p:nvSpPr>
            <p:cNvPr id="108602" name="Text Box 50"/>
            <p:cNvSpPr txBox="1">
              <a:spLocks noChangeArrowheads="1"/>
            </p:cNvSpPr>
            <p:nvPr/>
          </p:nvSpPr>
          <p:spPr bwMode="auto">
            <a:xfrm>
              <a:off x="1344" y="2208"/>
              <a:ext cx="38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en-US" altLang="zh-CN" sz="2000" b="0">
                  <a:latin typeface="Comic Sans MS" pitchFamily="66" charset="0"/>
                  <a:ea typeface="宋体" charset="-122"/>
                </a:rPr>
                <a:t>c</a:t>
              </a:r>
              <a:r>
                <a:rPr lang="en-US" altLang="zh-CN" sz="2000" b="0" baseline="-25000">
                  <a:latin typeface="Comic Sans MS" pitchFamily="66" charset="0"/>
                  <a:ea typeface="宋体" charset="-122"/>
                </a:rPr>
                <a:t>100</a:t>
              </a:r>
            </a:p>
          </p:txBody>
        </p:sp>
        <p:sp>
          <p:nvSpPr>
            <p:cNvPr id="108603" name="Text Box 51"/>
            <p:cNvSpPr txBox="1">
              <a:spLocks noChangeArrowheads="1"/>
            </p:cNvSpPr>
            <p:nvPr/>
          </p:nvSpPr>
          <p:spPr bwMode="auto">
            <a:xfrm>
              <a:off x="1056" y="2880"/>
              <a:ext cx="38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en-US" altLang="zh-CN" sz="2000" b="0">
                  <a:latin typeface="Comic Sans MS" pitchFamily="66" charset="0"/>
                  <a:ea typeface="宋体" charset="-122"/>
                </a:rPr>
                <a:t>c</a:t>
              </a:r>
              <a:r>
                <a:rPr lang="en-US" altLang="zh-CN" sz="2000" b="0" baseline="-25000">
                  <a:latin typeface="Comic Sans MS" pitchFamily="66" charset="0"/>
                  <a:ea typeface="宋体" charset="-122"/>
                </a:rPr>
                <a:t>011</a:t>
              </a:r>
            </a:p>
          </p:txBody>
        </p:sp>
        <p:sp>
          <p:nvSpPr>
            <p:cNvPr id="108604" name="Text Box 52"/>
            <p:cNvSpPr txBox="1">
              <a:spLocks noChangeArrowheads="1"/>
            </p:cNvSpPr>
            <p:nvPr/>
          </p:nvSpPr>
          <p:spPr bwMode="auto">
            <a:xfrm>
              <a:off x="1296" y="3264"/>
              <a:ext cx="38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en-US" altLang="zh-CN" sz="2000" b="0">
                  <a:latin typeface="Comic Sans MS" pitchFamily="66" charset="0"/>
                  <a:ea typeface="宋体" charset="-122"/>
                </a:rPr>
                <a:t>c</a:t>
              </a:r>
              <a:r>
                <a:rPr lang="en-US" altLang="zh-CN" sz="2000" b="0" baseline="-25000">
                  <a:latin typeface="Comic Sans MS" pitchFamily="66" charset="0"/>
                  <a:ea typeface="宋体" charset="-122"/>
                </a:rPr>
                <a:t>010</a:t>
              </a:r>
            </a:p>
          </p:txBody>
        </p:sp>
        <p:sp>
          <p:nvSpPr>
            <p:cNvPr id="108605" name="Text Box 53"/>
            <p:cNvSpPr txBox="1">
              <a:spLocks noChangeArrowheads="1"/>
            </p:cNvSpPr>
            <p:nvPr/>
          </p:nvSpPr>
          <p:spPr bwMode="auto">
            <a:xfrm>
              <a:off x="1584" y="2976"/>
              <a:ext cx="38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en-US" altLang="zh-CN" sz="2000" b="0">
                  <a:latin typeface="Comic Sans MS" pitchFamily="66" charset="0"/>
                  <a:ea typeface="宋体" charset="-122"/>
                </a:rPr>
                <a:t>c</a:t>
              </a:r>
              <a:r>
                <a:rPr lang="en-US" altLang="zh-CN" sz="2000" b="0" baseline="-25000">
                  <a:latin typeface="Comic Sans MS" pitchFamily="66" charset="0"/>
                  <a:ea typeface="宋体" charset="-122"/>
                </a:rPr>
                <a:t>001</a:t>
              </a:r>
            </a:p>
          </p:txBody>
        </p:sp>
        <p:sp>
          <p:nvSpPr>
            <p:cNvPr id="108606" name="Text Box 54"/>
            <p:cNvSpPr txBox="1">
              <a:spLocks noChangeArrowheads="1"/>
            </p:cNvSpPr>
            <p:nvPr/>
          </p:nvSpPr>
          <p:spPr bwMode="auto">
            <a:xfrm>
              <a:off x="1344" y="2592"/>
              <a:ext cx="43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en-US" altLang="zh-CN" sz="2000" b="0">
                  <a:latin typeface="Comic Sans MS" pitchFamily="66" charset="0"/>
                  <a:ea typeface="宋体" charset="-122"/>
                </a:rPr>
                <a:t>c</a:t>
              </a:r>
              <a:r>
                <a:rPr lang="en-US" altLang="zh-CN" sz="2000" b="0" baseline="-25000">
                  <a:latin typeface="Comic Sans MS" pitchFamily="66" charset="0"/>
                  <a:ea typeface="宋体" charset="-122"/>
                </a:rPr>
                <a:t>000</a:t>
              </a:r>
            </a:p>
          </p:txBody>
        </p:sp>
        <p:sp>
          <p:nvSpPr>
            <p:cNvPr id="108607" name="Line 32"/>
            <p:cNvSpPr>
              <a:spLocks noChangeShapeType="1"/>
            </p:cNvSpPr>
            <p:nvPr/>
          </p:nvSpPr>
          <p:spPr bwMode="auto">
            <a:xfrm rot="16200000" flipH="1">
              <a:off x="1921" y="2594"/>
              <a:ext cx="0" cy="96"/>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8608" name="Line 34"/>
            <p:cNvSpPr>
              <a:spLocks noChangeShapeType="1"/>
            </p:cNvSpPr>
            <p:nvPr/>
          </p:nvSpPr>
          <p:spPr bwMode="auto">
            <a:xfrm rot="-5400000" flipH="1" flipV="1">
              <a:off x="1922" y="2689"/>
              <a:ext cx="94" cy="0"/>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08551" name="Group 79"/>
          <p:cNvGrpSpPr>
            <a:grpSpLocks/>
          </p:cNvGrpSpPr>
          <p:nvPr/>
        </p:nvGrpSpPr>
        <p:grpSpPr bwMode="auto">
          <a:xfrm>
            <a:off x="5105400" y="3429000"/>
            <a:ext cx="2895600" cy="3063875"/>
            <a:chOff x="3120" y="2016"/>
            <a:chExt cx="1824" cy="1930"/>
          </a:xfrm>
        </p:grpSpPr>
        <p:sp>
          <p:nvSpPr>
            <p:cNvPr id="108553" name="Oval 56"/>
            <p:cNvSpPr>
              <a:spLocks noChangeArrowheads="1"/>
            </p:cNvSpPr>
            <p:nvPr/>
          </p:nvSpPr>
          <p:spPr bwMode="auto">
            <a:xfrm>
              <a:off x="4656" y="2256"/>
              <a:ext cx="144" cy="144"/>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108554" name="Oval 57"/>
            <p:cNvSpPr>
              <a:spLocks noChangeArrowheads="1"/>
            </p:cNvSpPr>
            <p:nvPr/>
          </p:nvSpPr>
          <p:spPr bwMode="auto">
            <a:xfrm>
              <a:off x="3216" y="2256"/>
              <a:ext cx="144" cy="144"/>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108555" name="Oval 58"/>
            <p:cNvSpPr>
              <a:spLocks noChangeArrowheads="1"/>
            </p:cNvSpPr>
            <p:nvPr/>
          </p:nvSpPr>
          <p:spPr bwMode="auto">
            <a:xfrm>
              <a:off x="4656" y="3600"/>
              <a:ext cx="144" cy="144"/>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108556" name="Oval 59"/>
            <p:cNvSpPr>
              <a:spLocks noChangeArrowheads="1"/>
            </p:cNvSpPr>
            <p:nvPr/>
          </p:nvSpPr>
          <p:spPr bwMode="auto">
            <a:xfrm>
              <a:off x="3216" y="3600"/>
              <a:ext cx="144" cy="144"/>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108557" name="Oval 60"/>
            <p:cNvSpPr>
              <a:spLocks noChangeArrowheads="1"/>
            </p:cNvSpPr>
            <p:nvPr/>
          </p:nvSpPr>
          <p:spPr bwMode="auto">
            <a:xfrm>
              <a:off x="3216" y="2592"/>
              <a:ext cx="144" cy="144"/>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108558" name="Oval 61"/>
            <p:cNvSpPr>
              <a:spLocks noChangeArrowheads="1"/>
            </p:cNvSpPr>
            <p:nvPr/>
          </p:nvSpPr>
          <p:spPr bwMode="auto">
            <a:xfrm>
              <a:off x="4224" y="2592"/>
              <a:ext cx="144" cy="144"/>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108559" name="Oval 62"/>
            <p:cNvSpPr>
              <a:spLocks noChangeArrowheads="1"/>
            </p:cNvSpPr>
            <p:nvPr/>
          </p:nvSpPr>
          <p:spPr bwMode="auto">
            <a:xfrm>
              <a:off x="4224" y="3264"/>
              <a:ext cx="144" cy="144"/>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108560" name="Oval 63"/>
            <p:cNvSpPr>
              <a:spLocks noChangeArrowheads="1"/>
            </p:cNvSpPr>
            <p:nvPr/>
          </p:nvSpPr>
          <p:spPr bwMode="auto">
            <a:xfrm>
              <a:off x="3648" y="3264"/>
              <a:ext cx="144" cy="144"/>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108561" name="Line 64"/>
            <p:cNvSpPr>
              <a:spLocks noChangeShapeType="1"/>
            </p:cNvSpPr>
            <p:nvPr/>
          </p:nvSpPr>
          <p:spPr bwMode="auto">
            <a:xfrm>
              <a:off x="3360" y="2352"/>
              <a:ext cx="1296" cy="0"/>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8562" name="Line 65"/>
            <p:cNvSpPr>
              <a:spLocks noChangeShapeType="1"/>
            </p:cNvSpPr>
            <p:nvPr/>
          </p:nvSpPr>
          <p:spPr bwMode="auto">
            <a:xfrm>
              <a:off x="4704" y="2400"/>
              <a:ext cx="0" cy="1200"/>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8563" name="Line 66"/>
            <p:cNvSpPr>
              <a:spLocks noChangeShapeType="1"/>
            </p:cNvSpPr>
            <p:nvPr/>
          </p:nvSpPr>
          <p:spPr bwMode="auto">
            <a:xfrm flipH="1">
              <a:off x="3360" y="3696"/>
              <a:ext cx="1296" cy="0"/>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8564" name="Line 67"/>
            <p:cNvSpPr>
              <a:spLocks noChangeShapeType="1"/>
            </p:cNvSpPr>
            <p:nvPr/>
          </p:nvSpPr>
          <p:spPr bwMode="auto">
            <a:xfrm flipH="1" flipV="1">
              <a:off x="3312" y="2736"/>
              <a:ext cx="0" cy="864"/>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8565" name="Line 68"/>
            <p:cNvSpPr>
              <a:spLocks noChangeShapeType="1"/>
            </p:cNvSpPr>
            <p:nvPr/>
          </p:nvSpPr>
          <p:spPr bwMode="auto">
            <a:xfrm flipV="1">
              <a:off x="3360" y="2640"/>
              <a:ext cx="864" cy="0"/>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8566" name="Line 69"/>
            <p:cNvSpPr>
              <a:spLocks noChangeShapeType="1"/>
            </p:cNvSpPr>
            <p:nvPr/>
          </p:nvSpPr>
          <p:spPr bwMode="auto">
            <a:xfrm>
              <a:off x="4272" y="2736"/>
              <a:ext cx="0" cy="528"/>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8567" name="Line 70"/>
            <p:cNvSpPr>
              <a:spLocks noChangeShapeType="1"/>
            </p:cNvSpPr>
            <p:nvPr/>
          </p:nvSpPr>
          <p:spPr bwMode="auto">
            <a:xfrm flipH="1" flipV="1">
              <a:off x="3792" y="3312"/>
              <a:ext cx="432" cy="0"/>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8568" name="Text Box 71"/>
            <p:cNvSpPr txBox="1">
              <a:spLocks noChangeArrowheads="1"/>
            </p:cNvSpPr>
            <p:nvPr/>
          </p:nvSpPr>
          <p:spPr bwMode="auto">
            <a:xfrm>
              <a:off x="3120" y="2016"/>
              <a:ext cx="43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en-US" altLang="zh-CN" sz="2000" b="0">
                  <a:latin typeface="Comic Sans MS" pitchFamily="66" charset="0"/>
                  <a:ea typeface="宋体" charset="-122"/>
                </a:rPr>
                <a:t>c</a:t>
              </a:r>
              <a:r>
                <a:rPr lang="en-US" altLang="zh-CN" sz="2000" b="0" baseline="-25000">
                  <a:latin typeface="Comic Sans MS" pitchFamily="66" charset="0"/>
                  <a:ea typeface="宋体" charset="-122"/>
                </a:rPr>
                <a:t>111</a:t>
              </a:r>
              <a:endParaRPr lang="zh-CN" altLang="en-US" sz="2000" b="0" baseline="-25000">
                <a:latin typeface="Comic Sans MS" pitchFamily="66" charset="0"/>
                <a:ea typeface="宋体" charset="-122"/>
              </a:endParaRPr>
            </a:p>
          </p:txBody>
        </p:sp>
        <p:sp>
          <p:nvSpPr>
            <p:cNvPr id="108569" name="Text Box 72"/>
            <p:cNvSpPr txBox="1">
              <a:spLocks noChangeArrowheads="1"/>
            </p:cNvSpPr>
            <p:nvPr/>
          </p:nvSpPr>
          <p:spPr bwMode="auto">
            <a:xfrm>
              <a:off x="4512" y="2016"/>
              <a:ext cx="43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en-US" altLang="zh-CN" sz="2000" b="0">
                  <a:latin typeface="Comic Sans MS" pitchFamily="66" charset="0"/>
                  <a:ea typeface="宋体" charset="-122"/>
                </a:rPr>
                <a:t>c</a:t>
              </a:r>
              <a:r>
                <a:rPr lang="en-US" altLang="zh-CN" sz="2000" b="0" baseline="-25000">
                  <a:latin typeface="Comic Sans MS" pitchFamily="66" charset="0"/>
                  <a:ea typeface="宋体" charset="-122"/>
                </a:rPr>
                <a:t>110</a:t>
              </a:r>
              <a:endParaRPr lang="zh-CN" altLang="en-US" sz="2000" b="0" baseline="-25000">
                <a:latin typeface="Comic Sans MS" pitchFamily="66" charset="0"/>
                <a:ea typeface="宋体" charset="-122"/>
              </a:endParaRPr>
            </a:p>
          </p:txBody>
        </p:sp>
        <p:sp>
          <p:nvSpPr>
            <p:cNvPr id="108570" name="Text Box 73"/>
            <p:cNvSpPr txBox="1">
              <a:spLocks noChangeArrowheads="1"/>
            </p:cNvSpPr>
            <p:nvPr/>
          </p:nvSpPr>
          <p:spPr bwMode="auto">
            <a:xfrm>
              <a:off x="4512" y="3696"/>
              <a:ext cx="43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en-US" altLang="zh-CN" sz="2000" b="0">
                  <a:latin typeface="Comic Sans MS" pitchFamily="66" charset="0"/>
                  <a:ea typeface="宋体" charset="-122"/>
                </a:rPr>
                <a:t>c</a:t>
              </a:r>
              <a:r>
                <a:rPr lang="en-US" altLang="zh-CN" sz="2000" b="0" baseline="-25000">
                  <a:latin typeface="Comic Sans MS" pitchFamily="66" charset="0"/>
                  <a:ea typeface="宋体" charset="-122"/>
                </a:rPr>
                <a:t>101</a:t>
              </a:r>
              <a:endParaRPr lang="zh-CN" altLang="en-US" sz="2000" b="0" baseline="-25000">
                <a:latin typeface="Comic Sans MS" pitchFamily="66" charset="0"/>
                <a:ea typeface="宋体" charset="-122"/>
              </a:endParaRPr>
            </a:p>
          </p:txBody>
        </p:sp>
        <p:sp>
          <p:nvSpPr>
            <p:cNvPr id="108571" name="Text Box 74"/>
            <p:cNvSpPr txBox="1">
              <a:spLocks noChangeArrowheads="1"/>
            </p:cNvSpPr>
            <p:nvPr/>
          </p:nvSpPr>
          <p:spPr bwMode="auto">
            <a:xfrm>
              <a:off x="3120" y="3696"/>
              <a:ext cx="43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en-US" altLang="zh-CN" sz="2000" b="0">
                  <a:latin typeface="Comic Sans MS" pitchFamily="66" charset="0"/>
                  <a:ea typeface="宋体" charset="-122"/>
                </a:rPr>
                <a:t>c</a:t>
              </a:r>
              <a:r>
                <a:rPr lang="en-US" altLang="zh-CN" sz="2000" b="0" baseline="-25000">
                  <a:latin typeface="Comic Sans MS" pitchFamily="66" charset="0"/>
                  <a:ea typeface="宋体" charset="-122"/>
                </a:rPr>
                <a:t>100</a:t>
              </a:r>
              <a:endParaRPr lang="zh-CN" altLang="en-US" sz="2000" b="0" baseline="-25000">
                <a:latin typeface="Comic Sans MS" pitchFamily="66" charset="0"/>
                <a:ea typeface="宋体" charset="-122"/>
              </a:endParaRPr>
            </a:p>
          </p:txBody>
        </p:sp>
        <p:sp>
          <p:nvSpPr>
            <p:cNvPr id="108572" name="Text Box 75"/>
            <p:cNvSpPr txBox="1">
              <a:spLocks noChangeArrowheads="1"/>
            </p:cNvSpPr>
            <p:nvPr/>
          </p:nvSpPr>
          <p:spPr bwMode="auto">
            <a:xfrm>
              <a:off x="3120" y="2352"/>
              <a:ext cx="43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en-US" altLang="zh-CN" sz="2000" b="0">
                  <a:latin typeface="Comic Sans MS" pitchFamily="66" charset="0"/>
                  <a:ea typeface="宋体" charset="-122"/>
                </a:rPr>
                <a:t>c</a:t>
              </a:r>
              <a:r>
                <a:rPr lang="en-US" altLang="zh-CN" sz="2000" b="0" baseline="-25000">
                  <a:latin typeface="Comic Sans MS" pitchFamily="66" charset="0"/>
                  <a:ea typeface="宋体" charset="-122"/>
                </a:rPr>
                <a:t>011</a:t>
              </a:r>
              <a:endParaRPr lang="zh-CN" altLang="en-US" sz="2000" b="0" baseline="-25000">
                <a:latin typeface="Comic Sans MS" pitchFamily="66" charset="0"/>
                <a:ea typeface="宋体" charset="-122"/>
              </a:endParaRPr>
            </a:p>
          </p:txBody>
        </p:sp>
        <p:sp>
          <p:nvSpPr>
            <p:cNvPr id="108573" name="Text Box 76"/>
            <p:cNvSpPr txBox="1">
              <a:spLocks noChangeArrowheads="1"/>
            </p:cNvSpPr>
            <p:nvPr/>
          </p:nvSpPr>
          <p:spPr bwMode="auto">
            <a:xfrm>
              <a:off x="4080" y="2352"/>
              <a:ext cx="43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en-US" altLang="zh-CN" sz="2000" b="0">
                  <a:latin typeface="Comic Sans MS" pitchFamily="66" charset="0"/>
                  <a:ea typeface="宋体" charset="-122"/>
                </a:rPr>
                <a:t>c</a:t>
              </a:r>
              <a:r>
                <a:rPr lang="en-US" altLang="zh-CN" sz="2000" b="0" baseline="-25000">
                  <a:latin typeface="Comic Sans MS" pitchFamily="66" charset="0"/>
                  <a:ea typeface="宋体" charset="-122"/>
                </a:rPr>
                <a:t>010</a:t>
              </a:r>
              <a:endParaRPr lang="zh-CN" altLang="en-US" sz="2000" b="0" baseline="-25000">
                <a:latin typeface="Comic Sans MS" pitchFamily="66" charset="0"/>
                <a:ea typeface="宋体" charset="-122"/>
              </a:endParaRPr>
            </a:p>
          </p:txBody>
        </p:sp>
        <p:sp>
          <p:nvSpPr>
            <p:cNvPr id="108574" name="Text Box 77"/>
            <p:cNvSpPr txBox="1">
              <a:spLocks noChangeArrowheads="1"/>
            </p:cNvSpPr>
            <p:nvPr/>
          </p:nvSpPr>
          <p:spPr bwMode="auto">
            <a:xfrm>
              <a:off x="4080" y="3360"/>
              <a:ext cx="43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en-US" altLang="zh-CN" sz="2000" b="0">
                  <a:latin typeface="Comic Sans MS" pitchFamily="66" charset="0"/>
                  <a:ea typeface="宋体" charset="-122"/>
                </a:rPr>
                <a:t>c</a:t>
              </a:r>
              <a:r>
                <a:rPr lang="en-US" altLang="zh-CN" sz="2000" b="0" baseline="-25000">
                  <a:latin typeface="Comic Sans MS" pitchFamily="66" charset="0"/>
                  <a:ea typeface="宋体" charset="-122"/>
                </a:rPr>
                <a:t>001</a:t>
              </a:r>
              <a:endParaRPr lang="zh-CN" altLang="en-US" sz="2000" b="0" baseline="-25000">
                <a:latin typeface="Comic Sans MS" pitchFamily="66" charset="0"/>
                <a:ea typeface="宋体" charset="-122"/>
              </a:endParaRPr>
            </a:p>
          </p:txBody>
        </p:sp>
        <p:sp>
          <p:nvSpPr>
            <p:cNvPr id="108575" name="Text Box 78"/>
            <p:cNvSpPr txBox="1">
              <a:spLocks noChangeArrowheads="1"/>
            </p:cNvSpPr>
            <p:nvPr/>
          </p:nvSpPr>
          <p:spPr bwMode="auto">
            <a:xfrm>
              <a:off x="3552" y="3360"/>
              <a:ext cx="43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en-US" altLang="zh-CN" sz="2000" b="0">
                  <a:latin typeface="Comic Sans MS" pitchFamily="66" charset="0"/>
                  <a:ea typeface="宋体" charset="-122"/>
                </a:rPr>
                <a:t>c</a:t>
              </a:r>
              <a:r>
                <a:rPr lang="en-US" altLang="zh-CN" sz="2000" b="0" baseline="-25000">
                  <a:latin typeface="Comic Sans MS" pitchFamily="66" charset="0"/>
                  <a:ea typeface="宋体" charset="-122"/>
                </a:rPr>
                <a:t>000</a:t>
              </a:r>
              <a:endParaRPr lang="zh-CN" altLang="en-US" sz="2000" b="0" baseline="-25000">
                <a:latin typeface="Comic Sans MS" pitchFamily="66" charset="0"/>
                <a:ea typeface="宋体" charset="-122"/>
              </a:endParaRPr>
            </a:p>
          </p:txBody>
        </p:sp>
      </p:grpSp>
      <p:sp>
        <p:nvSpPr>
          <p:cNvPr id="108552" name="Text Box 80"/>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5 之 5</a:t>
            </a:r>
          </a:p>
        </p:txBody>
      </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7922" name="Rectangle 2"/>
          <p:cNvSpPr>
            <a:spLocks noGrp="1" noChangeArrowheads="1"/>
          </p:cNvSpPr>
          <p:nvPr>
            <p:ph type="title"/>
          </p:nvPr>
        </p:nvSpPr>
        <p:spPr/>
        <p:txBody>
          <a:bodyPr/>
          <a:lstStyle/>
          <a:p>
            <a:pPr eaLnBrk="1" hangingPunct="1">
              <a:defRPr/>
            </a:pPr>
            <a:r>
              <a:rPr lang="zh-CN" altLang="en-US" smtClean="0"/>
              <a:t>流控制策略</a:t>
            </a:r>
          </a:p>
        </p:txBody>
      </p:sp>
      <p:sp>
        <p:nvSpPr>
          <p:cNvPr id="10957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消息传递机制</a:t>
            </a:r>
            <a:endParaRPr lang="zh-CN" altLang="en-US" sz="1200" b="0">
              <a:latin typeface="Times New Roman" pitchFamily="18" charset="0"/>
              <a:ea typeface="幼圆" pitchFamily="49" charset="-122"/>
            </a:endParaRPr>
          </a:p>
        </p:txBody>
      </p:sp>
      <p:sp>
        <p:nvSpPr>
          <p:cNvPr id="109572" name="Rectangle 4"/>
          <p:cNvSpPr>
            <a:spLocks noGrp="1" noChangeArrowheads="1"/>
          </p:cNvSpPr>
          <p:nvPr>
            <p:ph type="body" idx="1"/>
          </p:nvPr>
        </p:nvSpPr>
        <p:spPr>
          <a:xfrm>
            <a:off x="2362200" y="2533650"/>
            <a:ext cx="4343400" cy="3378200"/>
          </a:xfrm>
        </p:spPr>
        <p:txBody>
          <a:bodyPr/>
          <a:lstStyle/>
          <a:p>
            <a:pPr eaLnBrk="1" hangingPunct="1"/>
            <a:r>
              <a:rPr lang="zh-CN" altLang="en-US" smtClean="0">
                <a:hlinkClick r:id="rId5" action="ppaction://hlinksldjump"/>
              </a:rPr>
              <a:t>解决包冲突的策略</a:t>
            </a:r>
            <a:endParaRPr lang="zh-CN" altLang="en-US" smtClean="0"/>
          </a:p>
          <a:p>
            <a:pPr eaLnBrk="1" hangingPunct="1"/>
            <a:endParaRPr lang="zh-CN" altLang="en-US" smtClean="0"/>
          </a:p>
          <a:p>
            <a:pPr eaLnBrk="1" hangingPunct="1"/>
            <a:r>
              <a:rPr lang="zh-CN" altLang="en-US" smtClean="0">
                <a:hlinkClick r:id="rId6" action="ppaction://hlinksldjump"/>
              </a:rPr>
              <a:t>寻径算法</a:t>
            </a:r>
            <a:endParaRPr lang="en-US" altLang="zh-CN" smtClean="0"/>
          </a:p>
          <a:p>
            <a:pPr eaLnBrk="1" hangingPunct="1"/>
            <a:endParaRPr lang="zh-CN" altLang="en-US" smtClean="0"/>
          </a:p>
          <a:p>
            <a:pPr eaLnBrk="1" hangingPunct="1"/>
            <a:r>
              <a:rPr lang="zh-CN" altLang="en-US" smtClean="0">
                <a:hlinkClick r:id="rId7" action="ppaction://hlinksldjump"/>
              </a:rPr>
              <a:t>选播和广播寻径算法</a:t>
            </a:r>
            <a:endParaRPr lang="zh-CN" altLang="en-US" smtClean="0"/>
          </a:p>
        </p:txBody>
      </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7378" name="Rectangle 2"/>
          <p:cNvSpPr>
            <a:spLocks noGrp="1" noChangeArrowheads="1"/>
          </p:cNvSpPr>
          <p:nvPr>
            <p:ph type="title"/>
          </p:nvPr>
        </p:nvSpPr>
        <p:spPr/>
        <p:txBody>
          <a:bodyPr/>
          <a:lstStyle/>
          <a:p>
            <a:pPr eaLnBrk="1" hangingPunct="1">
              <a:defRPr/>
            </a:pPr>
            <a:r>
              <a:rPr lang="zh-CN" altLang="en-US" smtClean="0"/>
              <a:t>解决包冲突的策略</a:t>
            </a:r>
          </a:p>
        </p:txBody>
      </p:sp>
      <p:sp>
        <p:nvSpPr>
          <p:cNvPr id="11059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消息传递机制</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流控制策略</a:t>
            </a:r>
            <a:endParaRPr lang="zh-CN" altLang="en-US" sz="1200" b="0">
              <a:latin typeface="Times New Roman" pitchFamily="18" charset="0"/>
              <a:ea typeface="幼圆" pitchFamily="49" charset="-122"/>
            </a:endParaRPr>
          </a:p>
        </p:txBody>
      </p:sp>
      <p:sp>
        <p:nvSpPr>
          <p:cNvPr id="110596" name="Rectangle 7"/>
          <p:cNvSpPr>
            <a:spLocks noChangeArrowheads="1"/>
          </p:cNvSpPr>
          <p:nvPr/>
        </p:nvSpPr>
        <p:spPr bwMode="auto">
          <a:xfrm>
            <a:off x="1295400" y="2438400"/>
            <a:ext cx="2667000" cy="137160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110597" name="Rectangle 9"/>
          <p:cNvSpPr>
            <a:spLocks noChangeArrowheads="1"/>
          </p:cNvSpPr>
          <p:nvPr/>
        </p:nvSpPr>
        <p:spPr bwMode="auto">
          <a:xfrm>
            <a:off x="1447800" y="3352800"/>
            <a:ext cx="1371600" cy="381000"/>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2400">
                <a:latin typeface="Comic Sans MS" pitchFamily="66" charset="0"/>
              </a:rPr>
              <a:t>包缓冲器</a:t>
            </a:r>
          </a:p>
        </p:txBody>
      </p:sp>
      <p:sp>
        <p:nvSpPr>
          <p:cNvPr id="110598" name="Rectangle 10"/>
          <p:cNvSpPr>
            <a:spLocks noChangeArrowheads="1"/>
          </p:cNvSpPr>
          <p:nvPr/>
        </p:nvSpPr>
        <p:spPr bwMode="auto">
          <a:xfrm>
            <a:off x="3124200" y="2590800"/>
            <a:ext cx="685800" cy="758825"/>
          </a:xfrm>
          <a:prstGeom prst="rect">
            <a:avLst/>
          </a:prstGeom>
          <a:solidFill>
            <a:srgbClr val="99FF66"/>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2400">
                <a:latin typeface="Comic Sans MS" pitchFamily="66" charset="0"/>
              </a:rPr>
              <a:t>片缓冲区</a:t>
            </a:r>
          </a:p>
        </p:txBody>
      </p:sp>
      <p:grpSp>
        <p:nvGrpSpPr>
          <p:cNvPr id="110599" name="Group 14"/>
          <p:cNvGrpSpPr>
            <a:grpSpLocks/>
          </p:cNvGrpSpPr>
          <p:nvPr/>
        </p:nvGrpSpPr>
        <p:grpSpPr bwMode="auto">
          <a:xfrm>
            <a:off x="1676400" y="2590800"/>
            <a:ext cx="457200" cy="457200"/>
            <a:chOff x="1200" y="1728"/>
            <a:chExt cx="288" cy="288"/>
          </a:xfrm>
        </p:grpSpPr>
        <p:sp>
          <p:nvSpPr>
            <p:cNvPr id="110651" name="Oval 11"/>
            <p:cNvSpPr>
              <a:spLocks noChangeArrowheads="1"/>
            </p:cNvSpPr>
            <p:nvPr/>
          </p:nvSpPr>
          <p:spPr bwMode="auto">
            <a:xfrm>
              <a:off x="1200" y="1728"/>
              <a:ext cx="288" cy="288"/>
            </a:xfrm>
            <a:prstGeom prst="ellipse">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110652" name="Line 12"/>
            <p:cNvSpPr>
              <a:spLocks noChangeShapeType="1"/>
            </p:cNvSpPr>
            <p:nvPr/>
          </p:nvSpPr>
          <p:spPr bwMode="auto">
            <a:xfrm>
              <a:off x="1248" y="1776"/>
              <a:ext cx="192" cy="19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0653" name="Line 13"/>
            <p:cNvSpPr>
              <a:spLocks noChangeShapeType="1"/>
            </p:cNvSpPr>
            <p:nvPr/>
          </p:nvSpPr>
          <p:spPr bwMode="auto">
            <a:xfrm flipH="1">
              <a:off x="1248" y="1776"/>
              <a:ext cx="192" cy="19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10600" name="Line 15"/>
          <p:cNvSpPr>
            <a:spLocks noChangeShapeType="1"/>
          </p:cNvSpPr>
          <p:nvPr/>
        </p:nvSpPr>
        <p:spPr bwMode="auto">
          <a:xfrm>
            <a:off x="1066800" y="2819400"/>
            <a:ext cx="609600" cy="0"/>
          </a:xfrm>
          <a:prstGeom prst="line">
            <a:avLst/>
          </a:prstGeom>
          <a:noFill/>
          <a:ln w="2857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0601" name="Line 16"/>
          <p:cNvSpPr>
            <a:spLocks noChangeShapeType="1"/>
          </p:cNvSpPr>
          <p:nvPr/>
        </p:nvSpPr>
        <p:spPr bwMode="auto">
          <a:xfrm>
            <a:off x="2133600" y="2819400"/>
            <a:ext cx="990600" cy="0"/>
          </a:xfrm>
          <a:prstGeom prst="line">
            <a:avLst/>
          </a:prstGeom>
          <a:noFill/>
          <a:ln w="28575">
            <a:solidFill>
              <a:schemeClr val="tx1"/>
            </a:solidFill>
            <a:prstDash val="sysDash"/>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0602" name="Line 17"/>
          <p:cNvSpPr>
            <a:spLocks noChangeShapeType="1"/>
          </p:cNvSpPr>
          <p:nvPr/>
        </p:nvSpPr>
        <p:spPr bwMode="auto">
          <a:xfrm>
            <a:off x="1905000" y="3048000"/>
            <a:ext cx="0" cy="304800"/>
          </a:xfrm>
          <a:prstGeom prst="line">
            <a:avLst/>
          </a:prstGeom>
          <a:noFill/>
          <a:ln w="2857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0603" name="Line 18"/>
          <p:cNvSpPr>
            <a:spLocks noChangeShapeType="1"/>
          </p:cNvSpPr>
          <p:nvPr/>
        </p:nvSpPr>
        <p:spPr bwMode="auto">
          <a:xfrm>
            <a:off x="3505200" y="2209800"/>
            <a:ext cx="0" cy="381000"/>
          </a:xfrm>
          <a:prstGeom prst="line">
            <a:avLst/>
          </a:prstGeom>
          <a:noFill/>
          <a:ln w="2857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0604" name="Line 19"/>
          <p:cNvSpPr>
            <a:spLocks noChangeShapeType="1"/>
          </p:cNvSpPr>
          <p:nvPr/>
        </p:nvSpPr>
        <p:spPr bwMode="auto">
          <a:xfrm>
            <a:off x="2514600" y="3124200"/>
            <a:ext cx="609600" cy="0"/>
          </a:xfrm>
          <a:prstGeom prst="line">
            <a:avLst/>
          </a:prstGeom>
          <a:noFill/>
          <a:ln w="2857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0605" name="Line 20"/>
          <p:cNvSpPr>
            <a:spLocks noChangeShapeType="1"/>
          </p:cNvSpPr>
          <p:nvPr/>
        </p:nvSpPr>
        <p:spPr bwMode="auto">
          <a:xfrm>
            <a:off x="3810000" y="2971800"/>
            <a:ext cx="457200" cy="0"/>
          </a:xfrm>
          <a:prstGeom prst="line">
            <a:avLst/>
          </a:prstGeom>
          <a:noFill/>
          <a:ln w="2857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0606" name="Line 21"/>
          <p:cNvSpPr>
            <a:spLocks noChangeShapeType="1"/>
          </p:cNvSpPr>
          <p:nvPr/>
        </p:nvSpPr>
        <p:spPr bwMode="auto">
          <a:xfrm>
            <a:off x="2514600" y="3124200"/>
            <a:ext cx="0" cy="2286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0607" name="Text Box 22"/>
          <p:cNvSpPr txBox="1">
            <a:spLocks noChangeArrowheads="1"/>
          </p:cNvSpPr>
          <p:nvPr/>
        </p:nvSpPr>
        <p:spPr bwMode="auto">
          <a:xfrm>
            <a:off x="685800" y="2362200"/>
            <a:ext cx="76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2400">
                <a:latin typeface="楷体_GB2312" pitchFamily="49" charset="-122"/>
              </a:rPr>
              <a:t>包2</a:t>
            </a:r>
          </a:p>
        </p:txBody>
      </p:sp>
      <p:sp>
        <p:nvSpPr>
          <p:cNvPr id="110608" name="Text Box 23"/>
          <p:cNvSpPr txBox="1">
            <a:spLocks noChangeArrowheads="1"/>
          </p:cNvSpPr>
          <p:nvPr/>
        </p:nvSpPr>
        <p:spPr bwMode="auto">
          <a:xfrm>
            <a:off x="3505200" y="1981200"/>
            <a:ext cx="76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2400">
                <a:latin typeface="楷体_GB2312" pitchFamily="49" charset="-122"/>
              </a:rPr>
              <a:t>包1</a:t>
            </a:r>
          </a:p>
        </p:txBody>
      </p:sp>
      <p:sp>
        <p:nvSpPr>
          <p:cNvPr id="110609" name="Text Box 24"/>
          <p:cNvSpPr txBox="1">
            <a:spLocks noChangeArrowheads="1"/>
          </p:cNvSpPr>
          <p:nvPr/>
        </p:nvSpPr>
        <p:spPr bwMode="auto">
          <a:xfrm>
            <a:off x="3976688" y="2535238"/>
            <a:ext cx="9144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2400">
                <a:latin typeface="楷体_GB2312" pitchFamily="49" charset="-122"/>
              </a:rPr>
              <a:t>输出通道</a:t>
            </a:r>
          </a:p>
        </p:txBody>
      </p:sp>
      <p:sp>
        <p:nvSpPr>
          <p:cNvPr id="997401" name="Text Box 25"/>
          <p:cNvSpPr txBox="1">
            <a:spLocks noChangeArrowheads="1"/>
          </p:cNvSpPr>
          <p:nvPr/>
        </p:nvSpPr>
        <p:spPr bwMode="auto">
          <a:xfrm>
            <a:off x="609600" y="3810000"/>
            <a:ext cx="4038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lang="zh-CN" altLang="en-US" sz="2400" b="1" dirty="0">
                <a:solidFill>
                  <a:srgbClr val="FF0000"/>
                </a:solidFill>
                <a:effectLst>
                  <a:outerShdw blurRad="38100" dist="38100" dir="2700000" algn="tl">
                    <a:srgbClr val="C0C0C0"/>
                  </a:outerShdw>
                </a:effectLst>
                <a:latin typeface="楷体_GB2312" pitchFamily="49" charset="-122"/>
                <a:ea typeface="楷体_GB2312" pitchFamily="49" charset="-122"/>
              </a:rPr>
              <a:t>(</a:t>
            </a:r>
            <a:r>
              <a:rPr lang="en-US" altLang="zh-CN" sz="2400" b="1" dirty="0">
                <a:solidFill>
                  <a:srgbClr val="FF0000"/>
                </a:solidFill>
                <a:effectLst>
                  <a:outerShdw blurRad="38100" dist="38100" dir="2700000" algn="tl">
                    <a:srgbClr val="C0C0C0"/>
                  </a:outerShdw>
                </a:effectLst>
                <a:latin typeface="楷体_GB2312" pitchFamily="49" charset="-122"/>
                <a:ea typeface="楷体_GB2312" pitchFamily="49" charset="-122"/>
              </a:rPr>
              <a:t>a)</a:t>
            </a:r>
            <a:r>
              <a:rPr lang="zh-CN" altLang="en-US" sz="2400" b="1" dirty="0">
                <a:solidFill>
                  <a:srgbClr val="FF0000"/>
                </a:solidFill>
                <a:effectLst>
                  <a:outerShdw blurRad="38100" dist="38100" dir="2700000" algn="tl">
                    <a:srgbClr val="C0C0C0"/>
                  </a:outerShdw>
                </a:effectLst>
                <a:latin typeface="楷体_GB2312" pitchFamily="49" charset="-122"/>
                <a:ea typeface="楷体_GB2312" pitchFamily="49" charset="-122"/>
              </a:rPr>
              <a:t>用缓冲实现</a:t>
            </a:r>
            <a:r>
              <a:rPr lang="zh-CN" altLang="en-US" sz="2400" b="1" dirty="0" smtClean="0">
                <a:solidFill>
                  <a:srgbClr val="FF0000"/>
                </a:solidFill>
                <a:effectLst>
                  <a:outerShdw blurRad="38100" dist="38100" dir="2700000" algn="tl">
                    <a:srgbClr val="C0C0C0"/>
                  </a:outerShdw>
                </a:effectLst>
                <a:latin typeface="楷体_GB2312" pitchFamily="49" charset="-122"/>
                <a:ea typeface="楷体_GB2312" pitchFamily="49" charset="-122"/>
              </a:rPr>
              <a:t>虚拟通道</a:t>
            </a:r>
            <a:endParaRPr lang="zh-CN" altLang="en-US" sz="2400" b="1" dirty="0">
              <a:solidFill>
                <a:srgbClr val="FF0000"/>
              </a:solidFill>
              <a:effectLst>
                <a:outerShdw blurRad="38100" dist="38100" dir="2700000" algn="tl">
                  <a:srgbClr val="C0C0C0"/>
                </a:outerShdw>
              </a:effectLst>
              <a:latin typeface="楷体_GB2312" pitchFamily="49" charset="-122"/>
              <a:ea typeface="楷体_GB2312" pitchFamily="49" charset="-122"/>
            </a:endParaRPr>
          </a:p>
        </p:txBody>
      </p:sp>
      <p:sp>
        <p:nvSpPr>
          <p:cNvPr id="110611" name="Rectangle 27"/>
          <p:cNvSpPr>
            <a:spLocks noChangeArrowheads="1"/>
          </p:cNvSpPr>
          <p:nvPr/>
        </p:nvSpPr>
        <p:spPr bwMode="auto">
          <a:xfrm>
            <a:off x="5334000" y="2438400"/>
            <a:ext cx="2667000" cy="137160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110612" name="Rectangle 29"/>
          <p:cNvSpPr>
            <a:spLocks noChangeArrowheads="1"/>
          </p:cNvSpPr>
          <p:nvPr/>
        </p:nvSpPr>
        <p:spPr bwMode="auto">
          <a:xfrm>
            <a:off x="7086600" y="2743200"/>
            <a:ext cx="762000" cy="758825"/>
          </a:xfrm>
          <a:prstGeom prst="rect">
            <a:avLst/>
          </a:prstGeom>
          <a:solidFill>
            <a:srgbClr val="99FF66"/>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2400">
                <a:latin typeface="Comic Sans MS" pitchFamily="66" charset="0"/>
              </a:rPr>
              <a:t>片缓冲区</a:t>
            </a:r>
          </a:p>
        </p:txBody>
      </p:sp>
      <p:sp>
        <p:nvSpPr>
          <p:cNvPr id="110613" name="Oval 31"/>
          <p:cNvSpPr>
            <a:spLocks noChangeArrowheads="1"/>
          </p:cNvSpPr>
          <p:nvPr/>
        </p:nvSpPr>
        <p:spPr bwMode="auto">
          <a:xfrm>
            <a:off x="5715000" y="2743200"/>
            <a:ext cx="762000" cy="762000"/>
          </a:xfrm>
          <a:prstGeom prst="ellipse">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2400">
                <a:latin typeface="Comic Sans MS" pitchFamily="66" charset="0"/>
              </a:rPr>
              <a:t>与</a:t>
            </a:r>
          </a:p>
        </p:txBody>
      </p:sp>
      <p:sp>
        <p:nvSpPr>
          <p:cNvPr id="110614" name="Line 34"/>
          <p:cNvSpPr>
            <a:spLocks noChangeShapeType="1"/>
          </p:cNvSpPr>
          <p:nvPr/>
        </p:nvSpPr>
        <p:spPr bwMode="auto">
          <a:xfrm>
            <a:off x="5029200" y="3124200"/>
            <a:ext cx="685800" cy="0"/>
          </a:xfrm>
          <a:prstGeom prst="line">
            <a:avLst/>
          </a:prstGeom>
          <a:noFill/>
          <a:ln w="2857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0615" name="Line 35"/>
          <p:cNvSpPr>
            <a:spLocks noChangeShapeType="1"/>
          </p:cNvSpPr>
          <p:nvPr/>
        </p:nvSpPr>
        <p:spPr bwMode="auto">
          <a:xfrm flipV="1">
            <a:off x="6477000" y="3124200"/>
            <a:ext cx="609600" cy="0"/>
          </a:xfrm>
          <a:prstGeom prst="line">
            <a:avLst/>
          </a:prstGeom>
          <a:noFill/>
          <a:ln w="28575">
            <a:solidFill>
              <a:schemeClr val="tx1"/>
            </a:solidFill>
            <a:prstDash val="sysDash"/>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0616" name="Line 36"/>
          <p:cNvSpPr>
            <a:spLocks noChangeShapeType="1"/>
          </p:cNvSpPr>
          <p:nvPr/>
        </p:nvSpPr>
        <p:spPr bwMode="auto">
          <a:xfrm>
            <a:off x="6096000" y="2133600"/>
            <a:ext cx="0" cy="609600"/>
          </a:xfrm>
          <a:prstGeom prst="line">
            <a:avLst/>
          </a:prstGeom>
          <a:noFill/>
          <a:ln w="2857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0617" name="Line 37"/>
          <p:cNvSpPr>
            <a:spLocks noChangeShapeType="1"/>
          </p:cNvSpPr>
          <p:nvPr/>
        </p:nvSpPr>
        <p:spPr bwMode="auto">
          <a:xfrm>
            <a:off x="7467600" y="2133600"/>
            <a:ext cx="0" cy="609600"/>
          </a:xfrm>
          <a:prstGeom prst="line">
            <a:avLst/>
          </a:prstGeom>
          <a:noFill/>
          <a:ln w="2857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0618" name="Line 39"/>
          <p:cNvSpPr>
            <a:spLocks noChangeShapeType="1"/>
          </p:cNvSpPr>
          <p:nvPr/>
        </p:nvSpPr>
        <p:spPr bwMode="auto">
          <a:xfrm>
            <a:off x="7848600" y="3124200"/>
            <a:ext cx="457200" cy="0"/>
          </a:xfrm>
          <a:prstGeom prst="line">
            <a:avLst/>
          </a:prstGeom>
          <a:noFill/>
          <a:ln w="2857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0619" name="Text Box 41"/>
          <p:cNvSpPr txBox="1">
            <a:spLocks noChangeArrowheads="1"/>
          </p:cNvSpPr>
          <p:nvPr/>
        </p:nvSpPr>
        <p:spPr bwMode="auto">
          <a:xfrm>
            <a:off x="4724400" y="2667000"/>
            <a:ext cx="76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2400">
                <a:latin typeface="楷体_GB2312" pitchFamily="49" charset="-122"/>
              </a:rPr>
              <a:t>包2</a:t>
            </a:r>
          </a:p>
        </p:txBody>
      </p:sp>
      <p:sp>
        <p:nvSpPr>
          <p:cNvPr id="110620" name="Text Box 42"/>
          <p:cNvSpPr txBox="1">
            <a:spLocks noChangeArrowheads="1"/>
          </p:cNvSpPr>
          <p:nvPr/>
        </p:nvSpPr>
        <p:spPr bwMode="auto">
          <a:xfrm>
            <a:off x="7467600" y="1981200"/>
            <a:ext cx="76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2400">
                <a:latin typeface="楷体_GB2312" pitchFamily="49" charset="-122"/>
              </a:rPr>
              <a:t>包1</a:t>
            </a:r>
          </a:p>
        </p:txBody>
      </p:sp>
      <p:sp>
        <p:nvSpPr>
          <p:cNvPr id="110621" name="Text Box 43"/>
          <p:cNvSpPr txBox="1">
            <a:spLocks noChangeArrowheads="1"/>
          </p:cNvSpPr>
          <p:nvPr/>
        </p:nvSpPr>
        <p:spPr bwMode="auto">
          <a:xfrm>
            <a:off x="8001000" y="2687638"/>
            <a:ext cx="9144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2400">
                <a:latin typeface="楷体_GB2312" pitchFamily="49" charset="-122"/>
              </a:rPr>
              <a:t>输出通道</a:t>
            </a:r>
          </a:p>
        </p:txBody>
      </p:sp>
      <p:sp>
        <p:nvSpPr>
          <p:cNvPr id="997420" name="Text Box 44"/>
          <p:cNvSpPr txBox="1">
            <a:spLocks noChangeArrowheads="1"/>
          </p:cNvSpPr>
          <p:nvPr/>
        </p:nvSpPr>
        <p:spPr bwMode="auto">
          <a:xfrm>
            <a:off x="4648200" y="3810000"/>
            <a:ext cx="4038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defRPr/>
            </a:pPr>
            <a:r>
              <a:rPr lang="zh-CN" altLang="en-US" sz="2400" b="1">
                <a:solidFill>
                  <a:srgbClr val="FF0000"/>
                </a:solidFill>
                <a:effectLst>
                  <a:outerShdw blurRad="38100" dist="38100" dir="2700000" algn="tl">
                    <a:srgbClr val="C0C0C0"/>
                  </a:outerShdw>
                </a:effectLst>
                <a:latin typeface="楷体_GB2312" pitchFamily="49" charset="-122"/>
                <a:ea typeface="楷体_GB2312" pitchFamily="49" charset="-122"/>
              </a:rPr>
              <a:t>(</a:t>
            </a:r>
            <a:r>
              <a:rPr lang="en-US" altLang="zh-CN" sz="2400" b="1">
                <a:solidFill>
                  <a:srgbClr val="FF0000"/>
                </a:solidFill>
                <a:effectLst>
                  <a:outerShdw blurRad="38100" dist="38100" dir="2700000" algn="tl">
                    <a:srgbClr val="C0C0C0"/>
                  </a:outerShdw>
                </a:effectLst>
                <a:latin typeface="楷体_GB2312" pitchFamily="49" charset="-122"/>
                <a:ea typeface="楷体_GB2312" pitchFamily="49" charset="-122"/>
              </a:rPr>
              <a:t>b)</a:t>
            </a:r>
            <a:r>
              <a:rPr lang="zh-CN" altLang="en-US" sz="2400" b="1">
                <a:solidFill>
                  <a:srgbClr val="FF0000"/>
                </a:solidFill>
                <a:effectLst>
                  <a:outerShdw blurRad="38100" dist="38100" dir="2700000" algn="tl">
                    <a:srgbClr val="C0C0C0"/>
                  </a:outerShdw>
                </a:effectLst>
                <a:latin typeface="楷体_GB2312" pitchFamily="49" charset="-122"/>
                <a:ea typeface="楷体_GB2312" pitchFamily="49" charset="-122"/>
              </a:rPr>
              <a:t>阻塞流控制</a:t>
            </a:r>
          </a:p>
        </p:txBody>
      </p:sp>
      <p:sp>
        <p:nvSpPr>
          <p:cNvPr id="110623" name="Text Box 45"/>
          <p:cNvSpPr txBox="1">
            <a:spLocks noChangeArrowheads="1"/>
          </p:cNvSpPr>
          <p:nvPr/>
        </p:nvSpPr>
        <p:spPr bwMode="auto">
          <a:xfrm>
            <a:off x="6096000" y="1981200"/>
            <a:ext cx="914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2400">
                <a:latin typeface="楷体_GB2312" pitchFamily="49" charset="-122"/>
              </a:rPr>
              <a:t>控制</a:t>
            </a:r>
          </a:p>
        </p:txBody>
      </p:sp>
      <p:sp>
        <p:nvSpPr>
          <p:cNvPr id="110624" name="Rectangle 56"/>
          <p:cNvSpPr>
            <a:spLocks noChangeArrowheads="1"/>
          </p:cNvSpPr>
          <p:nvPr/>
        </p:nvSpPr>
        <p:spPr bwMode="auto">
          <a:xfrm>
            <a:off x="1295400" y="4724400"/>
            <a:ext cx="2667000" cy="137160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110625" name="Rectangle 57"/>
          <p:cNvSpPr>
            <a:spLocks noChangeArrowheads="1"/>
          </p:cNvSpPr>
          <p:nvPr/>
        </p:nvSpPr>
        <p:spPr bwMode="auto">
          <a:xfrm>
            <a:off x="3048000" y="5029200"/>
            <a:ext cx="762000" cy="758825"/>
          </a:xfrm>
          <a:prstGeom prst="rect">
            <a:avLst/>
          </a:prstGeom>
          <a:solidFill>
            <a:srgbClr val="99FF66"/>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2400">
                <a:latin typeface="Comic Sans MS" pitchFamily="66" charset="0"/>
              </a:rPr>
              <a:t>片缓冲区</a:t>
            </a:r>
          </a:p>
        </p:txBody>
      </p:sp>
      <p:sp>
        <p:nvSpPr>
          <p:cNvPr id="110626" name="Oval 58"/>
          <p:cNvSpPr>
            <a:spLocks noChangeArrowheads="1"/>
          </p:cNvSpPr>
          <p:nvPr/>
        </p:nvSpPr>
        <p:spPr bwMode="auto">
          <a:xfrm>
            <a:off x="1676400" y="5029200"/>
            <a:ext cx="762000" cy="762000"/>
          </a:xfrm>
          <a:prstGeom prst="ellipse">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2400">
                <a:latin typeface="Comic Sans MS" pitchFamily="66" charset="0"/>
              </a:rPr>
              <a:t>丢弃</a:t>
            </a:r>
          </a:p>
        </p:txBody>
      </p:sp>
      <p:sp>
        <p:nvSpPr>
          <p:cNvPr id="110627" name="Line 61"/>
          <p:cNvSpPr>
            <a:spLocks noChangeShapeType="1"/>
          </p:cNvSpPr>
          <p:nvPr/>
        </p:nvSpPr>
        <p:spPr bwMode="auto">
          <a:xfrm>
            <a:off x="2057400" y="4419600"/>
            <a:ext cx="0" cy="609600"/>
          </a:xfrm>
          <a:prstGeom prst="line">
            <a:avLst/>
          </a:prstGeom>
          <a:noFill/>
          <a:ln w="2857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0628" name="Line 62"/>
          <p:cNvSpPr>
            <a:spLocks noChangeShapeType="1"/>
          </p:cNvSpPr>
          <p:nvPr/>
        </p:nvSpPr>
        <p:spPr bwMode="auto">
          <a:xfrm>
            <a:off x="3429000" y="4419600"/>
            <a:ext cx="0" cy="609600"/>
          </a:xfrm>
          <a:prstGeom prst="line">
            <a:avLst/>
          </a:prstGeom>
          <a:noFill/>
          <a:ln w="2857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0629" name="Line 63"/>
          <p:cNvSpPr>
            <a:spLocks noChangeShapeType="1"/>
          </p:cNvSpPr>
          <p:nvPr/>
        </p:nvSpPr>
        <p:spPr bwMode="auto">
          <a:xfrm>
            <a:off x="3810000" y="5410200"/>
            <a:ext cx="457200" cy="0"/>
          </a:xfrm>
          <a:prstGeom prst="line">
            <a:avLst/>
          </a:prstGeom>
          <a:noFill/>
          <a:ln w="2857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0630" name="Text Box 64"/>
          <p:cNvSpPr txBox="1">
            <a:spLocks noChangeArrowheads="1"/>
          </p:cNvSpPr>
          <p:nvPr/>
        </p:nvSpPr>
        <p:spPr bwMode="auto">
          <a:xfrm>
            <a:off x="3429000" y="4267200"/>
            <a:ext cx="76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2400">
                <a:latin typeface="楷体_GB2312" pitchFamily="49" charset="-122"/>
              </a:rPr>
              <a:t>包1</a:t>
            </a:r>
          </a:p>
        </p:txBody>
      </p:sp>
      <p:sp>
        <p:nvSpPr>
          <p:cNvPr id="997442" name="Text Box 66"/>
          <p:cNvSpPr txBox="1">
            <a:spLocks noChangeArrowheads="1"/>
          </p:cNvSpPr>
          <p:nvPr/>
        </p:nvSpPr>
        <p:spPr bwMode="auto">
          <a:xfrm>
            <a:off x="609600" y="6096000"/>
            <a:ext cx="4038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defRPr/>
            </a:pPr>
            <a:r>
              <a:rPr lang="zh-CN" altLang="en-US" sz="2400" b="1" dirty="0">
                <a:solidFill>
                  <a:srgbClr val="FF0000"/>
                </a:solidFill>
                <a:effectLst>
                  <a:outerShdw blurRad="38100" dist="38100" dir="2700000" algn="tl">
                    <a:srgbClr val="C0C0C0"/>
                  </a:outerShdw>
                </a:effectLst>
                <a:latin typeface="楷体_GB2312" pitchFamily="49" charset="-122"/>
                <a:ea typeface="楷体_GB2312" pitchFamily="49" charset="-122"/>
              </a:rPr>
              <a:t>(</a:t>
            </a:r>
            <a:r>
              <a:rPr lang="en-US" altLang="zh-CN" sz="2400" b="1" dirty="0">
                <a:solidFill>
                  <a:srgbClr val="FF0000"/>
                </a:solidFill>
                <a:effectLst>
                  <a:outerShdw blurRad="38100" dist="38100" dir="2700000" algn="tl">
                    <a:srgbClr val="C0C0C0"/>
                  </a:outerShdw>
                </a:effectLst>
                <a:latin typeface="楷体_GB2312" pitchFamily="49" charset="-122"/>
                <a:ea typeface="楷体_GB2312" pitchFamily="49" charset="-122"/>
              </a:rPr>
              <a:t>c</a:t>
            </a:r>
            <a:r>
              <a:rPr lang="en-US" altLang="zh-CN" sz="2400" b="1" dirty="0" smtClean="0">
                <a:solidFill>
                  <a:srgbClr val="FF0000"/>
                </a:solidFill>
                <a:effectLst>
                  <a:outerShdw blurRad="38100" dist="38100" dir="2700000" algn="tl">
                    <a:srgbClr val="C0C0C0"/>
                  </a:outerShdw>
                </a:effectLst>
                <a:latin typeface="楷体_GB2312" pitchFamily="49" charset="-122"/>
                <a:ea typeface="楷体_GB2312" pitchFamily="49" charset="-122"/>
              </a:rPr>
              <a:t>)</a:t>
            </a:r>
            <a:r>
              <a:rPr lang="zh-CN" altLang="en-US" sz="2400" b="1" dirty="0">
                <a:solidFill>
                  <a:srgbClr val="FF0000"/>
                </a:solidFill>
                <a:effectLst>
                  <a:outerShdw blurRad="38100" dist="38100" dir="2700000" algn="tl">
                    <a:srgbClr val="C0C0C0"/>
                  </a:outerShdw>
                </a:effectLst>
                <a:latin typeface="楷体_GB2312" pitchFamily="49" charset="-122"/>
                <a:ea typeface="楷体_GB2312" pitchFamily="49" charset="-122"/>
              </a:rPr>
              <a:t>丢</a:t>
            </a:r>
            <a:r>
              <a:rPr lang="zh-CN" altLang="en-US" sz="2400" b="1" dirty="0" smtClean="0">
                <a:solidFill>
                  <a:srgbClr val="FF0000"/>
                </a:solidFill>
                <a:effectLst>
                  <a:outerShdw blurRad="38100" dist="38100" dir="2700000" algn="tl">
                    <a:srgbClr val="C0C0C0"/>
                  </a:outerShdw>
                </a:effectLst>
                <a:latin typeface="楷体_GB2312" pitchFamily="49" charset="-122"/>
                <a:ea typeface="楷体_GB2312" pitchFamily="49" charset="-122"/>
              </a:rPr>
              <a:t>弃</a:t>
            </a:r>
            <a:r>
              <a:rPr lang="zh-CN" altLang="en-US" sz="2400" b="1" dirty="0">
                <a:solidFill>
                  <a:srgbClr val="FF0000"/>
                </a:solidFill>
                <a:effectLst>
                  <a:outerShdw blurRad="38100" dist="38100" dir="2700000" algn="tl">
                    <a:srgbClr val="C0C0C0"/>
                  </a:outerShdw>
                </a:effectLst>
                <a:latin typeface="楷体_GB2312" pitchFamily="49" charset="-122"/>
                <a:ea typeface="楷体_GB2312" pitchFamily="49" charset="-122"/>
              </a:rPr>
              <a:t>并重发</a:t>
            </a:r>
          </a:p>
        </p:txBody>
      </p:sp>
      <p:sp>
        <p:nvSpPr>
          <p:cNvPr id="110632" name="Text Box 67"/>
          <p:cNvSpPr txBox="1">
            <a:spLocks noChangeArrowheads="1"/>
          </p:cNvSpPr>
          <p:nvPr/>
        </p:nvSpPr>
        <p:spPr bwMode="auto">
          <a:xfrm>
            <a:off x="2057400" y="4267200"/>
            <a:ext cx="76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2400">
                <a:latin typeface="楷体_GB2312" pitchFamily="49" charset="-122"/>
              </a:rPr>
              <a:t>包2</a:t>
            </a:r>
          </a:p>
        </p:txBody>
      </p:sp>
      <p:sp>
        <p:nvSpPr>
          <p:cNvPr id="110633" name="Line 70"/>
          <p:cNvSpPr>
            <a:spLocks noChangeShapeType="1"/>
          </p:cNvSpPr>
          <p:nvPr/>
        </p:nvSpPr>
        <p:spPr bwMode="auto">
          <a:xfrm>
            <a:off x="2438400" y="5410200"/>
            <a:ext cx="609600" cy="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0634" name="Text Box 71"/>
          <p:cNvSpPr txBox="1">
            <a:spLocks noChangeArrowheads="1"/>
          </p:cNvSpPr>
          <p:nvPr/>
        </p:nvSpPr>
        <p:spPr bwMode="auto">
          <a:xfrm>
            <a:off x="3962400" y="4973638"/>
            <a:ext cx="9144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2400">
                <a:latin typeface="楷体_GB2312" pitchFamily="49" charset="-122"/>
              </a:rPr>
              <a:t>输出通道</a:t>
            </a:r>
          </a:p>
        </p:txBody>
      </p:sp>
      <p:sp>
        <p:nvSpPr>
          <p:cNvPr id="110635" name="Rectangle 72"/>
          <p:cNvSpPr>
            <a:spLocks noChangeArrowheads="1"/>
          </p:cNvSpPr>
          <p:nvPr/>
        </p:nvSpPr>
        <p:spPr bwMode="auto">
          <a:xfrm>
            <a:off x="5334000" y="4724400"/>
            <a:ext cx="2667000" cy="137160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charset="-122"/>
            </a:endParaRPr>
          </a:p>
        </p:txBody>
      </p:sp>
      <p:sp>
        <p:nvSpPr>
          <p:cNvPr id="110636" name="Rectangle 73"/>
          <p:cNvSpPr>
            <a:spLocks noChangeArrowheads="1"/>
          </p:cNvSpPr>
          <p:nvPr/>
        </p:nvSpPr>
        <p:spPr bwMode="auto">
          <a:xfrm>
            <a:off x="7239000" y="5029200"/>
            <a:ext cx="685800" cy="758825"/>
          </a:xfrm>
          <a:prstGeom prst="rect">
            <a:avLst/>
          </a:prstGeom>
          <a:solidFill>
            <a:srgbClr val="99FF66"/>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2400">
                <a:latin typeface="Comic Sans MS" pitchFamily="66" charset="0"/>
              </a:rPr>
              <a:t>片缓冲区</a:t>
            </a:r>
          </a:p>
        </p:txBody>
      </p:sp>
      <p:sp>
        <p:nvSpPr>
          <p:cNvPr id="110637" name="Oval 74"/>
          <p:cNvSpPr>
            <a:spLocks noChangeArrowheads="1"/>
          </p:cNvSpPr>
          <p:nvPr/>
        </p:nvSpPr>
        <p:spPr bwMode="auto">
          <a:xfrm>
            <a:off x="6324600" y="5029200"/>
            <a:ext cx="685800" cy="685800"/>
          </a:xfrm>
          <a:prstGeom prst="ellipse">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2400">
                <a:latin typeface="Comic Sans MS" pitchFamily="66" charset="0"/>
              </a:rPr>
              <a:t>绕道</a:t>
            </a:r>
          </a:p>
        </p:txBody>
      </p:sp>
      <p:sp>
        <p:nvSpPr>
          <p:cNvPr id="110638" name="Line 75"/>
          <p:cNvSpPr>
            <a:spLocks noChangeShapeType="1"/>
          </p:cNvSpPr>
          <p:nvPr/>
        </p:nvSpPr>
        <p:spPr bwMode="auto">
          <a:xfrm flipH="1" flipV="1">
            <a:off x="5105400" y="5410200"/>
            <a:ext cx="304800" cy="0"/>
          </a:xfrm>
          <a:prstGeom prst="line">
            <a:avLst/>
          </a:prstGeom>
          <a:noFill/>
          <a:ln w="2857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0639" name="Line 76"/>
          <p:cNvSpPr>
            <a:spLocks noChangeShapeType="1"/>
          </p:cNvSpPr>
          <p:nvPr/>
        </p:nvSpPr>
        <p:spPr bwMode="auto">
          <a:xfrm>
            <a:off x="7620000" y="4419600"/>
            <a:ext cx="0" cy="609600"/>
          </a:xfrm>
          <a:prstGeom prst="line">
            <a:avLst/>
          </a:prstGeom>
          <a:noFill/>
          <a:ln w="2857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0640" name="Line 77"/>
          <p:cNvSpPr>
            <a:spLocks noChangeShapeType="1"/>
          </p:cNvSpPr>
          <p:nvPr/>
        </p:nvSpPr>
        <p:spPr bwMode="auto">
          <a:xfrm>
            <a:off x="7924800" y="5410200"/>
            <a:ext cx="381000" cy="0"/>
          </a:xfrm>
          <a:prstGeom prst="line">
            <a:avLst/>
          </a:prstGeom>
          <a:noFill/>
          <a:ln w="2857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0641" name="Text Box 78"/>
          <p:cNvSpPr txBox="1">
            <a:spLocks noChangeArrowheads="1"/>
          </p:cNvSpPr>
          <p:nvPr/>
        </p:nvSpPr>
        <p:spPr bwMode="auto">
          <a:xfrm>
            <a:off x="7620000" y="4267200"/>
            <a:ext cx="76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2400">
                <a:latin typeface="楷体_GB2312" pitchFamily="49" charset="-122"/>
              </a:rPr>
              <a:t>包1</a:t>
            </a:r>
          </a:p>
        </p:txBody>
      </p:sp>
      <p:sp>
        <p:nvSpPr>
          <p:cNvPr id="997455" name="Text Box 79"/>
          <p:cNvSpPr txBox="1">
            <a:spLocks noChangeArrowheads="1"/>
          </p:cNvSpPr>
          <p:nvPr/>
        </p:nvSpPr>
        <p:spPr bwMode="auto">
          <a:xfrm>
            <a:off x="4648200" y="6096000"/>
            <a:ext cx="4038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defRPr/>
            </a:pPr>
            <a:r>
              <a:rPr lang="zh-CN" altLang="en-US" sz="2400" b="1">
                <a:solidFill>
                  <a:srgbClr val="FF0000"/>
                </a:solidFill>
                <a:effectLst>
                  <a:outerShdw blurRad="38100" dist="38100" dir="2700000" algn="tl">
                    <a:srgbClr val="C0C0C0"/>
                  </a:outerShdw>
                </a:effectLst>
                <a:latin typeface="楷体_GB2312" pitchFamily="49" charset="-122"/>
                <a:ea typeface="楷体_GB2312" pitchFamily="49" charset="-122"/>
              </a:rPr>
              <a:t>(</a:t>
            </a:r>
            <a:r>
              <a:rPr lang="en-US" altLang="zh-CN" sz="2400" b="1">
                <a:solidFill>
                  <a:srgbClr val="FF0000"/>
                </a:solidFill>
                <a:effectLst>
                  <a:outerShdw blurRad="38100" dist="38100" dir="2700000" algn="tl">
                    <a:srgbClr val="C0C0C0"/>
                  </a:outerShdw>
                </a:effectLst>
                <a:latin typeface="楷体_GB2312" pitchFamily="49" charset="-122"/>
                <a:ea typeface="楷体_GB2312" pitchFamily="49" charset="-122"/>
              </a:rPr>
              <a:t>d)</a:t>
            </a:r>
            <a:r>
              <a:rPr lang="zh-CN" altLang="en-US" sz="2400" b="1">
                <a:solidFill>
                  <a:srgbClr val="FF0000"/>
                </a:solidFill>
                <a:effectLst>
                  <a:outerShdw blurRad="38100" dist="38100" dir="2700000" algn="tl">
                    <a:srgbClr val="C0C0C0"/>
                  </a:outerShdw>
                </a:effectLst>
                <a:latin typeface="楷体_GB2312" pitchFamily="49" charset="-122"/>
                <a:ea typeface="楷体_GB2312" pitchFamily="49" charset="-122"/>
              </a:rPr>
              <a:t>阻塞后绕道</a:t>
            </a:r>
          </a:p>
        </p:txBody>
      </p:sp>
      <p:sp>
        <p:nvSpPr>
          <p:cNvPr id="110643" name="Text Box 80"/>
          <p:cNvSpPr txBox="1">
            <a:spLocks noChangeArrowheads="1"/>
          </p:cNvSpPr>
          <p:nvPr/>
        </p:nvSpPr>
        <p:spPr bwMode="auto">
          <a:xfrm>
            <a:off x="6629400" y="4267200"/>
            <a:ext cx="76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2400">
                <a:latin typeface="楷体_GB2312" pitchFamily="49" charset="-122"/>
              </a:rPr>
              <a:t>包2</a:t>
            </a:r>
          </a:p>
        </p:txBody>
      </p:sp>
      <p:sp>
        <p:nvSpPr>
          <p:cNvPr id="110644" name="Line 81"/>
          <p:cNvSpPr>
            <a:spLocks noChangeShapeType="1"/>
          </p:cNvSpPr>
          <p:nvPr/>
        </p:nvSpPr>
        <p:spPr bwMode="auto">
          <a:xfrm>
            <a:off x="7010400" y="5410200"/>
            <a:ext cx="228600" cy="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0645" name="Text Box 82"/>
          <p:cNvSpPr txBox="1">
            <a:spLocks noChangeArrowheads="1"/>
          </p:cNvSpPr>
          <p:nvPr/>
        </p:nvSpPr>
        <p:spPr bwMode="auto">
          <a:xfrm>
            <a:off x="8001000" y="4973638"/>
            <a:ext cx="9144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2400">
                <a:latin typeface="楷体_GB2312" pitchFamily="49" charset="-122"/>
              </a:rPr>
              <a:t>输出通道</a:t>
            </a:r>
          </a:p>
        </p:txBody>
      </p:sp>
      <p:sp>
        <p:nvSpPr>
          <p:cNvPr id="110646" name="Rectangle 83"/>
          <p:cNvSpPr>
            <a:spLocks noChangeArrowheads="1"/>
          </p:cNvSpPr>
          <p:nvPr/>
        </p:nvSpPr>
        <p:spPr bwMode="auto">
          <a:xfrm>
            <a:off x="5410200" y="5029200"/>
            <a:ext cx="685800" cy="758825"/>
          </a:xfrm>
          <a:prstGeom prst="rect">
            <a:avLst/>
          </a:prstGeom>
          <a:solidFill>
            <a:srgbClr val="99FF66"/>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2400">
                <a:latin typeface="Comic Sans MS" pitchFamily="66" charset="0"/>
              </a:rPr>
              <a:t>片缓冲区</a:t>
            </a:r>
          </a:p>
        </p:txBody>
      </p:sp>
      <p:sp>
        <p:nvSpPr>
          <p:cNvPr id="110647" name="Line 84"/>
          <p:cNvSpPr>
            <a:spLocks noChangeShapeType="1"/>
          </p:cNvSpPr>
          <p:nvPr/>
        </p:nvSpPr>
        <p:spPr bwMode="auto">
          <a:xfrm flipH="1" flipV="1">
            <a:off x="6096000" y="5410200"/>
            <a:ext cx="228600" cy="0"/>
          </a:xfrm>
          <a:prstGeom prst="line">
            <a:avLst/>
          </a:prstGeom>
          <a:noFill/>
          <a:ln w="2857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0648" name="Line 85"/>
          <p:cNvSpPr>
            <a:spLocks noChangeShapeType="1"/>
          </p:cNvSpPr>
          <p:nvPr/>
        </p:nvSpPr>
        <p:spPr bwMode="auto">
          <a:xfrm>
            <a:off x="6629400" y="4419600"/>
            <a:ext cx="0" cy="609600"/>
          </a:xfrm>
          <a:prstGeom prst="line">
            <a:avLst/>
          </a:prstGeom>
          <a:noFill/>
          <a:ln w="2857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0649" name="Line 86"/>
          <p:cNvSpPr>
            <a:spLocks noChangeShapeType="1"/>
          </p:cNvSpPr>
          <p:nvPr/>
        </p:nvSpPr>
        <p:spPr bwMode="auto">
          <a:xfrm>
            <a:off x="685800" y="4267200"/>
            <a:ext cx="82296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0650" name="Line 87"/>
          <p:cNvSpPr>
            <a:spLocks noChangeShapeType="1"/>
          </p:cNvSpPr>
          <p:nvPr/>
        </p:nvSpPr>
        <p:spPr bwMode="auto">
          <a:xfrm flipV="1">
            <a:off x="4724400" y="2057400"/>
            <a:ext cx="0" cy="449580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8402" name="Rectangle 2"/>
          <p:cNvSpPr>
            <a:spLocks noGrp="1" noChangeArrowheads="1"/>
          </p:cNvSpPr>
          <p:nvPr>
            <p:ph type="title"/>
          </p:nvPr>
        </p:nvSpPr>
        <p:spPr/>
        <p:txBody>
          <a:bodyPr/>
          <a:lstStyle/>
          <a:p>
            <a:pPr eaLnBrk="1" hangingPunct="1">
              <a:defRPr/>
            </a:pPr>
            <a:r>
              <a:rPr lang="zh-CN" altLang="en-US" smtClean="0"/>
              <a:t>寻径算法</a:t>
            </a:r>
          </a:p>
        </p:txBody>
      </p:sp>
      <p:sp>
        <p:nvSpPr>
          <p:cNvPr id="11161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消息传递机制</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流控制策略</a:t>
            </a:r>
            <a:endParaRPr lang="zh-CN" altLang="en-US" sz="1200" b="0">
              <a:latin typeface="Times New Roman" pitchFamily="18" charset="0"/>
              <a:ea typeface="幼圆" pitchFamily="49" charset="-122"/>
            </a:endParaRPr>
          </a:p>
        </p:txBody>
      </p:sp>
      <p:sp>
        <p:nvSpPr>
          <p:cNvPr id="998404" name="Rectangle 4"/>
          <p:cNvSpPr>
            <a:spLocks noGrp="1" noChangeArrowheads="1"/>
          </p:cNvSpPr>
          <p:nvPr>
            <p:ph type="body" idx="1"/>
          </p:nvPr>
        </p:nvSpPr>
        <p:spPr>
          <a:xfrm>
            <a:off x="809625" y="1916113"/>
            <a:ext cx="7958138" cy="4637087"/>
          </a:xfrm>
        </p:spPr>
        <p:txBody>
          <a:bodyPr/>
          <a:lstStyle/>
          <a:p>
            <a:pPr marL="0" indent="0" eaLnBrk="1" hangingPunct="1">
              <a:lnSpc>
                <a:spcPct val="105000"/>
              </a:lnSpc>
              <a:buFont typeface="Wingdings" pitchFamily="2" charset="2"/>
              <a:buNone/>
              <a:defRPr/>
            </a:pPr>
            <a:r>
              <a:rPr lang="zh-CN" altLang="en-US" sz="2800" dirty="0" smtClean="0"/>
              <a:t>        寻径算法的目的是</a:t>
            </a:r>
            <a:r>
              <a:rPr lang="zh-CN" altLang="en-US" sz="2800" dirty="0" smtClean="0">
                <a:solidFill>
                  <a:srgbClr val="FF0000"/>
                </a:solidFill>
                <a:effectLst>
                  <a:outerShdw blurRad="38100" dist="38100" dir="2700000" algn="tl">
                    <a:srgbClr val="C0C0C0"/>
                  </a:outerShdw>
                </a:effectLst>
              </a:rPr>
              <a:t>找出一条从源节点到目的节点的路径</a:t>
            </a:r>
            <a:r>
              <a:rPr lang="zh-CN" altLang="en-US" sz="2800" dirty="0" smtClean="0"/>
              <a:t>以便传送消息。寻径算法可分为两大类（都需要无死锁算法</a:t>
            </a:r>
            <a:r>
              <a:rPr lang="zh-CN" altLang="en-US" sz="2800" dirty="0" smtClean="0">
                <a:sym typeface="Wingdings" pitchFamily="2" charset="2"/>
              </a:rPr>
              <a:t>）</a:t>
            </a:r>
            <a:endParaRPr lang="zh-CN" altLang="en-US" sz="2800" dirty="0" smtClean="0"/>
          </a:p>
          <a:p>
            <a:pPr marL="0" indent="0" eaLnBrk="1" hangingPunct="1">
              <a:lnSpc>
                <a:spcPct val="105000"/>
              </a:lnSpc>
              <a:defRPr/>
            </a:pPr>
            <a:r>
              <a:rPr lang="zh-CN" altLang="en-US" sz="2800" dirty="0" smtClean="0"/>
              <a:t>  </a:t>
            </a:r>
            <a:r>
              <a:rPr lang="zh-CN" altLang="en-US" sz="2800" dirty="0" smtClean="0">
                <a:hlinkClick r:id="rId6" action="ppaction://hlinksldjump"/>
              </a:rPr>
              <a:t>确定寻径算法</a:t>
            </a:r>
            <a:endParaRPr lang="zh-CN" altLang="en-US" sz="2800" dirty="0" smtClean="0"/>
          </a:p>
          <a:p>
            <a:pPr marL="0" indent="0" eaLnBrk="1" hangingPunct="1">
              <a:lnSpc>
                <a:spcPct val="105000"/>
              </a:lnSpc>
              <a:buFont typeface="Wingdings" pitchFamily="2" charset="2"/>
              <a:buNone/>
              <a:defRPr/>
            </a:pPr>
            <a:r>
              <a:rPr lang="zh-CN" altLang="en-US" sz="2800" dirty="0" smtClean="0"/>
              <a:t>    寻找的路径是预先唯一确定的，完全根据源和目的地址确定，与网络的状况无关。</a:t>
            </a:r>
          </a:p>
          <a:p>
            <a:pPr marL="0" indent="0" eaLnBrk="1" hangingPunct="1">
              <a:lnSpc>
                <a:spcPct val="105000"/>
              </a:lnSpc>
              <a:defRPr/>
            </a:pPr>
            <a:r>
              <a:rPr lang="zh-CN" altLang="en-US" sz="2800" dirty="0" smtClean="0"/>
              <a:t>  </a:t>
            </a:r>
            <a:r>
              <a:rPr lang="zh-CN" altLang="en-US" sz="2800" dirty="0" smtClean="0">
                <a:hlinkClick r:id="rId7" action="ppaction://hlinksldjump"/>
              </a:rPr>
              <a:t>自适应寻径算法</a:t>
            </a:r>
            <a:endParaRPr lang="zh-CN" altLang="en-US" sz="2800" dirty="0" smtClean="0"/>
          </a:p>
          <a:p>
            <a:pPr marL="0" indent="0" eaLnBrk="1" hangingPunct="1">
              <a:lnSpc>
                <a:spcPct val="105000"/>
              </a:lnSpc>
              <a:buFont typeface="Wingdings" pitchFamily="2" charset="2"/>
              <a:buNone/>
              <a:defRPr/>
            </a:pPr>
            <a:r>
              <a:rPr lang="zh-CN" altLang="en-US" sz="2800" dirty="0" smtClean="0"/>
              <a:t>    寻找的路径可能会有多条，取决于网络的状况。可采用虚拟通道避免死锁。</a:t>
            </a:r>
          </a:p>
        </p:txBody>
      </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9426" name="Rectangle 2"/>
          <p:cNvSpPr>
            <a:spLocks noGrp="1" noChangeArrowheads="1"/>
          </p:cNvSpPr>
          <p:nvPr>
            <p:ph type="title"/>
          </p:nvPr>
        </p:nvSpPr>
        <p:spPr/>
        <p:txBody>
          <a:bodyPr/>
          <a:lstStyle/>
          <a:p>
            <a:pPr eaLnBrk="1" hangingPunct="1">
              <a:defRPr/>
            </a:pPr>
            <a:r>
              <a:rPr lang="zh-CN" altLang="en-US" smtClean="0"/>
              <a:t>确定寻径算法</a:t>
            </a:r>
          </a:p>
        </p:txBody>
      </p:sp>
      <p:sp>
        <p:nvSpPr>
          <p:cNvPr id="11264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消息传递机制</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流控制策略</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寻径算法</a:t>
            </a:r>
            <a:endParaRPr lang="zh-CN" altLang="en-US" sz="1200" b="0">
              <a:latin typeface="Times New Roman" pitchFamily="18" charset="0"/>
              <a:ea typeface="幼圆" pitchFamily="49" charset="-122"/>
            </a:endParaRPr>
          </a:p>
        </p:txBody>
      </p:sp>
      <p:sp>
        <p:nvSpPr>
          <p:cNvPr id="999429" name="Rectangle 5"/>
          <p:cNvSpPr>
            <a:spLocks noGrp="1" noChangeArrowheads="1"/>
          </p:cNvSpPr>
          <p:nvPr>
            <p:ph type="body" idx="1"/>
          </p:nvPr>
        </p:nvSpPr>
        <p:spPr/>
        <p:txBody>
          <a:bodyPr/>
          <a:lstStyle/>
          <a:p>
            <a:pPr marL="0" indent="0" eaLnBrk="1" hangingPunct="1">
              <a:lnSpc>
                <a:spcPct val="120000"/>
              </a:lnSpc>
              <a:buFont typeface="Wingdings" pitchFamily="2" charset="2"/>
              <a:buNone/>
              <a:defRPr/>
            </a:pPr>
            <a:r>
              <a:rPr lang="zh-CN" altLang="en-US" smtClean="0"/>
              <a:t>       例如：</a:t>
            </a:r>
            <a:r>
              <a:rPr lang="zh-CN" altLang="en-US" smtClean="0">
                <a:solidFill>
                  <a:srgbClr val="FF0000"/>
                </a:solidFill>
                <a:effectLst>
                  <a:outerShdw blurRad="38100" dist="38100" dir="2700000" algn="tl">
                    <a:srgbClr val="C0C0C0"/>
                  </a:outerShdw>
                </a:effectLst>
              </a:rPr>
              <a:t>维序寻径</a:t>
            </a:r>
            <a:r>
              <a:rPr lang="zh-CN" altLang="en-US" smtClean="0"/>
              <a:t>，是一种在多维网络中按照维序的特定顺序来选择后继通道。</a:t>
            </a:r>
          </a:p>
          <a:p>
            <a:pPr marL="0" indent="0" eaLnBrk="1" hangingPunct="1">
              <a:lnSpc>
                <a:spcPct val="120000"/>
              </a:lnSpc>
              <a:spcBef>
                <a:spcPct val="40000"/>
              </a:spcBef>
              <a:buFont typeface="Wingdings" pitchFamily="2" charset="2"/>
              <a:buNone/>
              <a:defRPr/>
            </a:pPr>
            <a:r>
              <a:rPr lang="zh-CN" altLang="en-US" smtClean="0"/>
              <a:t>       维序寻径在二维网格网络中称为</a:t>
            </a:r>
            <a:r>
              <a:rPr lang="en-US" altLang="zh-CN" smtClean="0">
                <a:hlinkClick r:id="rId7" action="ppaction://hlinksldjump"/>
              </a:rPr>
              <a:t>X-Y</a:t>
            </a:r>
            <a:r>
              <a:rPr lang="zh-CN" altLang="en-US" smtClean="0">
                <a:hlinkClick r:id="rId7" action="ppaction://hlinksldjump"/>
              </a:rPr>
              <a:t>寻径</a:t>
            </a:r>
            <a:r>
              <a:rPr lang="zh-CN" altLang="en-US" smtClean="0"/>
              <a:t>，在三维网格网络中称为</a:t>
            </a:r>
            <a:r>
              <a:rPr lang="en-US" altLang="zh-CN" smtClean="0"/>
              <a:t>X-Y-Z</a:t>
            </a:r>
            <a:r>
              <a:rPr lang="zh-CN" altLang="en-US" smtClean="0"/>
              <a:t>寻径，…</a:t>
            </a:r>
          </a:p>
          <a:p>
            <a:pPr marL="0" indent="0" eaLnBrk="1" hangingPunct="1">
              <a:lnSpc>
                <a:spcPct val="120000"/>
              </a:lnSpc>
              <a:spcBef>
                <a:spcPct val="40000"/>
              </a:spcBef>
              <a:buFont typeface="Wingdings" pitchFamily="2" charset="2"/>
              <a:buNone/>
              <a:defRPr/>
            </a:pPr>
            <a:r>
              <a:rPr lang="zh-CN" altLang="en-US" smtClean="0"/>
              <a:t>       维序寻径在超立方体（</a:t>
            </a:r>
            <a:r>
              <a:rPr lang="en-US" altLang="zh-CN" smtClean="0"/>
              <a:t>n</a:t>
            </a:r>
            <a:r>
              <a:rPr lang="zh-CN" altLang="en-US" smtClean="0"/>
              <a:t>维立方体）网络中称为</a:t>
            </a:r>
            <a:r>
              <a:rPr lang="en-US" altLang="zh-CN" smtClean="0">
                <a:hlinkClick r:id="rId8" action="ppaction://hlinksldjump"/>
              </a:rPr>
              <a:t>E</a:t>
            </a:r>
            <a:r>
              <a:rPr lang="zh-CN" altLang="en-US" smtClean="0">
                <a:hlinkClick r:id="rId8" action="ppaction://hlinksldjump"/>
              </a:rPr>
              <a:t>立方体寻径</a:t>
            </a:r>
            <a:r>
              <a:rPr lang="zh-CN" altLang="en-US" smtClean="0"/>
              <a:t>（</a:t>
            </a:r>
            <a:r>
              <a:rPr lang="en-US" altLang="zh-CN" smtClean="0"/>
              <a:t>E-cube routing）。</a:t>
            </a:r>
          </a:p>
        </p:txBody>
      </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474" name="Rectangle 2"/>
          <p:cNvSpPr>
            <a:spLocks noGrp="1" noChangeArrowheads="1"/>
          </p:cNvSpPr>
          <p:nvPr>
            <p:ph type="title"/>
          </p:nvPr>
        </p:nvSpPr>
        <p:spPr/>
        <p:txBody>
          <a:bodyPr/>
          <a:lstStyle/>
          <a:p>
            <a:pPr eaLnBrk="1" hangingPunct="1">
              <a:defRPr/>
            </a:pPr>
            <a:r>
              <a:rPr lang="en-US" altLang="zh-CN" smtClean="0"/>
              <a:t>X-Y</a:t>
            </a:r>
            <a:r>
              <a:rPr lang="zh-CN" altLang="en-US" smtClean="0"/>
              <a:t>寻径</a:t>
            </a:r>
          </a:p>
        </p:txBody>
      </p:sp>
      <p:sp>
        <p:nvSpPr>
          <p:cNvPr id="11366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消息传递机制</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流控制策略</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寻径算法</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7" action="ppaction://hlinksldjump"/>
              </a:rPr>
              <a:t>确定寻径算法</a:t>
            </a:r>
            <a:endParaRPr lang="zh-CN" altLang="en-US" sz="1200" b="0">
              <a:latin typeface="Times New Roman" pitchFamily="18" charset="0"/>
              <a:ea typeface="幼圆" pitchFamily="49" charset="-122"/>
            </a:endParaRPr>
          </a:p>
        </p:txBody>
      </p:sp>
      <p:sp>
        <p:nvSpPr>
          <p:cNvPr id="1001477" name="Rectangle 5"/>
          <p:cNvSpPr>
            <a:spLocks noGrp="1" noChangeArrowheads="1"/>
          </p:cNvSpPr>
          <p:nvPr>
            <p:ph type="body" idx="1"/>
          </p:nvPr>
        </p:nvSpPr>
        <p:spPr/>
        <p:txBody>
          <a:bodyPr/>
          <a:lstStyle/>
          <a:p>
            <a:pPr marL="0" indent="0" eaLnBrk="1" hangingPunct="1">
              <a:lnSpc>
                <a:spcPct val="130000"/>
              </a:lnSpc>
              <a:buFont typeface="Wingdings" pitchFamily="2" charset="2"/>
              <a:buNone/>
              <a:defRPr/>
            </a:pPr>
            <a:r>
              <a:rPr lang="zh-CN" altLang="en-US" dirty="0" smtClean="0"/>
              <a:t>       假定从任意源节点</a:t>
            </a:r>
            <a:r>
              <a:rPr lang="en-US" altLang="zh-CN" dirty="0" smtClean="0"/>
              <a:t>s=(x</a:t>
            </a:r>
            <a:r>
              <a:rPr lang="en-US" altLang="zh-CN" baseline="-25000" dirty="0" smtClean="0"/>
              <a:t>1</a:t>
            </a:r>
            <a:r>
              <a:rPr lang="en-US" altLang="zh-CN" dirty="0" smtClean="0"/>
              <a:t>,y</a:t>
            </a:r>
            <a:r>
              <a:rPr lang="en-US" altLang="zh-CN" baseline="-25000" dirty="0" smtClean="0"/>
              <a:t>1</a:t>
            </a:r>
            <a:r>
              <a:rPr lang="en-US" altLang="zh-CN" dirty="0" smtClean="0"/>
              <a:t>)</a:t>
            </a:r>
            <a:r>
              <a:rPr lang="zh-CN" altLang="en-US" dirty="0" smtClean="0"/>
              <a:t>到任意目的节点</a:t>
            </a:r>
            <a:r>
              <a:rPr lang="en-US" altLang="zh-CN" dirty="0" smtClean="0"/>
              <a:t>d=(x</a:t>
            </a:r>
            <a:r>
              <a:rPr lang="en-US" altLang="zh-CN" baseline="-25000" dirty="0" smtClean="0"/>
              <a:t>2</a:t>
            </a:r>
            <a:r>
              <a:rPr lang="en-US" altLang="zh-CN" dirty="0" smtClean="0"/>
              <a:t>,y</a:t>
            </a:r>
            <a:r>
              <a:rPr lang="en-US" altLang="zh-CN" baseline="-25000" dirty="0" smtClean="0"/>
              <a:t>2</a:t>
            </a:r>
            <a:r>
              <a:rPr lang="en-US" altLang="zh-CN" dirty="0" smtClean="0"/>
              <a:t>)，</a:t>
            </a:r>
            <a:r>
              <a:rPr lang="zh-CN" altLang="en-US" dirty="0" smtClean="0"/>
              <a:t>寻径从</a:t>
            </a:r>
            <a:r>
              <a:rPr lang="en-US" altLang="zh-CN" dirty="0" smtClean="0"/>
              <a:t>s</a:t>
            </a:r>
            <a:r>
              <a:rPr lang="zh-CN" altLang="en-US" dirty="0" smtClean="0"/>
              <a:t>开始，首先沿</a:t>
            </a:r>
            <a:r>
              <a:rPr lang="en-US" altLang="zh-CN" dirty="0" smtClean="0"/>
              <a:t>X</a:t>
            </a:r>
            <a:r>
              <a:rPr lang="zh-CN" altLang="en-US" dirty="0" smtClean="0"/>
              <a:t>方向前进到</a:t>
            </a:r>
            <a:r>
              <a:rPr lang="en-US" altLang="zh-CN" dirty="0" smtClean="0"/>
              <a:t>d</a:t>
            </a:r>
            <a:r>
              <a:rPr lang="zh-CN" altLang="en-US" dirty="0" smtClean="0"/>
              <a:t>所在的第</a:t>
            </a:r>
            <a:r>
              <a:rPr lang="en-US" altLang="zh-CN" dirty="0" smtClean="0"/>
              <a:t>x</a:t>
            </a:r>
            <a:r>
              <a:rPr lang="en-US" altLang="zh-CN" baseline="-25000" dirty="0" smtClean="0"/>
              <a:t>2</a:t>
            </a:r>
            <a:r>
              <a:rPr lang="zh-CN" altLang="en-US" dirty="0" smtClean="0"/>
              <a:t>列，然后沿</a:t>
            </a:r>
            <a:r>
              <a:rPr lang="en-US" altLang="zh-CN" dirty="0" smtClean="0"/>
              <a:t>Y</a:t>
            </a:r>
            <a:r>
              <a:rPr lang="zh-CN" altLang="en-US" dirty="0" smtClean="0"/>
              <a:t>方向一直前进到</a:t>
            </a:r>
            <a:r>
              <a:rPr lang="en-US" altLang="zh-CN" dirty="0" smtClean="0"/>
              <a:t>d。</a:t>
            </a:r>
          </a:p>
          <a:p>
            <a:pPr marL="0" indent="0" eaLnBrk="1" hangingPunct="1">
              <a:lnSpc>
                <a:spcPct val="130000"/>
              </a:lnSpc>
              <a:spcBef>
                <a:spcPct val="50000"/>
              </a:spcBef>
              <a:buFont typeface="Wingdings" pitchFamily="2" charset="2"/>
              <a:buNone/>
              <a:defRPr/>
            </a:pPr>
            <a:r>
              <a:rPr lang="en-US" altLang="zh-CN" dirty="0" smtClean="0"/>
              <a:t>       X-Y</a:t>
            </a:r>
            <a:r>
              <a:rPr lang="zh-CN" altLang="en-US" dirty="0" smtClean="0"/>
              <a:t>寻径共有四种寻址模式：</a:t>
            </a:r>
            <a:r>
              <a:rPr lang="zh-CN" altLang="en-US" dirty="0" smtClean="0">
                <a:solidFill>
                  <a:srgbClr val="FF0000"/>
                </a:solidFill>
                <a:effectLst>
                  <a:outerShdw blurRad="38100" dist="38100" dir="2700000" algn="tl">
                    <a:srgbClr val="C0C0C0"/>
                  </a:outerShdw>
                </a:effectLst>
              </a:rPr>
              <a:t>东-北</a:t>
            </a:r>
            <a:r>
              <a:rPr lang="zh-CN" altLang="en-US" dirty="0" smtClean="0"/>
              <a:t>、</a:t>
            </a:r>
            <a:r>
              <a:rPr lang="zh-CN" altLang="en-US" dirty="0" smtClean="0">
                <a:solidFill>
                  <a:srgbClr val="FF0000"/>
                </a:solidFill>
                <a:effectLst>
                  <a:outerShdw blurRad="38100" dist="38100" dir="2700000" algn="tl">
                    <a:srgbClr val="C0C0C0"/>
                  </a:outerShdw>
                </a:effectLst>
              </a:rPr>
              <a:t>东-南</a:t>
            </a:r>
            <a:r>
              <a:rPr lang="zh-CN" altLang="en-US" dirty="0" smtClean="0"/>
              <a:t>、</a:t>
            </a:r>
            <a:r>
              <a:rPr lang="zh-CN" altLang="en-US" dirty="0" smtClean="0">
                <a:solidFill>
                  <a:srgbClr val="FF0000"/>
                </a:solidFill>
                <a:effectLst>
                  <a:outerShdw blurRad="38100" dist="38100" dir="2700000" algn="tl">
                    <a:srgbClr val="C0C0C0"/>
                  </a:outerShdw>
                </a:effectLst>
              </a:rPr>
              <a:t>西-北</a:t>
            </a:r>
            <a:r>
              <a:rPr lang="zh-CN" altLang="en-US" dirty="0" smtClean="0"/>
              <a:t>、</a:t>
            </a:r>
            <a:r>
              <a:rPr lang="zh-CN" altLang="en-US" dirty="0" smtClean="0">
                <a:solidFill>
                  <a:srgbClr val="FF0000"/>
                </a:solidFill>
                <a:effectLst>
                  <a:outerShdw blurRad="38100" dist="38100" dir="2700000" algn="tl">
                    <a:srgbClr val="C0C0C0"/>
                  </a:outerShdw>
                </a:effectLst>
              </a:rPr>
              <a:t>西-南</a:t>
            </a:r>
            <a:r>
              <a:rPr lang="zh-CN" altLang="en-US" dirty="0" smtClean="0"/>
              <a:t>。例子见后图。</a:t>
            </a:r>
          </a:p>
        </p:txBody>
      </p:sp>
      <p:sp>
        <p:nvSpPr>
          <p:cNvPr id="113669"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2 之 1</a:t>
            </a:r>
          </a:p>
        </p:txBody>
      </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2498" name="Rectangle 2"/>
          <p:cNvSpPr>
            <a:spLocks noGrp="1" noChangeArrowheads="1"/>
          </p:cNvSpPr>
          <p:nvPr>
            <p:ph type="title"/>
          </p:nvPr>
        </p:nvSpPr>
        <p:spPr/>
        <p:txBody>
          <a:bodyPr/>
          <a:lstStyle/>
          <a:p>
            <a:pPr eaLnBrk="1" hangingPunct="1">
              <a:defRPr/>
            </a:pPr>
            <a:r>
              <a:rPr lang="zh-CN" altLang="en-US" sz="4400" smtClean="0"/>
              <a:t>举  例</a:t>
            </a:r>
          </a:p>
        </p:txBody>
      </p:sp>
      <p:sp>
        <p:nvSpPr>
          <p:cNvPr id="11469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消息传递机制</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流控制策略</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寻径算法</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7" action="ppaction://hlinksldjump"/>
              </a:rPr>
              <a:t>确定寻径算法</a:t>
            </a:r>
            <a:endParaRPr lang="zh-CN" altLang="en-US" sz="1200" b="0">
              <a:latin typeface="Times New Roman" pitchFamily="18" charset="0"/>
              <a:ea typeface="幼圆" pitchFamily="49" charset="-122"/>
            </a:endParaRPr>
          </a:p>
        </p:txBody>
      </p:sp>
      <p:sp>
        <p:nvSpPr>
          <p:cNvPr id="114692" name="Rectangle 6"/>
          <p:cNvSpPr>
            <a:spLocks noChangeArrowheads="1"/>
          </p:cNvSpPr>
          <p:nvPr/>
        </p:nvSpPr>
        <p:spPr bwMode="auto">
          <a:xfrm>
            <a:off x="3810000" y="2117725"/>
            <a:ext cx="609600" cy="533400"/>
          </a:xfrm>
          <a:prstGeom prst="rect">
            <a:avLst/>
          </a:prstGeom>
          <a:solidFill>
            <a:srgbClr val="E3E383"/>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2000">
                <a:latin typeface="Comic Sans MS" pitchFamily="66" charset="0"/>
              </a:rPr>
              <a:t>0,3</a:t>
            </a:r>
          </a:p>
        </p:txBody>
      </p:sp>
      <p:sp>
        <p:nvSpPr>
          <p:cNvPr id="114693" name="Rectangle 7"/>
          <p:cNvSpPr>
            <a:spLocks noChangeArrowheads="1"/>
          </p:cNvSpPr>
          <p:nvPr/>
        </p:nvSpPr>
        <p:spPr bwMode="auto">
          <a:xfrm>
            <a:off x="3810000" y="3260725"/>
            <a:ext cx="609600" cy="53340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2000">
                <a:latin typeface="Comic Sans MS" pitchFamily="66" charset="0"/>
              </a:rPr>
              <a:t>0,2</a:t>
            </a:r>
          </a:p>
        </p:txBody>
      </p:sp>
      <p:sp>
        <p:nvSpPr>
          <p:cNvPr id="114694" name="Rectangle 8"/>
          <p:cNvSpPr>
            <a:spLocks noChangeArrowheads="1"/>
          </p:cNvSpPr>
          <p:nvPr/>
        </p:nvSpPr>
        <p:spPr bwMode="auto">
          <a:xfrm>
            <a:off x="3810000" y="4403725"/>
            <a:ext cx="609600" cy="53340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2000">
                <a:latin typeface="Comic Sans MS" pitchFamily="66" charset="0"/>
              </a:rPr>
              <a:t>0,1</a:t>
            </a:r>
          </a:p>
        </p:txBody>
      </p:sp>
      <p:sp>
        <p:nvSpPr>
          <p:cNvPr id="114695" name="Rectangle 9"/>
          <p:cNvSpPr>
            <a:spLocks noChangeArrowheads="1"/>
          </p:cNvSpPr>
          <p:nvPr/>
        </p:nvSpPr>
        <p:spPr bwMode="auto">
          <a:xfrm>
            <a:off x="3810000" y="5546725"/>
            <a:ext cx="609600" cy="533400"/>
          </a:xfrm>
          <a:prstGeom prst="rect">
            <a:avLst/>
          </a:prstGeom>
          <a:solidFill>
            <a:srgbClr val="0099FF"/>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2000">
                <a:latin typeface="Comic Sans MS" pitchFamily="66" charset="0"/>
              </a:rPr>
              <a:t>0,0</a:t>
            </a:r>
          </a:p>
        </p:txBody>
      </p:sp>
      <p:sp>
        <p:nvSpPr>
          <p:cNvPr id="114696" name="Line 10"/>
          <p:cNvSpPr>
            <a:spLocks noChangeShapeType="1"/>
          </p:cNvSpPr>
          <p:nvPr/>
        </p:nvSpPr>
        <p:spPr bwMode="auto">
          <a:xfrm>
            <a:off x="4114800" y="2651125"/>
            <a:ext cx="0" cy="6096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4697" name="Line 11"/>
          <p:cNvSpPr>
            <a:spLocks noChangeShapeType="1"/>
          </p:cNvSpPr>
          <p:nvPr/>
        </p:nvSpPr>
        <p:spPr bwMode="auto">
          <a:xfrm>
            <a:off x="4114800" y="3794125"/>
            <a:ext cx="0" cy="6096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4698" name="Line 12"/>
          <p:cNvSpPr>
            <a:spLocks noChangeShapeType="1"/>
          </p:cNvSpPr>
          <p:nvPr/>
        </p:nvSpPr>
        <p:spPr bwMode="auto">
          <a:xfrm>
            <a:off x="4114800" y="4937125"/>
            <a:ext cx="0" cy="6096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4699" name="Rectangle 13"/>
          <p:cNvSpPr>
            <a:spLocks noChangeArrowheads="1"/>
          </p:cNvSpPr>
          <p:nvPr/>
        </p:nvSpPr>
        <p:spPr bwMode="auto">
          <a:xfrm>
            <a:off x="5257800" y="2117725"/>
            <a:ext cx="609600" cy="533400"/>
          </a:xfrm>
          <a:prstGeom prst="rect">
            <a:avLst/>
          </a:prstGeom>
          <a:solidFill>
            <a:srgbClr val="99FF66"/>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2000">
                <a:latin typeface="Comic Sans MS" pitchFamily="66" charset="0"/>
              </a:rPr>
              <a:t>1,3</a:t>
            </a:r>
          </a:p>
        </p:txBody>
      </p:sp>
      <p:sp>
        <p:nvSpPr>
          <p:cNvPr id="114700" name="Rectangle 14"/>
          <p:cNvSpPr>
            <a:spLocks noChangeArrowheads="1"/>
          </p:cNvSpPr>
          <p:nvPr/>
        </p:nvSpPr>
        <p:spPr bwMode="auto">
          <a:xfrm>
            <a:off x="5257800" y="3260725"/>
            <a:ext cx="609600" cy="533400"/>
          </a:xfrm>
          <a:prstGeom prst="rect">
            <a:avLst/>
          </a:prstGeom>
          <a:solidFill>
            <a:srgbClr val="E3E383"/>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2000">
                <a:latin typeface="Comic Sans MS" pitchFamily="66" charset="0"/>
              </a:rPr>
              <a:t>1,2</a:t>
            </a:r>
          </a:p>
        </p:txBody>
      </p:sp>
      <p:sp>
        <p:nvSpPr>
          <p:cNvPr id="114701" name="Rectangle 15"/>
          <p:cNvSpPr>
            <a:spLocks noChangeArrowheads="1"/>
          </p:cNvSpPr>
          <p:nvPr/>
        </p:nvSpPr>
        <p:spPr bwMode="auto">
          <a:xfrm>
            <a:off x="5257800" y="4403725"/>
            <a:ext cx="609600" cy="533400"/>
          </a:xfrm>
          <a:prstGeom prst="rect">
            <a:avLst/>
          </a:prstGeom>
          <a:solidFill>
            <a:srgbClr val="0099FF"/>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2000">
                <a:latin typeface="Comic Sans MS" pitchFamily="66" charset="0"/>
              </a:rPr>
              <a:t>1,1</a:t>
            </a:r>
          </a:p>
        </p:txBody>
      </p:sp>
      <p:sp>
        <p:nvSpPr>
          <p:cNvPr id="114702" name="Rectangle 16"/>
          <p:cNvSpPr>
            <a:spLocks noChangeArrowheads="1"/>
          </p:cNvSpPr>
          <p:nvPr/>
        </p:nvSpPr>
        <p:spPr bwMode="auto">
          <a:xfrm>
            <a:off x="5257800" y="5546725"/>
            <a:ext cx="609600" cy="53340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0099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2000">
                <a:latin typeface="Comic Sans MS" pitchFamily="66" charset="0"/>
              </a:rPr>
              <a:t>1,0</a:t>
            </a:r>
          </a:p>
        </p:txBody>
      </p:sp>
      <p:sp>
        <p:nvSpPr>
          <p:cNvPr id="114703" name="Line 17"/>
          <p:cNvSpPr>
            <a:spLocks noChangeShapeType="1"/>
          </p:cNvSpPr>
          <p:nvPr/>
        </p:nvSpPr>
        <p:spPr bwMode="auto">
          <a:xfrm>
            <a:off x="5562600" y="2651125"/>
            <a:ext cx="0" cy="6096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4704" name="Line 18"/>
          <p:cNvSpPr>
            <a:spLocks noChangeShapeType="1"/>
          </p:cNvSpPr>
          <p:nvPr/>
        </p:nvSpPr>
        <p:spPr bwMode="auto">
          <a:xfrm>
            <a:off x="5562600" y="3794125"/>
            <a:ext cx="0" cy="6096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4705" name="Line 19"/>
          <p:cNvSpPr>
            <a:spLocks noChangeShapeType="1"/>
          </p:cNvSpPr>
          <p:nvPr/>
        </p:nvSpPr>
        <p:spPr bwMode="auto">
          <a:xfrm>
            <a:off x="5562600" y="4937125"/>
            <a:ext cx="0" cy="6096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4706" name="Line 20"/>
          <p:cNvSpPr>
            <a:spLocks noChangeShapeType="1"/>
          </p:cNvSpPr>
          <p:nvPr/>
        </p:nvSpPr>
        <p:spPr bwMode="auto">
          <a:xfrm>
            <a:off x="4419600" y="2422525"/>
            <a:ext cx="8382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4707" name="Line 21"/>
          <p:cNvSpPr>
            <a:spLocks noChangeShapeType="1"/>
          </p:cNvSpPr>
          <p:nvPr/>
        </p:nvSpPr>
        <p:spPr bwMode="auto">
          <a:xfrm>
            <a:off x="4419600" y="3565525"/>
            <a:ext cx="8382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4708" name="Line 22"/>
          <p:cNvSpPr>
            <a:spLocks noChangeShapeType="1"/>
          </p:cNvSpPr>
          <p:nvPr/>
        </p:nvSpPr>
        <p:spPr bwMode="auto">
          <a:xfrm>
            <a:off x="4419600" y="4708525"/>
            <a:ext cx="8382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4709" name="Line 23"/>
          <p:cNvSpPr>
            <a:spLocks noChangeShapeType="1"/>
          </p:cNvSpPr>
          <p:nvPr/>
        </p:nvSpPr>
        <p:spPr bwMode="auto">
          <a:xfrm>
            <a:off x="4419600" y="5851525"/>
            <a:ext cx="8382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4710" name="Rectangle 38"/>
          <p:cNvSpPr>
            <a:spLocks noChangeArrowheads="1"/>
          </p:cNvSpPr>
          <p:nvPr/>
        </p:nvSpPr>
        <p:spPr bwMode="auto">
          <a:xfrm>
            <a:off x="6705600" y="2117725"/>
            <a:ext cx="609600" cy="53340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2000">
                <a:latin typeface="Comic Sans MS" pitchFamily="66" charset="0"/>
              </a:rPr>
              <a:t>2,3</a:t>
            </a:r>
          </a:p>
        </p:txBody>
      </p:sp>
      <p:sp>
        <p:nvSpPr>
          <p:cNvPr id="114711" name="Rectangle 39"/>
          <p:cNvSpPr>
            <a:spLocks noChangeArrowheads="1"/>
          </p:cNvSpPr>
          <p:nvPr/>
        </p:nvSpPr>
        <p:spPr bwMode="auto">
          <a:xfrm>
            <a:off x="6705600" y="3260725"/>
            <a:ext cx="609600" cy="53340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2000">
                <a:latin typeface="Comic Sans MS" pitchFamily="66" charset="0"/>
              </a:rPr>
              <a:t>2,2</a:t>
            </a:r>
          </a:p>
        </p:txBody>
      </p:sp>
      <p:sp>
        <p:nvSpPr>
          <p:cNvPr id="114712" name="Rectangle 40"/>
          <p:cNvSpPr>
            <a:spLocks noChangeArrowheads="1"/>
          </p:cNvSpPr>
          <p:nvPr/>
        </p:nvSpPr>
        <p:spPr bwMode="auto">
          <a:xfrm>
            <a:off x="6705600" y="4403725"/>
            <a:ext cx="609600" cy="533400"/>
          </a:xfrm>
          <a:prstGeom prst="rect">
            <a:avLst/>
          </a:prstGeom>
          <a:solidFill>
            <a:srgbClr val="99FF66"/>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2000">
                <a:latin typeface="Comic Sans MS" pitchFamily="66" charset="0"/>
              </a:rPr>
              <a:t>2,1</a:t>
            </a:r>
          </a:p>
        </p:txBody>
      </p:sp>
      <p:sp>
        <p:nvSpPr>
          <p:cNvPr id="114713" name="Rectangle 41"/>
          <p:cNvSpPr>
            <a:spLocks noChangeArrowheads="1"/>
          </p:cNvSpPr>
          <p:nvPr/>
        </p:nvSpPr>
        <p:spPr bwMode="auto">
          <a:xfrm>
            <a:off x="6705600" y="5546725"/>
            <a:ext cx="609600" cy="533400"/>
          </a:xfrm>
          <a:prstGeom prst="rect">
            <a:avLst/>
          </a:prstGeom>
          <a:solidFill>
            <a:srgbClr val="FFFF00"/>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2000">
                <a:latin typeface="Comic Sans MS" pitchFamily="66" charset="0"/>
              </a:rPr>
              <a:t>2,0</a:t>
            </a:r>
          </a:p>
        </p:txBody>
      </p:sp>
      <p:sp>
        <p:nvSpPr>
          <p:cNvPr id="114714" name="Line 42"/>
          <p:cNvSpPr>
            <a:spLocks noChangeShapeType="1"/>
          </p:cNvSpPr>
          <p:nvPr/>
        </p:nvSpPr>
        <p:spPr bwMode="auto">
          <a:xfrm>
            <a:off x="7010400" y="2651125"/>
            <a:ext cx="0" cy="6096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4715" name="Line 43"/>
          <p:cNvSpPr>
            <a:spLocks noChangeShapeType="1"/>
          </p:cNvSpPr>
          <p:nvPr/>
        </p:nvSpPr>
        <p:spPr bwMode="auto">
          <a:xfrm>
            <a:off x="7010400" y="3794125"/>
            <a:ext cx="0" cy="6096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4716" name="Line 44"/>
          <p:cNvSpPr>
            <a:spLocks noChangeShapeType="1"/>
          </p:cNvSpPr>
          <p:nvPr/>
        </p:nvSpPr>
        <p:spPr bwMode="auto">
          <a:xfrm>
            <a:off x="7010400" y="4937125"/>
            <a:ext cx="0" cy="6096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4717" name="Line 45"/>
          <p:cNvSpPr>
            <a:spLocks noChangeShapeType="1"/>
          </p:cNvSpPr>
          <p:nvPr/>
        </p:nvSpPr>
        <p:spPr bwMode="auto">
          <a:xfrm>
            <a:off x="5867400" y="2422525"/>
            <a:ext cx="8382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4718" name="Line 46"/>
          <p:cNvSpPr>
            <a:spLocks noChangeShapeType="1"/>
          </p:cNvSpPr>
          <p:nvPr/>
        </p:nvSpPr>
        <p:spPr bwMode="auto">
          <a:xfrm>
            <a:off x="5867400" y="3565525"/>
            <a:ext cx="8382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4719" name="Line 47"/>
          <p:cNvSpPr>
            <a:spLocks noChangeShapeType="1"/>
          </p:cNvSpPr>
          <p:nvPr/>
        </p:nvSpPr>
        <p:spPr bwMode="auto">
          <a:xfrm>
            <a:off x="5867400" y="4708525"/>
            <a:ext cx="8382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4720" name="Line 48"/>
          <p:cNvSpPr>
            <a:spLocks noChangeShapeType="1"/>
          </p:cNvSpPr>
          <p:nvPr/>
        </p:nvSpPr>
        <p:spPr bwMode="auto">
          <a:xfrm>
            <a:off x="5867400" y="5851525"/>
            <a:ext cx="8382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4721" name="Rectangle 49"/>
          <p:cNvSpPr>
            <a:spLocks noChangeArrowheads="1"/>
          </p:cNvSpPr>
          <p:nvPr/>
        </p:nvSpPr>
        <p:spPr bwMode="auto">
          <a:xfrm>
            <a:off x="8153400" y="2117725"/>
            <a:ext cx="609600" cy="533400"/>
          </a:xfrm>
          <a:prstGeom prst="rect">
            <a:avLst/>
          </a:prstGeom>
          <a:solidFill>
            <a:srgbClr val="FFFF00"/>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2000">
                <a:latin typeface="Comic Sans MS" pitchFamily="66" charset="0"/>
              </a:rPr>
              <a:t>3,3</a:t>
            </a:r>
          </a:p>
        </p:txBody>
      </p:sp>
      <p:sp>
        <p:nvSpPr>
          <p:cNvPr id="114722" name="Rectangle 50"/>
          <p:cNvSpPr>
            <a:spLocks noChangeArrowheads="1"/>
          </p:cNvSpPr>
          <p:nvPr/>
        </p:nvSpPr>
        <p:spPr bwMode="auto">
          <a:xfrm>
            <a:off x="8153400" y="3260725"/>
            <a:ext cx="609600" cy="53340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2000">
                <a:latin typeface="Comic Sans MS" pitchFamily="66" charset="0"/>
              </a:rPr>
              <a:t>3,2</a:t>
            </a:r>
          </a:p>
        </p:txBody>
      </p:sp>
      <p:sp>
        <p:nvSpPr>
          <p:cNvPr id="114723" name="Rectangle 51"/>
          <p:cNvSpPr>
            <a:spLocks noChangeArrowheads="1"/>
          </p:cNvSpPr>
          <p:nvPr/>
        </p:nvSpPr>
        <p:spPr bwMode="auto">
          <a:xfrm>
            <a:off x="8153400" y="4403725"/>
            <a:ext cx="609600" cy="53340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2000">
                <a:latin typeface="Comic Sans MS" pitchFamily="66" charset="0"/>
              </a:rPr>
              <a:t>3,1</a:t>
            </a:r>
          </a:p>
        </p:txBody>
      </p:sp>
      <p:sp>
        <p:nvSpPr>
          <p:cNvPr id="114724" name="Rectangle 52"/>
          <p:cNvSpPr>
            <a:spLocks noChangeArrowheads="1"/>
          </p:cNvSpPr>
          <p:nvPr/>
        </p:nvSpPr>
        <p:spPr bwMode="auto">
          <a:xfrm>
            <a:off x="8153400" y="5546725"/>
            <a:ext cx="609600" cy="53340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2000">
                <a:latin typeface="Comic Sans MS" pitchFamily="66" charset="0"/>
              </a:rPr>
              <a:t>3,0</a:t>
            </a:r>
          </a:p>
        </p:txBody>
      </p:sp>
      <p:sp>
        <p:nvSpPr>
          <p:cNvPr id="114725" name="Line 53"/>
          <p:cNvSpPr>
            <a:spLocks noChangeShapeType="1"/>
          </p:cNvSpPr>
          <p:nvPr/>
        </p:nvSpPr>
        <p:spPr bwMode="auto">
          <a:xfrm>
            <a:off x="8458200" y="2651125"/>
            <a:ext cx="0" cy="6096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4726" name="Line 54"/>
          <p:cNvSpPr>
            <a:spLocks noChangeShapeType="1"/>
          </p:cNvSpPr>
          <p:nvPr/>
        </p:nvSpPr>
        <p:spPr bwMode="auto">
          <a:xfrm>
            <a:off x="8458200" y="3794125"/>
            <a:ext cx="0" cy="6096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4727" name="Line 55"/>
          <p:cNvSpPr>
            <a:spLocks noChangeShapeType="1"/>
          </p:cNvSpPr>
          <p:nvPr/>
        </p:nvSpPr>
        <p:spPr bwMode="auto">
          <a:xfrm>
            <a:off x="8458200" y="4937125"/>
            <a:ext cx="0" cy="6096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4728" name="Line 56"/>
          <p:cNvSpPr>
            <a:spLocks noChangeShapeType="1"/>
          </p:cNvSpPr>
          <p:nvPr/>
        </p:nvSpPr>
        <p:spPr bwMode="auto">
          <a:xfrm>
            <a:off x="7315200" y="2422525"/>
            <a:ext cx="8382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4729" name="Line 57"/>
          <p:cNvSpPr>
            <a:spLocks noChangeShapeType="1"/>
          </p:cNvSpPr>
          <p:nvPr/>
        </p:nvSpPr>
        <p:spPr bwMode="auto">
          <a:xfrm>
            <a:off x="7315200" y="3565525"/>
            <a:ext cx="8382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4730" name="Line 58"/>
          <p:cNvSpPr>
            <a:spLocks noChangeShapeType="1"/>
          </p:cNvSpPr>
          <p:nvPr/>
        </p:nvSpPr>
        <p:spPr bwMode="auto">
          <a:xfrm>
            <a:off x="7315200" y="4708525"/>
            <a:ext cx="8382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4731" name="Line 59"/>
          <p:cNvSpPr>
            <a:spLocks noChangeShapeType="1"/>
          </p:cNvSpPr>
          <p:nvPr/>
        </p:nvSpPr>
        <p:spPr bwMode="auto">
          <a:xfrm>
            <a:off x="7315200" y="5851525"/>
            <a:ext cx="8382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4732" name="Line 60"/>
          <p:cNvSpPr>
            <a:spLocks noChangeShapeType="1"/>
          </p:cNvSpPr>
          <p:nvPr/>
        </p:nvSpPr>
        <p:spPr bwMode="auto">
          <a:xfrm>
            <a:off x="3581400" y="5470525"/>
            <a:ext cx="0" cy="838200"/>
          </a:xfrm>
          <a:prstGeom prst="line">
            <a:avLst/>
          </a:prstGeom>
          <a:noFill/>
          <a:ln w="38100">
            <a:solidFill>
              <a:schemeClr val="tx1"/>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4733" name="Line 61"/>
          <p:cNvSpPr>
            <a:spLocks noChangeShapeType="1"/>
          </p:cNvSpPr>
          <p:nvPr/>
        </p:nvSpPr>
        <p:spPr bwMode="auto">
          <a:xfrm flipH="1">
            <a:off x="3581400" y="6308725"/>
            <a:ext cx="685800" cy="0"/>
          </a:xfrm>
          <a:prstGeom prst="line">
            <a:avLst/>
          </a:prstGeom>
          <a:noFill/>
          <a:ln w="38100">
            <a:solidFill>
              <a:schemeClr val="tx1"/>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14734" name="Group 87"/>
          <p:cNvGrpSpPr>
            <a:grpSpLocks/>
          </p:cNvGrpSpPr>
          <p:nvPr/>
        </p:nvGrpSpPr>
        <p:grpSpPr bwMode="auto">
          <a:xfrm>
            <a:off x="1219200" y="5105400"/>
            <a:ext cx="1676400" cy="1371600"/>
            <a:chOff x="768" y="1392"/>
            <a:chExt cx="1056" cy="864"/>
          </a:xfrm>
        </p:grpSpPr>
        <p:sp>
          <p:nvSpPr>
            <p:cNvPr id="114750" name="Rectangle 62"/>
            <p:cNvSpPr>
              <a:spLocks noChangeArrowheads="1"/>
            </p:cNvSpPr>
            <p:nvPr/>
          </p:nvSpPr>
          <p:spPr bwMode="auto">
            <a:xfrm>
              <a:off x="1104" y="1680"/>
              <a:ext cx="336" cy="288"/>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en-US" altLang="zh-CN" sz="2000">
                  <a:latin typeface="Comic Sans MS" pitchFamily="66" charset="0"/>
                </a:rPr>
                <a:t>i,j</a:t>
              </a:r>
            </a:p>
          </p:txBody>
        </p:sp>
        <p:sp>
          <p:nvSpPr>
            <p:cNvPr id="114751" name="Line 63"/>
            <p:cNvSpPr>
              <a:spLocks noChangeShapeType="1"/>
            </p:cNvSpPr>
            <p:nvPr/>
          </p:nvSpPr>
          <p:spPr bwMode="auto">
            <a:xfrm>
              <a:off x="1440" y="1824"/>
              <a:ext cx="336" cy="0"/>
            </a:xfrm>
            <a:prstGeom prst="line">
              <a:avLst/>
            </a:prstGeom>
            <a:noFill/>
            <a:ln w="3810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4752" name="Line 64"/>
            <p:cNvSpPr>
              <a:spLocks noChangeShapeType="1"/>
            </p:cNvSpPr>
            <p:nvPr/>
          </p:nvSpPr>
          <p:spPr bwMode="auto">
            <a:xfrm>
              <a:off x="768" y="1824"/>
              <a:ext cx="336" cy="0"/>
            </a:xfrm>
            <a:prstGeom prst="line">
              <a:avLst/>
            </a:prstGeom>
            <a:noFill/>
            <a:ln w="3810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4753" name="Line 65"/>
            <p:cNvSpPr>
              <a:spLocks noChangeShapeType="1"/>
            </p:cNvSpPr>
            <p:nvPr/>
          </p:nvSpPr>
          <p:spPr bwMode="auto">
            <a:xfrm flipV="1">
              <a:off x="1296" y="1392"/>
              <a:ext cx="0" cy="288"/>
            </a:xfrm>
            <a:prstGeom prst="line">
              <a:avLst/>
            </a:prstGeom>
            <a:noFill/>
            <a:ln w="3810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4754" name="Line 67"/>
            <p:cNvSpPr>
              <a:spLocks noChangeShapeType="1"/>
            </p:cNvSpPr>
            <p:nvPr/>
          </p:nvSpPr>
          <p:spPr bwMode="auto">
            <a:xfrm flipV="1">
              <a:off x="1296" y="1968"/>
              <a:ext cx="0" cy="288"/>
            </a:xfrm>
            <a:prstGeom prst="line">
              <a:avLst/>
            </a:prstGeom>
            <a:noFill/>
            <a:ln w="3810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4755" name="Text Box 68"/>
            <p:cNvSpPr txBox="1">
              <a:spLocks noChangeArrowheads="1"/>
            </p:cNvSpPr>
            <p:nvPr/>
          </p:nvSpPr>
          <p:spPr bwMode="auto">
            <a:xfrm>
              <a:off x="1344" y="1392"/>
              <a:ext cx="2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en-US" altLang="zh-CN" sz="2000">
                  <a:latin typeface="Comic Sans MS" pitchFamily="66" charset="0"/>
                  <a:ea typeface="宋体" charset="-122"/>
                </a:rPr>
                <a:t>N</a:t>
              </a:r>
            </a:p>
          </p:txBody>
        </p:sp>
        <p:sp>
          <p:nvSpPr>
            <p:cNvPr id="114756" name="Text Box 69"/>
            <p:cNvSpPr txBox="1">
              <a:spLocks noChangeArrowheads="1"/>
            </p:cNvSpPr>
            <p:nvPr/>
          </p:nvSpPr>
          <p:spPr bwMode="auto">
            <a:xfrm>
              <a:off x="1056" y="1968"/>
              <a:ext cx="2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en-US" altLang="zh-CN" sz="2000">
                  <a:latin typeface="Comic Sans MS" pitchFamily="66" charset="0"/>
                  <a:ea typeface="宋体" charset="-122"/>
                </a:rPr>
                <a:t>S</a:t>
              </a:r>
            </a:p>
          </p:txBody>
        </p:sp>
        <p:sp>
          <p:nvSpPr>
            <p:cNvPr id="114757" name="Text Box 70"/>
            <p:cNvSpPr txBox="1">
              <a:spLocks noChangeArrowheads="1"/>
            </p:cNvSpPr>
            <p:nvPr/>
          </p:nvSpPr>
          <p:spPr bwMode="auto">
            <a:xfrm>
              <a:off x="768" y="1584"/>
              <a:ext cx="28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en-US" altLang="zh-CN" sz="2000">
                  <a:latin typeface="Comic Sans MS" pitchFamily="66" charset="0"/>
                  <a:ea typeface="宋体" charset="-122"/>
                </a:rPr>
                <a:t>W</a:t>
              </a:r>
            </a:p>
          </p:txBody>
        </p:sp>
        <p:sp>
          <p:nvSpPr>
            <p:cNvPr id="114758" name="Text Box 71"/>
            <p:cNvSpPr txBox="1">
              <a:spLocks noChangeArrowheads="1"/>
            </p:cNvSpPr>
            <p:nvPr/>
          </p:nvSpPr>
          <p:spPr bwMode="auto">
            <a:xfrm>
              <a:off x="1536" y="1584"/>
              <a:ext cx="28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en-US" altLang="zh-CN" sz="2000">
                  <a:latin typeface="Comic Sans MS" pitchFamily="66" charset="0"/>
                  <a:ea typeface="宋体" charset="-122"/>
                </a:rPr>
                <a:t>E</a:t>
              </a:r>
            </a:p>
          </p:txBody>
        </p:sp>
      </p:grpSp>
      <p:sp>
        <p:nvSpPr>
          <p:cNvPr id="114735" name="Text Box 72"/>
          <p:cNvSpPr txBox="1">
            <a:spLocks noChangeArrowheads="1"/>
          </p:cNvSpPr>
          <p:nvPr/>
        </p:nvSpPr>
        <p:spPr bwMode="auto">
          <a:xfrm>
            <a:off x="4267200" y="608012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en-US" altLang="zh-CN" sz="2000">
                <a:latin typeface="Comic Sans MS" pitchFamily="66" charset="0"/>
                <a:ea typeface="宋体" charset="-122"/>
              </a:rPr>
              <a:t>X</a:t>
            </a:r>
          </a:p>
        </p:txBody>
      </p:sp>
      <p:sp>
        <p:nvSpPr>
          <p:cNvPr id="114736" name="Text Box 73"/>
          <p:cNvSpPr txBox="1">
            <a:spLocks noChangeArrowheads="1"/>
          </p:cNvSpPr>
          <p:nvPr/>
        </p:nvSpPr>
        <p:spPr bwMode="auto">
          <a:xfrm>
            <a:off x="3429000" y="516572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en-US" altLang="zh-CN" sz="2000">
                <a:latin typeface="Comic Sans MS" pitchFamily="66" charset="0"/>
                <a:ea typeface="宋体" charset="-122"/>
              </a:rPr>
              <a:t>Y</a:t>
            </a:r>
          </a:p>
        </p:txBody>
      </p:sp>
      <p:sp>
        <p:nvSpPr>
          <p:cNvPr id="1002570" name="Text Box 74"/>
          <p:cNvSpPr txBox="1">
            <a:spLocks noChangeArrowheads="1"/>
          </p:cNvSpPr>
          <p:nvPr/>
        </p:nvSpPr>
        <p:spPr bwMode="auto">
          <a:xfrm>
            <a:off x="914400" y="2047875"/>
            <a:ext cx="2667000" cy="2889250"/>
          </a:xfrm>
          <a:prstGeom prst="rect">
            <a:avLst/>
          </a:prstGeom>
          <a:solidFill>
            <a:srgbClr val="99FF66"/>
          </a:solidFill>
          <a:ln w="57150" cmpd="thickThin">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defRPr/>
            </a:pPr>
            <a:r>
              <a:rPr lang="zh-CN" altLang="en-US" sz="2000" b="1" dirty="0">
                <a:solidFill>
                  <a:srgbClr val="FF0000"/>
                </a:solidFill>
                <a:effectLst>
                  <a:outerShdw blurRad="38100" dist="38100" dir="2700000" algn="tl">
                    <a:srgbClr val="000000"/>
                  </a:outerShdw>
                </a:effectLst>
                <a:ea typeface="宋体" pitchFamily="2" charset="-122"/>
              </a:rPr>
              <a:t>东-北寻径模式：</a:t>
            </a:r>
          </a:p>
          <a:p>
            <a:pPr>
              <a:defRPr/>
            </a:pPr>
            <a:r>
              <a:rPr lang="zh-CN" altLang="en-US" sz="2000" b="1" dirty="0">
                <a:ea typeface="宋体" pitchFamily="2" charset="-122"/>
              </a:rPr>
              <a:t>（2，0）→（3，3）</a:t>
            </a:r>
          </a:p>
          <a:p>
            <a:pPr>
              <a:defRPr/>
            </a:pPr>
            <a:r>
              <a:rPr lang="zh-CN" altLang="en-US" sz="2000" b="1" dirty="0">
                <a:solidFill>
                  <a:srgbClr val="FF0000"/>
                </a:solidFill>
                <a:effectLst>
                  <a:outerShdw blurRad="38100" dist="38100" dir="2700000" algn="tl">
                    <a:srgbClr val="000000"/>
                  </a:outerShdw>
                </a:effectLst>
                <a:ea typeface="宋体" pitchFamily="2" charset="-122"/>
              </a:rPr>
              <a:t>东-南寻径模式：</a:t>
            </a:r>
          </a:p>
          <a:p>
            <a:pPr>
              <a:defRPr/>
            </a:pPr>
            <a:r>
              <a:rPr lang="zh-CN" altLang="en-US" sz="2000" b="1" dirty="0">
                <a:ea typeface="宋体" pitchFamily="2" charset="-122"/>
              </a:rPr>
              <a:t>（1，3）→（2，1）</a:t>
            </a:r>
            <a:r>
              <a:rPr lang="zh-CN" altLang="en-US" sz="2000" b="1" dirty="0">
                <a:solidFill>
                  <a:srgbClr val="FF0000"/>
                </a:solidFill>
                <a:effectLst>
                  <a:outerShdw blurRad="38100" dist="38100" dir="2700000" algn="tl">
                    <a:srgbClr val="000000"/>
                  </a:outerShdw>
                </a:effectLst>
                <a:ea typeface="宋体" pitchFamily="2" charset="-122"/>
              </a:rPr>
              <a:t>西-北寻径模式：</a:t>
            </a:r>
          </a:p>
          <a:p>
            <a:pPr>
              <a:defRPr/>
            </a:pPr>
            <a:r>
              <a:rPr lang="zh-CN" altLang="en-US" sz="2000" b="1" dirty="0" smtClean="0">
                <a:ea typeface="宋体" pitchFamily="2" charset="-122"/>
              </a:rPr>
              <a:t>（</a:t>
            </a:r>
            <a:r>
              <a:rPr lang="en-US" altLang="zh-CN" sz="2000" b="1" dirty="0" smtClean="0">
                <a:ea typeface="宋体" pitchFamily="2" charset="-122"/>
              </a:rPr>
              <a:t>1</a:t>
            </a:r>
            <a:r>
              <a:rPr lang="zh-CN" altLang="en-US" sz="2000" b="1" dirty="0" smtClean="0">
                <a:ea typeface="宋体" pitchFamily="2" charset="-122"/>
              </a:rPr>
              <a:t>，</a:t>
            </a:r>
            <a:r>
              <a:rPr lang="en-US" altLang="zh-CN" sz="2000" b="1" smtClean="0">
                <a:ea typeface="宋体" pitchFamily="2" charset="-122"/>
              </a:rPr>
              <a:t>2</a:t>
            </a:r>
            <a:r>
              <a:rPr lang="zh-CN" altLang="en-US" sz="2000" b="1" smtClean="0">
                <a:ea typeface="宋体" pitchFamily="2" charset="-122"/>
              </a:rPr>
              <a:t>）</a:t>
            </a:r>
            <a:r>
              <a:rPr lang="zh-CN" altLang="en-US" sz="2000" b="1" dirty="0">
                <a:ea typeface="宋体" pitchFamily="2" charset="-122"/>
              </a:rPr>
              <a:t>→（0，3）</a:t>
            </a:r>
            <a:r>
              <a:rPr lang="zh-CN" altLang="en-US" sz="2000" b="1" dirty="0">
                <a:solidFill>
                  <a:srgbClr val="FF0000"/>
                </a:solidFill>
                <a:effectLst>
                  <a:outerShdw blurRad="38100" dist="38100" dir="2700000" algn="tl">
                    <a:srgbClr val="000000"/>
                  </a:outerShdw>
                </a:effectLst>
                <a:ea typeface="宋体" pitchFamily="2" charset="-122"/>
              </a:rPr>
              <a:t>西-南寻径模式：</a:t>
            </a:r>
          </a:p>
          <a:p>
            <a:pPr>
              <a:defRPr/>
            </a:pPr>
            <a:r>
              <a:rPr lang="zh-CN" altLang="en-US" sz="2000" b="1" dirty="0">
                <a:ea typeface="宋体" pitchFamily="2" charset="-122"/>
              </a:rPr>
              <a:t>（1，1）→（0，0）</a:t>
            </a:r>
          </a:p>
        </p:txBody>
      </p:sp>
      <p:sp>
        <p:nvSpPr>
          <p:cNvPr id="114738" name="Line 76"/>
          <p:cNvSpPr>
            <a:spLocks noChangeShapeType="1"/>
          </p:cNvSpPr>
          <p:nvPr/>
        </p:nvSpPr>
        <p:spPr bwMode="auto">
          <a:xfrm flipH="1">
            <a:off x="7391400" y="5699125"/>
            <a:ext cx="685800" cy="0"/>
          </a:xfrm>
          <a:prstGeom prst="line">
            <a:avLst/>
          </a:prstGeom>
          <a:noFill/>
          <a:ln w="38100">
            <a:solidFill>
              <a:srgbClr val="FF0000"/>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4739" name="Line 77"/>
          <p:cNvSpPr>
            <a:spLocks noChangeShapeType="1"/>
          </p:cNvSpPr>
          <p:nvPr/>
        </p:nvSpPr>
        <p:spPr bwMode="auto">
          <a:xfrm>
            <a:off x="8305800" y="5013325"/>
            <a:ext cx="0" cy="457200"/>
          </a:xfrm>
          <a:prstGeom prst="line">
            <a:avLst/>
          </a:prstGeom>
          <a:noFill/>
          <a:ln w="38100">
            <a:solidFill>
              <a:srgbClr val="FF0000"/>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4740" name="Line 78"/>
          <p:cNvSpPr>
            <a:spLocks noChangeShapeType="1"/>
          </p:cNvSpPr>
          <p:nvPr/>
        </p:nvSpPr>
        <p:spPr bwMode="auto">
          <a:xfrm>
            <a:off x="8305800" y="3870325"/>
            <a:ext cx="0" cy="457200"/>
          </a:xfrm>
          <a:prstGeom prst="line">
            <a:avLst/>
          </a:prstGeom>
          <a:noFill/>
          <a:ln w="38100">
            <a:solidFill>
              <a:srgbClr val="FF0000"/>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4741" name="Line 79"/>
          <p:cNvSpPr>
            <a:spLocks noChangeShapeType="1"/>
          </p:cNvSpPr>
          <p:nvPr/>
        </p:nvSpPr>
        <p:spPr bwMode="auto">
          <a:xfrm>
            <a:off x="8305800" y="2727325"/>
            <a:ext cx="0" cy="457200"/>
          </a:xfrm>
          <a:prstGeom prst="line">
            <a:avLst/>
          </a:prstGeom>
          <a:noFill/>
          <a:ln w="38100">
            <a:solidFill>
              <a:srgbClr val="FF0000"/>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4742" name="Line 80"/>
          <p:cNvSpPr>
            <a:spLocks noChangeShapeType="1"/>
          </p:cNvSpPr>
          <p:nvPr/>
        </p:nvSpPr>
        <p:spPr bwMode="auto">
          <a:xfrm flipH="1">
            <a:off x="5943600" y="2574925"/>
            <a:ext cx="685800" cy="0"/>
          </a:xfrm>
          <a:prstGeom prst="line">
            <a:avLst/>
          </a:prstGeom>
          <a:noFill/>
          <a:ln w="38100">
            <a:solidFill>
              <a:srgbClr val="009900"/>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4743" name="Line 81"/>
          <p:cNvSpPr>
            <a:spLocks noChangeShapeType="1"/>
          </p:cNvSpPr>
          <p:nvPr/>
        </p:nvSpPr>
        <p:spPr bwMode="auto">
          <a:xfrm flipV="1">
            <a:off x="6858000" y="2727325"/>
            <a:ext cx="0" cy="457200"/>
          </a:xfrm>
          <a:prstGeom prst="line">
            <a:avLst/>
          </a:prstGeom>
          <a:noFill/>
          <a:ln w="38100">
            <a:solidFill>
              <a:srgbClr val="009900"/>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4744" name="Line 82"/>
          <p:cNvSpPr>
            <a:spLocks noChangeShapeType="1"/>
          </p:cNvSpPr>
          <p:nvPr/>
        </p:nvSpPr>
        <p:spPr bwMode="auto">
          <a:xfrm flipV="1">
            <a:off x="6858000" y="3870325"/>
            <a:ext cx="0" cy="457200"/>
          </a:xfrm>
          <a:prstGeom prst="line">
            <a:avLst/>
          </a:prstGeom>
          <a:noFill/>
          <a:ln w="38100">
            <a:solidFill>
              <a:srgbClr val="009900"/>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4745" name="Line 83"/>
          <p:cNvSpPr>
            <a:spLocks noChangeShapeType="1"/>
          </p:cNvSpPr>
          <p:nvPr/>
        </p:nvSpPr>
        <p:spPr bwMode="auto">
          <a:xfrm>
            <a:off x="4495800" y="3413125"/>
            <a:ext cx="685800" cy="0"/>
          </a:xfrm>
          <a:prstGeom prst="line">
            <a:avLst/>
          </a:prstGeom>
          <a:noFill/>
          <a:ln w="38100">
            <a:solidFill>
              <a:schemeClr val="tx1"/>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4746" name="Line 84"/>
          <p:cNvSpPr>
            <a:spLocks noChangeShapeType="1"/>
          </p:cNvSpPr>
          <p:nvPr/>
        </p:nvSpPr>
        <p:spPr bwMode="auto">
          <a:xfrm>
            <a:off x="4267200" y="2727325"/>
            <a:ext cx="0" cy="457200"/>
          </a:xfrm>
          <a:prstGeom prst="line">
            <a:avLst/>
          </a:prstGeom>
          <a:noFill/>
          <a:ln w="38100">
            <a:solidFill>
              <a:schemeClr val="tx1"/>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4747" name="Line 85"/>
          <p:cNvSpPr>
            <a:spLocks noChangeShapeType="1"/>
          </p:cNvSpPr>
          <p:nvPr/>
        </p:nvSpPr>
        <p:spPr bwMode="auto">
          <a:xfrm>
            <a:off x="4495800" y="4860925"/>
            <a:ext cx="685800" cy="0"/>
          </a:xfrm>
          <a:prstGeom prst="line">
            <a:avLst/>
          </a:prstGeom>
          <a:noFill/>
          <a:ln w="38100">
            <a:solidFill>
              <a:srgbClr val="0000CC"/>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4748" name="Line 86"/>
          <p:cNvSpPr>
            <a:spLocks noChangeShapeType="1"/>
          </p:cNvSpPr>
          <p:nvPr/>
        </p:nvSpPr>
        <p:spPr bwMode="auto">
          <a:xfrm flipV="1">
            <a:off x="4267200" y="5013325"/>
            <a:ext cx="0" cy="457200"/>
          </a:xfrm>
          <a:prstGeom prst="line">
            <a:avLst/>
          </a:prstGeom>
          <a:noFill/>
          <a:ln w="38100">
            <a:solidFill>
              <a:srgbClr val="0000CC"/>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4749" name="Text Box 88"/>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2 之 2</a:t>
            </a:r>
          </a:p>
        </p:txBody>
      </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5570" name="Rectangle 2"/>
          <p:cNvSpPr>
            <a:spLocks noGrp="1" noChangeArrowheads="1"/>
          </p:cNvSpPr>
          <p:nvPr>
            <p:ph type="title"/>
          </p:nvPr>
        </p:nvSpPr>
        <p:spPr/>
        <p:txBody>
          <a:bodyPr/>
          <a:lstStyle/>
          <a:p>
            <a:pPr eaLnBrk="1" hangingPunct="1">
              <a:defRPr/>
            </a:pPr>
            <a:r>
              <a:rPr lang="en-US" altLang="zh-CN" smtClean="0"/>
              <a:t>E</a:t>
            </a:r>
            <a:r>
              <a:rPr lang="zh-CN" altLang="en-US" smtClean="0"/>
              <a:t>立方体寻径</a:t>
            </a:r>
            <a:endParaRPr lang="zh-CN" altLang="en-US" sz="4400" smtClean="0"/>
          </a:p>
        </p:txBody>
      </p:sp>
      <p:sp>
        <p:nvSpPr>
          <p:cNvPr id="11571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消息传递机制</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流控制策略</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寻径算法</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7" action="ppaction://hlinksldjump"/>
              </a:rPr>
              <a:t>确定寻径算法</a:t>
            </a:r>
            <a:endParaRPr lang="zh-CN" altLang="en-US" sz="1200" b="0">
              <a:latin typeface="Times New Roman" pitchFamily="18" charset="0"/>
              <a:ea typeface="幼圆" pitchFamily="49" charset="-122"/>
            </a:endParaRPr>
          </a:p>
        </p:txBody>
      </p:sp>
      <p:sp>
        <p:nvSpPr>
          <p:cNvPr id="115716"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2 之 1</a:t>
            </a:r>
          </a:p>
        </p:txBody>
      </p:sp>
      <p:sp>
        <p:nvSpPr>
          <p:cNvPr id="115717" name="Rectangle 6"/>
          <p:cNvSpPr>
            <a:spLocks noGrp="1" noChangeArrowheads="1"/>
          </p:cNvSpPr>
          <p:nvPr>
            <p:ph type="body" idx="1"/>
          </p:nvPr>
        </p:nvSpPr>
        <p:spPr>
          <a:xfrm>
            <a:off x="809625" y="2060575"/>
            <a:ext cx="7958138" cy="4340225"/>
          </a:xfrm>
        </p:spPr>
        <p:txBody>
          <a:bodyPr/>
          <a:lstStyle/>
          <a:p>
            <a:pPr marL="0" indent="0" eaLnBrk="1" hangingPunct="1">
              <a:lnSpc>
                <a:spcPct val="140000"/>
              </a:lnSpc>
              <a:buFont typeface="Wingdings" pitchFamily="2" charset="2"/>
              <a:buNone/>
            </a:pPr>
            <a:r>
              <a:rPr lang="zh-CN" altLang="en-US" dirty="0" smtClean="0"/>
              <a:t>       </a:t>
            </a:r>
            <a:r>
              <a:rPr lang="zh-CN" altLang="en-US" dirty="0" smtClean="0">
                <a:solidFill>
                  <a:srgbClr val="FF0000"/>
                </a:solidFill>
              </a:rPr>
              <a:t>寻径是按照维的顺序进行的（维1→维2 → … →维</a:t>
            </a:r>
            <a:r>
              <a:rPr lang="en-US" altLang="zh-CN" dirty="0" smtClean="0">
                <a:solidFill>
                  <a:srgbClr val="FF0000"/>
                </a:solidFill>
              </a:rPr>
              <a:t>n ）</a:t>
            </a:r>
            <a:r>
              <a:rPr lang="en-US" altLang="zh-CN" dirty="0" smtClean="0"/>
              <a:t>。</a:t>
            </a:r>
            <a:r>
              <a:rPr lang="zh-CN" altLang="en-US" dirty="0" smtClean="0"/>
              <a:t>如果源节点和目的节点二进制编号的第</a:t>
            </a:r>
            <a:r>
              <a:rPr lang="en-US" altLang="zh-CN" dirty="0" err="1" smtClean="0"/>
              <a:t>i</a:t>
            </a:r>
            <a:r>
              <a:rPr lang="zh-CN" altLang="en-US" dirty="0" smtClean="0"/>
              <a:t>位相同，则沿维</a:t>
            </a:r>
            <a:r>
              <a:rPr lang="en-US" altLang="zh-CN" dirty="0" err="1" smtClean="0"/>
              <a:t>i</a:t>
            </a:r>
            <a:r>
              <a:rPr lang="zh-CN" altLang="en-US" dirty="0" smtClean="0"/>
              <a:t>方向不需要寻径，否则从当前节点沿着这一维方向走到其他节点，重复此过程直至到达目的节点。</a:t>
            </a:r>
          </a:p>
        </p:txBody>
      </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6594" name="Rectangle 2"/>
          <p:cNvSpPr>
            <a:spLocks noGrp="1" noChangeArrowheads="1"/>
          </p:cNvSpPr>
          <p:nvPr>
            <p:ph type="title"/>
          </p:nvPr>
        </p:nvSpPr>
        <p:spPr/>
        <p:txBody>
          <a:bodyPr/>
          <a:lstStyle/>
          <a:p>
            <a:pPr eaLnBrk="1" hangingPunct="1">
              <a:defRPr/>
            </a:pPr>
            <a:r>
              <a:rPr lang="zh-CN" altLang="en-US" smtClean="0"/>
              <a:t>举  例</a:t>
            </a:r>
            <a:endParaRPr lang="zh-CN" altLang="en-US" sz="4400" smtClean="0"/>
          </a:p>
        </p:txBody>
      </p:sp>
      <p:sp>
        <p:nvSpPr>
          <p:cNvPr id="11673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消息传递机制</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流控制策略</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寻径算法</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7" action="ppaction://hlinksldjump"/>
              </a:rPr>
              <a:t>确定寻径算法</a:t>
            </a:r>
            <a:endParaRPr lang="zh-CN" altLang="en-US" sz="1200" b="0">
              <a:latin typeface="Times New Roman" pitchFamily="18" charset="0"/>
              <a:ea typeface="幼圆" pitchFamily="49" charset="-122"/>
            </a:endParaRPr>
          </a:p>
        </p:txBody>
      </p:sp>
      <p:sp>
        <p:nvSpPr>
          <p:cNvPr id="116740"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2 之 2</a:t>
            </a:r>
          </a:p>
        </p:txBody>
      </p:sp>
      <p:sp>
        <p:nvSpPr>
          <p:cNvPr id="116741" name="Freeform 8"/>
          <p:cNvSpPr>
            <a:spLocks/>
          </p:cNvSpPr>
          <p:nvPr/>
        </p:nvSpPr>
        <p:spPr bwMode="auto">
          <a:xfrm>
            <a:off x="3517900" y="2895600"/>
            <a:ext cx="3048000" cy="304800"/>
          </a:xfrm>
          <a:custGeom>
            <a:avLst/>
            <a:gdLst>
              <a:gd name="T0" fmla="*/ 0 w 1968"/>
              <a:gd name="T1" fmla="*/ 2147483647 h 456"/>
              <a:gd name="T2" fmla="*/ 2147483647 w 1968"/>
              <a:gd name="T3" fmla="*/ 2147483647 h 456"/>
              <a:gd name="T4" fmla="*/ 2147483647 w 1968"/>
              <a:gd name="T5" fmla="*/ 2147483647 h 456"/>
              <a:gd name="T6" fmla="*/ 2147483647 w 1968"/>
              <a:gd name="T7" fmla="*/ 2147483647 h 456"/>
              <a:gd name="T8" fmla="*/ 2147483647 w 1968"/>
              <a:gd name="T9" fmla="*/ 2147483647 h 4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68" h="456">
                <a:moveTo>
                  <a:pt x="0" y="408"/>
                </a:moveTo>
                <a:cubicBezTo>
                  <a:pt x="216" y="272"/>
                  <a:pt x="432" y="136"/>
                  <a:pt x="624" y="72"/>
                </a:cubicBezTo>
                <a:cubicBezTo>
                  <a:pt x="816" y="8"/>
                  <a:pt x="976" y="0"/>
                  <a:pt x="1152" y="24"/>
                </a:cubicBezTo>
                <a:cubicBezTo>
                  <a:pt x="1328" y="48"/>
                  <a:pt x="1544" y="144"/>
                  <a:pt x="1680" y="216"/>
                </a:cubicBezTo>
                <a:cubicBezTo>
                  <a:pt x="1816" y="288"/>
                  <a:pt x="1920" y="416"/>
                  <a:pt x="1968" y="456"/>
                </a:cubicBezTo>
              </a:path>
            </a:pathLst>
          </a:custGeom>
          <a:noFill/>
          <a:ln w="31750"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6742" name="Freeform 9"/>
          <p:cNvSpPr>
            <a:spLocks/>
          </p:cNvSpPr>
          <p:nvPr/>
        </p:nvSpPr>
        <p:spPr bwMode="auto">
          <a:xfrm>
            <a:off x="3975100" y="3352800"/>
            <a:ext cx="3048000" cy="304800"/>
          </a:xfrm>
          <a:custGeom>
            <a:avLst/>
            <a:gdLst>
              <a:gd name="T0" fmla="*/ 0 w 1968"/>
              <a:gd name="T1" fmla="*/ 2147483647 h 456"/>
              <a:gd name="T2" fmla="*/ 2147483647 w 1968"/>
              <a:gd name="T3" fmla="*/ 2147483647 h 456"/>
              <a:gd name="T4" fmla="*/ 2147483647 w 1968"/>
              <a:gd name="T5" fmla="*/ 2147483647 h 456"/>
              <a:gd name="T6" fmla="*/ 2147483647 w 1968"/>
              <a:gd name="T7" fmla="*/ 2147483647 h 456"/>
              <a:gd name="T8" fmla="*/ 2147483647 w 1968"/>
              <a:gd name="T9" fmla="*/ 2147483647 h 4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68" h="456">
                <a:moveTo>
                  <a:pt x="0" y="408"/>
                </a:moveTo>
                <a:cubicBezTo>
                  <a:pt x="216" y="272"/>
                  <a:pt x="432" y="136"/>
                  <a:pt x="624" y="72"/>
                </a:cubicBezTo>
                <a:cubicBezTo>
                  <a:pt x="816" y="8"/>
                  <a:pt x="976" y="0"/>
                  <a:pt x="1152" y="24"/>
                </a:cubicBezTo>
                <a:cubicBezTo>
                  <a:pt x="1328" y="48"/>
                  <a:pt x="1544" y="144"/>
                  <a:pt x="1680" y="216"/>
                </a:cubicBezTo>
                <a:cubicBezTo>
                  <a:pt x="1816" y="288"/>
                  <a:pt x="1920" y="416"/>
                  <a:pt x="1968" y="456"/>
                </a:cubicBezTo>
              </a:path>
            </a:pathLst>
          </a:custGeom>
          <a:noFill/>
          <a:ln w="31750"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6743" name="Freeform 10"/>
          <p:cNvSpPr>
            <a:spLocks/>
          </p:cNvSpPr>
          <p:nvPr/>
        </p:nvSpPr>
        <p:spPr bwMode="auto">
          <a:xfrm>
            <a:off x="3517900" y="3886200"/>
            <a:ext cx="3048000" cy="304800"/>
          </a:xfrm>
          <a:custGeom>
            <a:avLst/>
            <a:gdLst>
              <a:gd name="T0" fmla="*/ 0 w 1968"/>
              <a:gd name="T1" fmla="*/ 2147483647 h 456"/>
              <a:gd name="T2" fmla="*/ 2147483647 w 1968"/>
              <a:gd name="T3" fmla="*/ 2147483647 h 456"/>
              <a:gd name="T4" fmla="*/ 2147483647 w 1968"/>
              <a:gd name="T5" fmla="*/ 2147483647 h 456"/>
              <a:gd name="T6" fmla="*/ 2147483647 w 1968"/>
              <a:gd name="T7" fmla="*/ 2147483647 h 456"/>
              <a:gd name="T8" fmla="*/ 2147483647 w 1968"/>
              <a:gd name="T9" fmla="*/ 2147483647 h 4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68" h="456">
                <a:moveTo>
                  <a:pt x="0" y="408"/>
                </a:moveTo>
                <a:cubicBezTo>
                  <a:pt x="216" y="272"/>
                  <a:pt x="432" y="136"/>
                  <a:pt x="624" y="72"/>
                </a:cubicBezTo>
                <a:cubicBezTo>
                  <a:pt x="816" y="8"/>
                  <a:pt x="976" y="0"/>
                  <a:pt x="1152" y="24"/>
                </a:cubicBezTo>
                <a:cubicBezTo>
                  <a:pt x="1328" y="48"/>
                  <a:pt x="1544" y="144"/>
                  <a:pt x="1680" y="216"/>
                </a:cubicBezTo>
                <a:cubicBezTo>
                  <a:pt x="1816" y="288"/>
                  <a:pt x="1920" y="416"/>
                  <a:pt x="1968" y="456"/>
                </a:cubicBezTo>
              </a:path>
            </a:pathLst>
          </a:custGeom>
          <a:noFill/>
          <a:ln w="31750"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6744" name="Freeform 11"/>
          <p:cNvSpPr>
            <a:spLocks/>
          </p:cNvSpPr>
          <p:nvPr/>
        </p:nvSpPr>
        <p:spPr bwMode="auto">
          <a:xfrm>
            <a:off x="2451100" y="3886200"/>
            <a:ext cx="3048000" cy="304800"/>
          </a:xfrm>
          <a:custGeom>
            <a:avLst/>
            <a:gdLst>
              <a:gd name="T0" fmla="*/ 0 w 1968"/>
              <a:gd name="T1" fmla="*/ 2147483647 h 456"/>
              <a:gd name="T2" fmla="*/ 2147483647 w 1968"/>
              <a:gd name="T3" fmla="*/ 2147483647 h 456"/>
              <a:gd name="T4" fmla="*/ 2147483647 w 1968"/>
              <a:gd name="T5" fmla="*/ 2147483647 h 456"/>
              <a:gd name="T6" fmla="*/ 2147483647 w 1968"/>
              <a:gd name="T7" fmla="*/ 2147483647 h 456"/>
              <a:gd name="T8" fmla="*/ 2147483647 w 1968"/>
              <a:gd name="T9" fmla="*/ 2147483647 h 4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68" h="456">
                <a:moveTo>
                  <a:pt x="0" y="408"/>
                </a:moveTo>
                <a:cubicBezTo>
                  <a:pt x="216" y="272"/>
                  <a:pt x="432" y="136"/>
                  <a:pt x="624" y="72"/>
                </a:cubicBezTo>
                <a:cubicBezTo>
                  <a:pt x="816" y="8"/>
                  <a:pt x="976" y="0"/>
                  <a:pt x="1152" y="24"/>
                </a:cubicBezTo>
                <a:cubicBezTo>
                  <a:pt x="1328" y="48"/>
                  <a:pt x="1544" y="144"/>
                  <a:pt x="1680" y="216"/>
                </a:cubicBezTo>
                <a:cubicBezTo>
                  <a:pt x="1816" y="288"/>
                  <a:pt x="1920" y="416"/>
                  <a:pt x="1968" y="456"/>
                </a:cubicBezTo>
              </a:path>
            </a:pathLst>
          </a:custGeom>
          <a:noFill/>
          <a:ln w="31750"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6745" name="Freeform 12"/>
          <p:cNvSpPr>
            <a:spLocks/>
          </p:cNvSpPr>
          <p:nvPr/>
        </p:nvSpPr>
        <p:spPr bwMode="auto">
          <a:xfrm>
            <a:off x="2451100" y="2895600"/>
            <a:ext cx="3048000" cy="304800"/>
          </a:xfrm>
          <a:custGeom>
            <a:avLst/>
            <a:gdLst>
              <a:gd name="T0" fmla="*/ 0 w 1968"/>
              <a:gd name="T1" fmla="*/ 2147483647 h 456"/>
              <a:gd name="T2" fmla="*/ 2147483647 w 1968"/>
              <a:gd name="T3" fmla="*/ 2147483647 h 456"/>
              <a:gd name="T4" fmla="*/ 2147483647 w 1968"/>
              <a:gd name="T5" fmla="*/ 2147483647 h 456"/>
              <a:gd name="T6" fmla="*/ 2147483647 w 1968"/>
              <a:gd name="T7" fmla="*/ 2147483647 h 456"/>
              <a:gd name="T8" fmla="*/ 2147483647 w 1968"/>
              <a:gd name="T9" fmla="*/ 2147483647 h 4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68" h="456">
                <a:moveTo>
                  <a:pt x="0" y="408"/>
                </a:moveTo>
                <a:cubicBezTo>
                  <a:pt x="216" y="272"/>
                  <a:pt x="432" y="136"/>
                  <a:pt x="624" y="72"/>
                </a:cubicBezTo>
                <a:cubicBezTo>
                  <a:pt x="816" y="8"/>
                  <a:pt x="976" y="0"/>
                  <a:pt x="1152" y="24"/>
                </a:cubicBezTo>
                <a:cubicBezTo>
                  <a:pt x="1328" y="48"/>
                  <a:pt x="1544" y="144"/>
                  <a:pt x="1680" y="216"/>
                </a:cubicBezTo>
                <a:cubicBezTo>
                  <a:pt x="1816" y="288"/>
                  <a:pt x="1920" y="416"/>
                  <a:pt x="1968" y="456"/>
                </a:cubicBezTo>
              </a:path>
            </a:pathLst>
          </a:custGeom>
          <a:noFill/>
          <a:ln w="31750"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6746" name="Line 13"/>
          <p:cNvSpPr>
            <a:spLocks noChangeShapeType="1"/>
          </p:cNvSpPr>
          <p:nvPr/>
        </p:nvSpPr>
        <p:spPr bwMode="auto">
          <a:xfrm flipH="1">
            <a:off x="2374900" y="3581400"/>
            <a:ext cx="465138" cy="557213"/>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6747" name="Line 14"/>
          <p:cNvSpPr>
            <a:spLocks noChangeShapeType="1"/>
          </p:cNvSpPr>
          <p:nvPr/>
        </p:nvSpPr>
        <p:spPr bwMode="auto">
          <a:xfrm>
            <a:off x="2832100" y="2743200"/>
            <a:ext cx="0" cy="969963"/>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6748" name="Line 15"/>
          <p:cNvSpPr>
            <a:spLocks noChangeShapeType="1"/>
          </p:cNvSpPr>
          <p:nvPr/>
        </p:nvSpPr>
        <p:spPr bwMode="auto">
          <a:xfrm>
            <a:off x="2755900" y="3657600"/>
            <a:ext cx="1087438" cy="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6749" name="Line 16"/>
          <p:cNvSpPr>
            <a:spLocks noChangeShapeType="1"/>
          </p:cNvSpPr>
          <p:nvPr/>
        </p:nvSpPr>
        <p:spPr bwMode="auto">
          <a:xfrm>
            <a:off x="2771775" y="2686050"/>
            <a:ext cx="1089025" cy="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6750" name="Line 17"/>
          <p:cNvSpPr>
            <a:spLocks noChangeShapeType="1"/>
          </p:cNvSpPr>
          <p:nvPr/>
        </p:nvSpPr>
        <p:spPr bwMode="auto">
          <a:xfrm>
            <a:off x="2306638" y="4213225"/>
            <a:ext cx="1087437" cy="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6751" name="Line 18"/>
          <p:cNvSpPr>
            <a:spLocks noChangeShapeType="1"/>
          </p:cNvSpPr>
          <p:nvPr/>
        </p:nvSpPr>
        <p:spPr bwMode="auto">
          <a:xfrm>
            <a:off x="3860800" y="2686050"/>
            <a:ext cx="0" cy="969963"/>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6752" name="Line 19"/>
          <p:cNvSpPr>
            <a:spLocks noChangeShapeType="1"/>
          </p:cNvSpPr>
          <p:nvPr/>
        </p:nvSpPr>
        <p:spPr bwMode="auto">
          <a:xfrm flipH="1">
            <a:off x="3394075" y="3656013"/>
            <a:ext cx="466725" cy="557212"/>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6753" name="Line 20"/>
          <p:cNvSpPr>
            <a:spLocks noChangeShapeType="1"/>
          </p:cNvSpPr>
          <p:nvPr/>
        </p:nvSpPr>
        <p:spPr bwMode="auto">
          <a:xfrm>
            <a:off x="2306638" y="3243263"/>
            <a:ext cx="0" cy="969962"/>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6754" name="Line 21"/>
          <p:cNvSpPr>
            <a:spLocks noChangeShapeType="1"/>
          </p:cNvSpPr>
          <p:nvPr/>
        </p:nvSpPr>
        <p:spPr bwMode="auto">
          <a:xfrm flipH="1">
            <a:off x="2306638" y="2686050"/>
            <a:ext cx="465137" cy="557213"/>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6755" name="Line 22"/>
          <p:cNvSpPr>
            <a:spLocks noChangeShapeType="1"/>
          </p:cNvSpPr>
          <p:nvPr/>
        </p:nvSpPr>
        <p:spPr bwMode="auto">
          <a:xfrm flipH="1">
            <a:off x="3394075" y="2686050"/>
            <a:ext cx="466725" cy="557213"/>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6756" name="Line 23"/>
          <p:cNvSpPr>
            <a:spLocks noChangeShapeType="1"/>
          </p:cNvSpPr>
          <p:nvPr/>
        </p:nvSpPr>
        <p:spPr bwMode="auto">
          <a:xfrm>
            <a:off x="3394075" y="3243263"/>
            <a:ext cx="0" cy="969962"/>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6757" name="Line 24"/>
          <p:cNvSpPr>
            <a:spLocks noChangeShapeType="1"/>
          </p:cNvSpPr>
          <p:nvPr/>
        </p:nvSpPr>
        <p:spPr bwMode="auto">
          <a:xfrm>
            <a:off x="2306638" y="3243263"/>
            <a:ext cx="1087437"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6758" name="Rectangle 25"/>
          <p:cNvSpPr>
            <a:spLocks noChangeArrowheads="1"/>
          </p:cNvSpPr>
          <p:nvPr/>
        </p:nvSpPr>
        <p:spPr bwMode="auto">
          <a:xfrm>
            <a:off x="4051300" y="2438400"/>
            <a:ext cx="512763"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1800" b="0">
                <a:solidFill>
                  <a:schemeClr val="tx2"/>
                </a:solidFill>
                <a:latin typeface="Comic Sans MS" pitchFamily="66" charset="0"/>
              </a:rPr>
              <a:t>0</a:t>
            </a:r>
            <a:r>
              <a:rPr lang="zh-CN" altLang="zh-CN" sz="1800" b="0">
                <a:solidFill>
                  <a:schemeClr val="tx2"/>
                </a:solidFill>
                <a:latin typeface="Comic Sans MS" pitchFamily="66" charset="0"/>
              </a:rPr>
              <a:t>011</a:t>
            </a:r>
          </a:p>
        </p:txBody>
      </p:sp>
      <p:sp>
        <p:nvSpPr>
          <p:cNvPr id="116759" name="Rectangle 26"/>
          <p:cNvSpPr>
            <a:spLocks noChangeArrowheads="1"/>
          </p:cNvSpPr>
          <p:nvPr/>
        </p:nvSpPr>
        <p:spPr bwMode="auto">
          <a:xfrm>
            <a:off x="2984500" y="3581400"/>
            <a:ext cx="512763"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1800" b="0">
                <a:solidFill>
                  <a:schemeClr val="tx2"/>
                </a:solidFill>
                <a:latin typeface="Comic Sans MS" pitchFamily="66" charset="0"/>
              </a:rPr>
              <a:t>0</a:t>
            </a:r>
            <a:r>
              <a:rPr lang="zh-CN" altLang="zh-CN" sz="1800" b="0">
                <a:solidFill>
                  <a:schemeClr val="tx2"/>
                </a:solidFill>
                <a:latin typeface="Comic Sans MS" pitchFamily="66" charset="0"/>
              </a:rPr>
              <a:t>000</a:t>
            </a:r>
          </a:p>
        </p:txBody>
      </p:sp>
      <p:sp>
        <p:nvSpPr>
          <p:cNvPr id="116760" name="Rectangle 27"/>
          <p:cNvSpPr>
            <a:spLocks noChangeArrowheads="1"/>
          </p:cNvSpPr>
          <p:nvPr/>
        </p:nvSpPr>
        <p:spPr bwMode="auto">
          <a:xfrm>
            <a:off x="2109788" y="2422525"/>
            <a:ext cx="511175"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1800" b="0">
                <a:solidFill>
                  <a:schemeClr val="tx2"/>
                </a:solidFill>
                <a:latin typeface="Comic Sans MS" pitchFamily="66" charset="0"/>
              </a:rPr>
              <a:t>0</a:t>
            </a:r>
            <a:r>
              <a:rPr lang="zh-CN" altLang="zh-CN" sz="1800" b="0">
                <a:solidFill>
                  <a:schemeClr val="tx2"/>
                </a:solidFill>
                <a:latin typeface="Comic Sans MS" pitchFamily="66" charset="0"/>
              </a:rPr>
              <a:t>010</a:t>
            </a:r>
          </a:p>
        </p:txBody>
      </p:sp>
      <p:sp>
        <p:nvSpPr>
          <p:cNvPr id="116761" name="Rectangle 28"/>
          <p:cNvSpPr>
            <a:spLocks noChangeArrowheads="1"/>
          </p:cNvSpPr>
          <p:nvPr/>
        </p:nvSpPr>
        <p:spPr bwMode="auto">
          <a:xfrm>
            <a:off x="1600200" y="3033713"/>
            <a:ext cx="512763" cy="46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1800" b="0">
                <a:solidFill>
                  <a:schemeClr val="tx2"/>
                </a:solidFill>
                <a:latin typeface="Comic Sans MS" pitchFamily="66" charset="0"/>
              </a:rPr>
              <a:t>0</a:t>
            </a:r>
            <a:r>
              <a:rPr lang="zh-CN" altLang="zh-CN" sz="1800" b="0">
                <a:solidFill>
                  <a:schemeClr val="tx2"/>
                </a:solidFill>
                <a:latin typeface="Comic Sans MS" pitchFamily="66" charset="0"/>
              </a:rPr>
              <a:t>110</a:t>
            </a:r>
          </a:p>
        </p:txBody>
      </p:sp>
      <p:sp>
        <p:nvSpPr>
          <p:cNvPr id="116762" name="Rectangle 29"/>
          <p:cNvSpPr>
            <a:spLocks noChangeArrowheads="1"/>
          </p:cNvSpPr>
          <p:nvPr/>
        </p:nvSpPr>
        <p:spPr bwMode="auto">
          <a:xfrm>
            <a:off x="2908300" y="2743200"/>
            <a:ext cx="511175"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1800" b="0">
                <a:solidFill>
                  <a:schemeClr val="tx2"/>
                </a:solidFill>
                <a:latin typeface="Comic Sans MS" pitchFamily="66" charset="0"/>
              </a:rPr>
              <a:t>0</a:t>
            </a:r>
            <a:r>
              <a:rPr lang="zh-CN" altLang="zh-CN" sz="1800" b="0">
                <a:solidFill>
                  <a:schemeClr val="tx2"/>
                </a:solidFill>
                <a:latin typeface="Comic Sans MS" pitchFamily="66" charset="0"/>
              </a:rPr>
              <a:t>111</a:t>
            </a:r>
          </a:p>
        </p:txBody>
      </p:sp>
      <p:sp>
        <p:nvSpPr>
          <p:cNvPr id="116763" name="Rectangle 30"/>
          <p:cNvSpPr>
            <a:spLocks noChangeArrowheads="1"/>
          </p:cNvSpPr>
          <p:nvPr/>
        </p:nvSpPr>
        <p:spPr bwMode="auto">
          <a:xfrm>
            <a:off x="3387725" y="4257675"/>
            <a:ext cx="514350"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1800" b="0">
                <a:solidFill>
                  <a:schemeClr val="tx2"/>
                </a:solidFill>
                <a:latin typeface="Comic Sans MS" pitchFamily="66" charset="0"/>
              </a:rPr>
              <a:t>0</a:t>
            </a:r>
            <a:r>
              <a:rPr lang="zh-CN" altLang="zh-CN" sz="1800" b="0">
                <a:solidFill>
                  <a:schemeClr val="tx2"/>
                </a:solidFill>
                <a:latin typeface="Comic Sans MS" pitchFamily="66" charset="0"/>
              </a:rPr>
              <a:t>101</a:t>
            </a:r>
          </a:p>
        </p:txBody>
      </p:sp>
      <p:sp>
        <p:nvSpPr>
          <p:cNvPr id="116764" name="Rectangle 31"/>
          <p:cNvSpPr>
            <a:spLocks noChangeArrowheads="1"/>
          </p:cNvSpPr>
          <p:nvPr/>
        </p:nvSpPr>
        <p:spPr bwMode="auto">
          <a:xfrm>
            <a:off x="2281238" y="4257675"/>
            <a:ext cx="511175"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1800" b="0">
                <a:solidFill>
                  <a:schemeClr val="tx2"/>
                </a:solidFill>
                <a:latin typeface="Comic Sans MS" pitchFamily="66" charset="0"/>
              </a:rPr>
              <a:t>0</a:t>
            </a:r>
            <a:r>
              <a:rPr lang="zh-CN" altLang="zh-CN" sz="1800" b="0">
                <a:solidFill>
                  <a:schemeClr val="tx2"/>
                </a:solidFill>
                <a:latin typeface="Comic Sans MS" pitchFamily="66" charset="0"/>
              </a:rPr>
              <a:t>100</a:t>
            </a:r>
          </a:p>
        </p:txBody>
      </p:sp>
      <p:sp>
        <p:nvSpPr>
          <p:cNvPr id="116765" name="Rectangle 32"/>
          <p:cNvSpPr>
            <a:spLocks noChangeArrowheads="1"/>
          </p:cNvSpPr>
          <p:nvPr/>
        </p:nvSpPr>
        <p:spPr bwMode="auto">
          <a:xfrm>
            <a:off x="3975100" y="3581400"/>
            <a:ext cx="512763"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1800" b="0">
                <a:solidFill>
                  <a:schemeClr val="tx2"/>
                </a:solidFill>
                <a:latin typeface="Comic Sans MS" pitchFamily="66" charset="0"/>
              </a:rPr>
              <a:t>0</a:t>
            </a:r>
            <a:r>
              <a:rPr lang="zh-CN" altLang="zh-CN" sz="1800" b="0">
                <a:solidFill>
                  <a:schemeClr val="tx2"/>
                </a:solidFill>
                <a:latin typeface="Comic Sans MS" pitchFamily="66" charset="0"/>
              </a:rPr>
              <a:t>00</a:t>
            </a:r>
            <a:r>
              <a:rPr lang="zh-CN" altLang="en-US" sz="1800" b="0">
                <a:solidFill>
                  <a:schemeClr val="tx2"/>
                </a:solidFill>
                <a:latin typeface="Comic Sans MS" pitchFamily="66" charset="0"/>
              </a:rPr>
              <a:t>1</a:t>
            </a:r>
            <a:endParaRPr lang="zh-CN" altLang="zh-CN" sz="1800" b="0">
              <a:solidFill>
                <a:schemeClr val="tx2"/>
              </a:solidFill>
              <a:latin typeface="Comic Sans MS" pitchFamily="66" charset="0"/>
            </a:endParaRPr>
          </a:p>
        </p:txBody>
      </p:sp>
      <p:sp>
        <p:nvSpPr>
          <p:cNvPr id="1006625" name="Text Box 33"/>
          <p:cNvSpPr txBox="1">
            <a:spLocks noChangeArrowheads="1"/>
          </p:cNvSpPr>
          <p:nvPr/>
        </p:nvSpPr>
        <p:spPr bwMode="auto">
          <a:xfrm>
            <a:off x="1905000" y="5029200"/>
            <a:ext cx="5763116"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1327150">
              <a:spcBef>
                <a:spcPct val="0"/>
              </a:spcBef>
              <a:defRPr kumimoji="1" sz="2400">
                <a:solidFill>
                  <a:schemeClr val="tx1"/>
                </a:solidFill>
                <a:latin typeface="Times New Roman" pitchFamily="18" charset="0"/>
                <a:ea typeface="宋体" pitchFamily="2" charset="-122"/>
              </a:defRPr>
            </a:lvl1pPr>
            <a:lvl2pPr defTabSz="1327150">
              <a:spcBef>
                <a:spcPct val="0"/>
              </a:spcBef>
              <a:defRPr kumimoji="1" sz="2400">
                <a:solidFill>
                  <a:schemeClr val="tx1"/>
                </a:solidFill>
                <a:latin typeface="Times New Roman" pitchFamily="18" charset="0"/>
                <a:ea typeface="宋体" pitchFamily="2" charset="-122"/>
              </a:defRPr>
            </a:lvl2pPr>
            <a:lvl3pPr defTabSz="1327150">
              <a:spcBef>
                <a:spcPct val="0"/>
              </a:spcBef>
              <a:defRPr kumimoji="1" sz="2400">
                <a:solidFill>
                  <a:schemeClr val="tx1"/>
                </a:solidFill>
                <a:latin typeface="Times New Roman" pitchFamily="18" charset="0"/>
                <a:ea typeface="宋体" pitchFamily="2" charset="-122"/>
              </a:defRPr>
            </a:lvl3pPr>
            <a:lvl4pPr defTabSz="1327150">
              <a:spcBef>
                <a:spcPct val="0"/>
              </a:spcBef>
              <a:defRPr kumimoji="1" sz="2400">
                <a:solidFill>
                  <a:schemeClr val="tx1"/>
                </a:solidFill>
                <a:latin typeface="Times New Roman" pitchFamily="18" charset="0"/>
                <a:ea typeface="宋体" pitchFamily="2" charset="-122"/>
              </a:defRPr>
            </a:lvl4pPr>
            <a:lvl5pPr defTabSz="1327150">
              <a:spcBef>
                <a:spcPct val="0"/>
              </a:spcBef>
              <a:defRPr kumimoji="1" sz="2400">
                <a:solidFill>
                  <a:schemeClr val="tx1"/>
                </a:solidFill>
                <a:latin typeface="Times New Roman" pitchFamily="18" charset="0"/>
                <a:ea typeface="宋体" pitchFamily="2" charset="-122"/>
              </a:defRPr>
            </a:lvl5pPr>
            <a:lvl6pPr defTabSz="1327150" fontAlgn="base">
              <a:spcBef>
                <a:spcPct val="0"/>
              </a:spcBef>
              <a:spcAft>
                <a:spcPct val="0"/>
              </a:spcAft>
              <a:defRPr kumimoji="1" sz="2400">
                <a:solidFill>
                  <a:schemeClr val="tx1"/>
                </a:solidFill>
                <a:latin typeface="Times New Roman" pitchFamily="18" charset="0"/>
                <a:ea typeface="宋体" pitchFamily="2" charset="-122"/>
              </a:defRPr>
            </a:lvl6pPr>
            <a:lvl7pPr defTabSz="1327150" fontAlgn="base">
              <a:spcBef>
                <a:spcPct val="0"/>
              </a:spcBef>
              <a:spcAft>
                <a:spcPct val="0"/>
              </a:spcAft>
              <a:defRPr kumimoji="1" sz="2400">
                <a:solidFill>
                  <a:schemeClr val="tx1"/>
                </a:solidFill>
                <a:latin typeface="Times New Roman" pitchFamily="18" charset="0"/>
                <a:ea typeface="宋体" pitchFamily="2" charset="-122"/>
              </a:defRPr>
            </a:lvl7pPr>
            <a:lvl8pPr defTabSz="1327150" fontAlgn="base">
              <a:spcBef>
                <a:spcPct val="0"/>
              </a:spcBef>
              <a:spcAft>
                <a:spcPct val="0"/>
              </a:spcAft>
              <a:defRPr kumimoji="1" sz="2400">
                <a:solidFill>
                  <a:schemeClr val="tx1"/>
                </a:solidFill>
                <a:latin typeface="Times New Roman" pitchFamily="18" charset="0"/>
                <a:ea typeface="宋体" pitchFamily="2" charset="-122"/>
              </a:defRPr>
            </a:lvl8pPr>
            <a:lvl9pPr defTabSz="132715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ClrTx/>
              <a:buFontTx/>
              <a:buNone/>
              <a:defRPr/>
            </a:pPr>
            <a:r>
              <a:rPr kumimoji="0" lang="zh-CN" altLang="en-US" b="1" dirty="0" smtClean="0">
                <a:effectLst>
                  <a:outerShdw blurRad="38100" dist="38100" dir="2700000" algn="tl">
                    <a:srgbClr val="C0C0C0"/>
                  </a:outerShdw>
                </a:effectLst>
                <a:latin typeface="Comic Sans MS" pitchFamily="66" charset="0"/>
                <a:ea typeface="楷体_GB2312" pitchFamily="49" charset="-122"/>
              </a:rPr>
              <a:t>源 结 点	：</a:t>
            </a:r>
            <a:r>
              <a:rPr kumimoji="0" lang="en-US" altLang="zh-CN" b="1" dirty="0" smtClean="0">
                <a:latin typeface="Comic Sans MS" pitchFamily="66" charset="0"/>
                <a:ea typeface="楷体_GB2312" pitchFamily="49" charset="-122"/>
              </a:rPr>
              <a:t>s=0110</a:t>
            </a:r>
          </a:p>
          <a:p>
            <a:pPr eaLnBrk="0" hangingPunct="0">
              <a:buClrTx/>
              <a:buFontTx/>
              <a:buNone/>
              <a:defRPr/>
            </a:pPr>
            <a:r>
              <a:rPr kumimoji="0" lang="zh-CN" altLang="en-US" b="1" dirty="0" smtClean="0">
                <a:effectLst>
                  <a:outerShdw blurRad="38100" dist="38100" dir="2700000" algn="tl">
                    <a:srgbClr val="C0C0C0"/>
                  </a:outerShdw>
                </a:effectLst>
                <a:latin typeface="Comic Sans MS" pitchFamily="66" charset="0"/>
                <a:ea typeface="楷体_GB2312" pitchFamily="49" charset="-122"/>
              </a:rPr>
              <a:t>目的节点	：</a:t>
            </a:r>
            <a:r>
              <a:rPr kumimoji="0" lang="en-US" altLang="zh-CN" b="1" dirty="0" smtClean="0">
                <a:latin typeface="Comic Sans MS" pitchFamily="66" charset="0"/>
                <a:ea typeface="楷体_GB2312" pitchFamily="49" charset="-122"/>
              </a:rPr>
              <a:t>d=1101</a:t>
            </a:r>
          </a:p>
          <a:p>
            <a:pPr eaLnBrk="0" hangingPunct="0">
              <a:buClrTx/>
              <a:buFontTx/>
              <a:buNone/>
              <a:defRPr/>
            </a:pPr>
            <a:r>
              <a:rPr kumimoji="0" lang="zh-CN" altLang="en-US" b="1" dirty="0" smtClean="0">
                <a:effectLst>
                  <a:outerShdw blurRad="38100" dist="38100" dir="2700000" algn="tl">
                    <a:srgbClr val="C0C0C0"/>
                  </a:outerShdw>
                </a:effectLst>
                <a:latin typeface="Comic Sans MS" pitchFamily="66" charset="0"/>
                <a:ea typeface="楷体_GB2312" pitchFamily="49" charset="-122"/>
              </a:rPr>
              <a:t>路    径	：</a:t>
            </a:r>
            <a:r>
              <a:rPr kumimoji="0" lang="zh-CN" altLang="en-US" b="1" dirty="0" smtClean="0">
                <a:latin typeface="Comic Sans MS" pitchFamily="66" charset="0"/>
                <a:ea typeface="楷体_GB2312" pitchFamily="49" charset="-122"/>
              </a:rPr>
              <a:t>0110→011</a:t>
            </a:r>
            <a:r>
              <a:rPr kumimoji="0" lang="zh-CN" altLang="en-US" b="1" dirty="0" smtClean="0">
                <a:solidFill>
                  <a:srgbClr val="FF0000"/>
                </a:solidFill>
                <a:latin typeface="Comic Sans MS" pitchFamily="66" charset="0"/>
                <a:ea typeface="楷体_GB2312" pitchFamily="49" charset="-122"/>
              </a:rPr>
              <a:t>1</a:t>
            </a:r>
            <a:r>
              <a:rPr kumimoji="0" lang="zh-CN" altLang="en-US" b="1" dirty="0" smtClean="0">
                <a:latin typeface="Comic Sans MS" pitchFamily="66" charset="0"/>
                <a:ea typeface="楷体_GB2312" pitchFamily="49" charset="-122"/>
              </a:rPr>
              <a:t>→01</a:t>
            </a:r>
            <a:r>
              <a:rPr kumimoji="0" lang="zh-CN" altLang="en-US" b="1" dirty="0" smtClean="0">
                <a:solidFill>
                  <a:srgbClr val="FF0000"/>
                </a:solidFill>
                <a:latin typeface="Comic Sans MS" pitchFamily="66" charset="0"/>
                <a:ea typeface="楷体_GB2312" pitchFamily="49" charset="-122"/>
              </a:rPr>
              <a:t>0</a:t>
            </a:r>
            <a:r>
              <a:rPr kumimoji="0" lang="zh-CN" altLang="en-US" b="1" dirty="0" smtClean="0">
                <a:latin typeface="Comic Sans MS" pitchFamily="66" charset="0"/>
                <a:ea typeface="楷体_GB2312" pitchFamily="49" charset="-122"/>
              </a:rPr>
              <a:t>1→</a:t>
            </a:r>
            <a:r>
              <a:rPr kumimoji="0" lang="zh-CN" altLang="en-US" b="1" dirty="0" smtClean="0">
                <a:solidFill>
                  <a:srgbClr val="FF0000"/>
                </a:solidFill>
                <a:latin typeface="Comic Sans MS" pitchFamily="66" charset="0"/>
                <a:ea typeface="楷体_GB2312" pitchFamily="49" charset="-122"/>
              </a:rPr>
              <a:t>1</a:t>
            </a:r>
            <a:r>
              <a:rPr kumimoji="0" lang="zh-CN" altLang="en-US" b="1" dirty="0" smtClean="0">
                <a:latin typeface="Comic Sans MS" pitchFamily="66" charset="0"/>
                <a:ea typeface="楷体_GB2312" pitchFamily="49" charset="-122"/>
              </a:rPr>
              <a:t>101</a:t>
            </a:r>
          </a:p>
        </p:txBody>
      </p:sp>
      <p:sp>
        <p:nvSpPr>
          <p:cNvPr id="116767" name="Oval 34"/>
          <p:cNvSpPr>
            <a:spLocks noChangeArrowheads="1"/>
          </p:cNvSpPr>
          <p:nvPr/>
        </p:nvSpPr>
        <p:spPr bwMode="auto">
          <a:xfrm>
            <a:off x="2109788" y="3033713"/>
            <a:ext cx="341312" cy="349250"/>
          </a:xfrm>
          <a:prstGeom prst="ellipse">
            <a:avLst/>
          </a:prstGeom>
          <a:solidFill>
            <a:srgbClr val="99FF66"/>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1600">
                <a:latin typeface="Comic Sans MS" pitchFamily="66" charset="0"/>
                <a:ea typeface="宋体" charset="-122"/>
              </a:rPr>
              <a:t>6</a:t>
            </a:r>
          </a:p>
        </p:txBody>
      </p:sp>
      <p:sp>
        <p:nvSpPr>
          <p:cNvPr id="116768" name="Oval 35"/>
          <p:cNvSpPr>
            <a:spLocks noChangeArrowheads="1"/>
          </p:cNvSpPr>
          <p:nvPr/>
        </p:nvSpPr>
        <p:spPr bwMode="auto">
          <a:xfrm>
            <a:off x="3217863" y="3033713"/>
            <a:ext cx="341312" cy="349250"/>
          </a:xfrm>
          <a:prstGeom prst="ellipse">
            <a:avLst/>
          </a:prstGeom>
          <a:solidFill>
            <a:srgbClr val="99FF66"/>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1600">
                <a:latin typeface="Comic Sans MS" pitchFamily="66" charset="0"/>
                <a:ea typeface="宋体" charset="-122"/>
              </a:rPr>
              <a:t>7</a:t>
            </a:r>
          </a:p>
        </p:txBody>
      </p:sp>
      <p:sp>
        <p:nvSpPr>
          <p:cNvPr id="116769" name="Oval 36"/>
          <p:cNvSpPr>
            <a:spLocks noChangeArrowheads="1"/>
          </p:cNvSpPr>
          <p:nvPr/>
        </p:nvSpPr>
        <p:spPr bwMode="auto">
          <a:xfrm>
            <a:off x="3643313" y="2509838"/>
            <a:ext cx="341312" cy="349250"/>
          </a:xfrm>
          <a:prstGeom prst="ellipse">
            <a:avLst/>
          </a:prstGeom>
          <a:solidFill>
            <a:srgbClr val="FFFF00"/>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1600">
                <a:latin typeface="Comic Sans MS" pitchFamily="66" charset="0"/>
                <a:ea typeface="宋体" charset="-122"/>
              </a:rPr>
              <a:t>3</a:t>
            </a:r>
          </a:p>
        </p:txBody>
      </p:sp>
      <p:sp>
        <p:nvSpPr>
          <p:cNvPr id="116770" name="Oval 37"/>
          <p:cNvSpPr>
            <a:spLocks noChangeArrowheads="1"/>
          </p:cNvSpPr>
          <p:nvPr/>
        </p:nvSpPr>
        <p:spPr bwMode="auto">
          <a:xfrm>
            <a:off x="2620963" y="2509838"/>
            <a:ext cx="341312" cy="349250"/>
          </a:xfrm>
          <a:prstGeom prst="ellipse">
            <a:avLst/>
          </a:prstGeom>
          <a:solidFill>
            <a:srgbClr val="FFFF00"/>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1600">
                <a:latin typeface="Comic Sans MS" pitchFamily="66" charset="0"/>
                <a:ea typeface="宋体" charset="-122"/>
              </a:rPr>
              <a:t>2</a:t>
            </a:r>
          </a:p>
        </p:txBody>
      </p:sp>
      <p:sp>
        <p:nvSpPr>
          <p:cNvPr id="116771" name="Oval 38"/>
          <p:cNvSpPr>
            <a:spLocks noChangeArrowheads="1"/>
          </p:cNvSpPr>
          <p:nvPr/>
        </p:nvSpPr>
        <p:spPr bwMode="auto">
          <a:xfrm>
            <a:off x="2620963" y="3471863"/>
            <a:ext cx="341312" cy="349250"/>
          </a:xfrm>
          <a:prstGeom prst="ellipse">
            <a:avLst/>
          </a:prstGeom>
          <a:solidFill>
            <a:srgbClr val="FFFF00"/>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1600">
                <a:latin typeface="Comic Sans MS" pitchFamily="66" charset="0"/>
                <a:ea typeface="宋体" charset="-122"/>
              </a:rPr>
              <a:t>0</a:t>
            </a:r>
          </a:p>
        </p:txBody>
      </p:sp>
      <p:sp>
        <p:nvSpPr>
          <p:cNvPr id="116772" name="Oval 39"/>
          <p:cNvSpPr>
            <a:spLocks noChangeArrowheads="1"/>
          </p:cNvSpPr>
          <p:nvPr/>
        </p:nvSpPr>
        <p:spPr bwMode="auto">
          <a:xfrm>
            <a:off x="3643313" y="3471863"/>
            <a:ext cx="341312" cy="349250"/>
          </a:xfrm>
          <a:prstGeom prst="ellipse">
            <a:avLst/>
          </a:prstGeom>
          <a:solidFill>
            <a:srgbClr val="FFFF00"/>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1600">
                <a:latin typeface="Comic Sans MS" pitchFamily="66" charset="0"/>
                <a:ea typeface="宋体" charset="-122"/>
              </a:rPr>
              <a:t>1</a:t>
            </a:r>
          </a:p>
        </p:txBody>
      </p:sp>
      <p:sp>
        <p:nvSpPr>
          <p:cNvPr id="116773" name="Oval 40"/>
          <p:cNvSpPr>
            <a:spLocks noChangeArrowheads="1"/>
          </p:cNvSpPr>
          <p:nvPr/>
        </p:nvSpPr>
        <p:spPr bwMode="auto">
          <a:xfrm>
            <a:off x="3217863" y="3995738"/>
            <a:ext cx="341312" cy="349250"/>
          </a:xfrm>
          <a:prstGeom prst="ellipse">
            <a:avLst/>
          </a:prstGeom>
          <a:solidFill>
            <a:srgbClr val="99FF66"/>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1600">
                <a:latin typeface="Comic Sans MS" pitchFamily="66" charset="0"/>
                <a:ea typeface="宋体" charset="-122"/>
              </a:rPr>
              <a:t>5</a:t>
            </a:r>
          </a:p>
        </p:txBody>
      </p:sp>
      <p:sp>
        <p:nvSpPr>
          <p:cNvPr id="116774" name="Oval 41"/>
          <p:cNvSpPr>
            <a:spLocks noChangeArrowheads="1"/>
          </p:cNvSpPr>
          <p:nvPr/>
        </p:nvSpPr>
        <p:spPr bwMode="auto">
          <a:xfrm>
            <a:off x="2109788" y="3995738"/>
            <a:ext cx="341312" cy="349250"/>
          </a:xfrm>
          <a:prstGeom prst="ellipse">
            <a:avLst/>
          </a:prstGeom>
          <a:solidFill>
            <a:srgbClr val="FFFF00"/>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1600">
                <a:latin typeface="Comic Sans MS" pitchFamily="66" charset="0"/>
                <a:ea typeface="宋体" charset="-122"/>
              </a:rPr>
              <a:t>4</a:t>
            </a:r>
          </a:p>
        </p:txBody>
      </p:sp>
      <p:sp>
        <p:nvSpPr>
          <p:cNvPr id="116775" name="Line 42"/>
          <p:cNvSpPr>
            <a:spLocks noChangeShapeType="1"/>
          </p:cNvSpPr>
          <p:nvPr/>
        </p:nvSpPr>
        <p:spPr bwMode="auto">
          <a:xfrm flipH="1">
            <a:off x="5646738" y="3595688"/>
            <a:ext cx="465137" cy="557212"/>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6776" name="Line 43"/>
          <p:cNvSpPr>
            <a:spLocks noChangeShapeType="1"/>
          </p:cNvSpPr>
          <p:nvPr/>
        </p:nvSpPr>
        <p:spPr bwMode="auto">
          <a:xfrm>
            <a:off x="6103938" y="2757488"/>
            <a:ext cx="0" cy="969962"/>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6777" name="Line 44"/>
          <p:cNvSpPr>
            <a:spLocks noChangeShapeType="1"/>
          </p:cNvSpPr>
          <p:nvPr/>
        </p:nvSpPr>
        <p:spPr bwMode="auto">
          <a:xfrm>
            <a:off x="6027738" y="3671888"/>
            <a:ext cx="1087437" cy="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6778" name="Line 45"/>
          <p:cNvSpPr>
            <a:spLocks noChangeShapeType="1"/>
          </p:cNvSpPr>
          <p:nvPr/>
        </p:nvSpPr>
        <p:spPr bwMode="auto">
          <a:xfrm>
            <a:off x="6043613" y="2700338"/>
            <a:ext cx="1089025" cy="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6779" name="Line 46"/>
          <p:cNvSpPr>
            <a:spLocks noChangeShapeType="1"/>
          </p:cNvSpPr>
          <p:nvPr/>
        </p:nvSpPr>
        <p:spPr bwMode="auto">
          <a:xfrm>
            <a:off x="5578475" y="4227513"/>
            <a:ext cx="1087438" cy="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6780" name="Line 47"/>
          <p:cNvSpPr>
            <a:spLocks noChangeShapeType="1"/>
          </p:cNvSpPr>
          <p:nvPr/>
        </p:nvSpPr>
        <p:spPr bwMode="auto">
          <a:xfrm>
            <a:off x="7132638" y="2700338"/>
            <a:ext cx="0" cy="969962"/>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6781" name="Line 48"/>
          <p:cNvSpPr>
            <a:spLocks noChangeShapeType="1"/>
          </p:cNvSpPr>
          <p:nvPr/>
        </p:nvSpPr>
        <p:spPr bwMode="auto">
          <a:xfrm flipH="1">
            <a:off x="6665913" y="3670300"/>
            <a:ext cx="466725" cy="557213"/>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6782" name="Line 49"/>
          <p:cNvSpPr>
            <a:spLocks noChangeShapeType="1"/>
          </p:cNvSpPr>
          <p:nvPr/>
        </p:nvSpPr>
        <p:spPr bwMode="auto">
          <a:xfrm>
            <a:off x="5578475" y="3257550"/>
            <a:ext cx="0" cy="969963"/>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6783" name="Line 50"/>
          <p:cNvSpPr>
            <a:spLocks noChangeShapeType="1"/>
          </p:cNvSpPr>
          <p:nvPr/>
        </p:nvSpPr>
        <p:spPr bwMode="auto">
          <a:xfrm flipH="1">
            <a:off x="5578475" y="2700338"/>
            <a:ext cx="465138" cy="557212"/>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6784" name="Line 51"/>
          <p:cNvSpPr>
            <a:spLocks noChangeShapeType="1"/>
          </p:cNvSpPr>
          <p:nvPr/>
        </p:nvSpPr>
        <p:spPr bwMode="auto">
          <a:xfrm flipH="1">
            <a:off x="6665913" y="2700338"/>
            <a:ext cx="466725" cy="557212"/>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6785" name="Line 52"/>
          <p:cNvSpPr>
            <a:spLocks noChangeShapeType="1"/>
          </p:cNvSpPr>
          <p:nvPr/>
        </p:nvSpPr>
        <p:spPr bwMode="auto">
          <a:xfrm>
            <a:off x="6665913" y="3257550"/>
            <a:ext cx="0" cy="969963"/>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6786" name="Line 53"/>
          <p:cNvSpPr>
            <a:spLocks noChangeShapeType="1"/>
          </p:cNvSpPr>
          <p:nvPr/>
        </p:nvSpPr>
        <p:spPr bwMode="auto">
          <a:xfrm>
            <a:off x="5578475" y="3257550"/>
            <a:ext cx="1087438" cy="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6787" name="Rectangle 54"/>
          <p:cNvSpPr>
            <a:spLocks noChangeArrowheads="1"/>
          </p:cNvSpPr>
          <p:nvPr/>
        </p:nvSpPr>
        <p:spPr bwMode="auto">
          <a:xfrm>
            <a:off x="7256463" y="2436813"/>
            <a:ext cx="512762"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1800" b="0">
                <a:solidFill>
                  <a:schemeClr val="tx2"/>
                </a:solidFill>
                <a:latin typeface="Comic Sans MS" pitchFamily="66" charset="0"/>
              </a:rPr>
              <a:t>1</a:t>
            </a:r>
            <a:r>
              <a:rPr lang="zh-CN" altLang="zh-CN" sz="1800" b="0">
                <a:solidFill>
                  <a:schemeClr val="tx2"/>
                </a:solidFill>
                <a:latin typeface="Comic Sans MS" pitchFamily="66" charset="0"/>
              </a:rPr>
              <a:t>011</a:t>
            </a:r>
          </a:p>
        </p:txBody>
      </p:sp>
      <p:sp>
        <p:nvSpPr>
          <p:cNvPr id="116788" name="Rectangle 55"/>
          <p:cNvSpPr>
            <a:spLocks noChangeArrowheads="1"/>
          </p:cNvSpPr>
          <p:nvPr/>
        </p:nvSpPr>
        <p:spPr bwMode="auto">
          <a:xfrm>
            <a:off x="6064250" y="3748088"/>
            <a:ext cx="512763"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1800" b="0">
                <a:solidFill>
                  <a:schemeClr val="tx2"/>
                </a:solidFill>
                <a:latin typeface="Comic Sans MS" pitchFamily="66" charset="0"/>
              </a:rPr>
              <a:t>1</a:t>
            </a:r>
            <a:r>
              <a:rPr lang="zh-CN" altLang="zh-CN" sz="1800" b="0">
                <a:solidFill>
                  <a:schemeClr val="tx2"/>
                </a:solidFill>
                <a:latin typeface="Comic Sans MS" pitchFamily="66" charset="0"/>
              </a:rPr>
              <a:t>000</a:t>
            </a:r>
          </a:p>
        </p:txBody>
      </p:sp>
      <p:sp>
        <p:nvSpPr>
          <p:cNvPr id="116789" name="Rectangle 56"/>
          <p:cNvSpPr>
            <a:spLocks noChangeArrowheads="1"/>
          </p:cNvSpPr>
          <p:nvPr/>
        </p:nvSpPr>
        <p:spPr bwMode="auto">
          <a:xfrm>
            <a:off x="5381625" y="2436813"/>
            <a:ext cx="511175"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1800" b="0">
                <a:solidFill>
                  <a:schemeClr val="tx2"/>
                </a:solidFill>
                <a:latin typeface="Comic Sans MS" pitchFamily="66" charset="0"/>
              </a:rPr>
              <a:t>1</a:t>
            </a:r>
            <a:r>
              <a:rPr lang="zh-CN" altLang="zh-CN" sz="1800" b="0">
                <a:solidFill>
                  <a:schemeClr val="tx2"/>
                </a:solidFill>
                <a:latin typeface="Comic Sans MS" pitchFamily="66" charset="0"/>
              </a:rPr>
              <a:t>010</a:t>
            </a:r>
          </a:p>
        </p:txBody>
      </p:sp>
      <p:sp>
        <p:nvSpPr>
          <p:cNvPr id="116790" name="Rectangle 57"/>
          <p:cNvSpPr>
            <a:spLocks noChangeArrowheads="1"/>
          </p:cNvSpPr>
          <p:nvPr/>
        </p:nvSpPr>
        <p:spPr bwMode="auto">
          <a:xfrm>
            <a:off x="4872038" y="3048000"/>
            <a:ext cx="512762" cy="46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1800" b="0">
                <a:solidFill>
                  <a:schemeClr val="tx2"/>
                </a:solidFill>
                <a:latin typeface="Comic Sans MS" pitchFamily="66" charset="0"/>
              </a:rPr>
              <a:t>1</a:t>
            </a:r>
            <a:r>
              <a:rPr lang="zh-CN" altLang="zh-CN" sz="1800" b="0">
                <a:solidFill>
                  <a:schemeClr val="tx2"/>
                </a:solidFill>
                <a:latin typeface="Comic Sans MS" pitchFamily="66" charset="0"/>
              </a:rPr>
              <a:t>110</a:t>
            </a:r>
          </a:p>
        </p:txBody>
      </p:sp>
      <p:sp>
        <p:nvSpPr>
          <p:cNvPr id="116791" name="Rectangle 58"/>
          <p:cNvSpPr>
            <a:spLocks noChangeArrowheads="1"/>
          </p:cNvSpPr>
          <p:nvPr/>
        </p:nvSpPr>
        <p:spPr bwMode="auto">
          <a:xfrm>
            <a:off x="6337300" y="2743200"/>
            <a:ext cx="511175" cy="385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1800" b="0">
                <a:solidFill>
                  <a:schemeClr val="tx2"/>
                </a:solidFill>
                <a:latin typeface="Comic Sans MS" pitchFamily="66" charset="0"/>
              </a:rPr>
              <a:t>1</a:t>
            </a:r>
            <a:r>
              <a:rPr lang="zh-CN" altLang="zh-CN" sz="1800" b="0">
                <a:solidFill>
                  <a:schemeClr val="tx2"/>
                </a:solidFill>
                <a:latin typeface="Comic Sans MS" pitchFamily="66" charset="0"/>
              </a:rPr>
              <a:t>111</a:t>
            </a:r>
          </a:p>
        </p:txBody>
      </p:sp>
      <p:sp>
        <p:nvSpPr>
          <p:cNvPr id="116792" name="Rectangle 59"/>
          <p:cNvSpPr>
            <a:spLocks noChangeArrowheads="1"/>
          </p:cNvSpPr>
          <p:nvPr/>
        </p:nvSpPr>
        <p:spPr bwMode="auto">
          <a:xfrm>
            <a:off x="6659563" y="4271963"/>
            <a:ext cx="514350"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1800" b="0">
                <a:solidFill>
                  <a:schemeClr val="tx2"/>
                </a:solidFill>
                <a:latin typeface="Comic Sans MS" pitchFamily="66" charset="0"/>
              </a:rPr>
              <a:t>1</a:t>
            </a:r>
            <a:r>
              <a:rPr lang="zh-CN" altLang="zh-CN" sz="1800" b="0">
                <a:solidFill>
                  <a:schemeClr val="tx2"/>
                </a:solidFill>
                <a:latin typeface="Comic Sans MS" pitchFamily="66" charset="0"/>
              </a:rPr>
              <a:t>101</a:t>
            </a:r>
          </a:p>
        </p:txBody>
      </p:sp>
      <p:sp>
        <p:nvSpPr>
          <p:cNvPr id="116793" name="Rectangle 60"/>
          <p:cNvSpPr>
            <a:spLocks noChangeArrowheads="1"/>
          </p:cNvSpPr>
          <p:nvPr/>
        </p:nvSpPr>
        <p:spPr bwMode="auto">
          <a:xfrm>
            <a:off x="5553075" y="4271963"/>
            <a:ext cx="511175"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1800" b="0">
                <a:solidFill>
                  <a:schemeClr val="tx2"/>
                </a:solidFill>
                <a:latin typeface="Comic Sans MS" pitchFamily="66" charset="0"/>
              </a:rPr>
              <a:t>1</a:t>
            </a:r>
            <a:r>
              <a:rPr lang="zh-CN" altLang="zh-CN" sz="1800" b="0">
                <a:solidFill>
                  <a:schemeClr val="tx2"/>
                </a:solidFill>
                <a:latin typeface="Comic Sans MS" pitchFamily="66" charset="0"/>
              </a:rPr>
              <a:t>100</a:t>
            </a:r>
          </a:p>
        </p:txBody>
      </p:sp>
      <p:sp>
        <p:nvSpPr>
          <p:cNvPr id="116794" name="Rectangle 61"/>
          <p:cNvSpPr>
            <a:spLocks noChangeArrowheads="1"/>
          </p:cNvSpPr>
          <p:nvPr/>
        </p:nvSpPr>
        <p:spPr bwMode="auto">
          <a:xfrm>
            <a:off x="7170738" y="3748088"/>
            <a:ext cx="512762"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1800" b="0">
                <a:solidFill>
                  <a:schemeClr val="tx2"/>
                </a:solidFill>
                <a:latin typeface="Comic Sans MS" pitchFamily="66" charset="0"/>
              </a:rPr>
              <a:t>1</a:t>
            </a:r>
            <a:r>
              <a:rPr lang="zh-CN" altLang="zh-CN" sz="1800" b="0">
                <a:solidFill>
                  <a:schemeClr val="tx2"/>
                </a:solidFill>
                <a:latin typeface="Comic Sans MS" pitchFamily="66" charset="0"/>
              </a:rPr>
              <a:t>00</a:t>
            </a:r>
            <a:r>
              <a:rPr lang="zh-CN" altLang="en-US" sz="1800" b="0">
                <a:solidFill>
                  <a:schemeClr val="tx2"/>
                </a:solidFill>
                <a:latin typeface="Comic Sans MS" pitchFamily="66" charset="0"/>
              </a:rPr>
              <a:t>1</a:t>
            </a:r>
            <a:endParaRPr lang="zh-CN" altLang="zh-CN" sz="1800" b="0">
              <a:solidFill>
                <a:schemeClr val="tx2"/>
              </a:solidFill>
              <a:latin typeface="Comic Sans MS" pitchFamily="66" charset="0"/>
            </a:endParaRPr>
          </a:p>
        </p:txBody>
      </p:sp>
      <p:sp>
        <p:nvSpPr>
          <p:cNvPr id="116795" name="Oval 62"/>
          <p:cNvSpPr>
            <a:spLocks noChangeArrowheads="1"/>
          </p:cNvSpPr>
          <p:nvPr/>
        </p:nvSpPr>
        <p:spPr bwMode="auto">
          <a:xfrm>
            <a:off x="5381625" y="3048000"/>
            <a:ext cx="341313" cy="349250"/>
          </a:xfrm>
          <a:prstGeom prst="ellipse">
            <a:avLst/>
          </a:prstGeom>
          <a:solidFill>
            <a:srgbClr val="FFFF00"/>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1600">
                <a:latin typeface="Comic Sans MS" pitchFamily="66" charset="0"/>
                <a:ea typeface="宋体" charset="-122"/>
              </a:rPr>
              <a:t>14</a:t>
            </a:r>
          </a:p>
        </p:txBody>
      </p:sp>
      <p:sp>
        <p:nvSpPr>
          <p:cNvPr id="116796" name="Oval 63"/>
          <p:cNvSpPr>
            <a:spLocks noChangeArrowheads="1"/>
          </p:cNvSpPr>
          <p:nvPr/>
        </p:nvSpPr>
        <p:spPr bwMode="auto">
          <a:xfrm>
            <a:off x="6489700" y="3048000"/>
            <a:ext cx="341313" cy="349250"/>
          </a:xfrm>
          <a:prstGeom prst="ellipse">
            <a:avLst/>
          </a:prstGeom>
          <a:solidFill>
            <a:srgbClr val="FFFF00"/>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1600">
                <a:latin typeface="Comic Sans MS" pitchFamily="66" charset="0"/>
                <a:ea typeface="宋体" charset="-122"/>
              </a:rPr>
              <a:t>15</a:t>
            </a:r>
          </a:p>
        </p:txBody>
      </p:sp>
      <p:sp>
        <p:nvSpPr>
          <p:cNvPr id="116797" name="Oval 64"/>
          <p:cNvSpPr>
            <a:spLocks noChangeArrowheads="1"/>
          </p:cNvSpPr>
          <p:nvPr/>
        </p:nvSpPr>
        <p:spPr bwMode="auto">
          <a:xfrm>
            <a:off x="6915150" y="2524125"/>
            <a:ext cx="341313" cy="349250"/>
          </a:xfrm>
          <a:prstGeom prst="ellipse">
            <a:avLst/>
          </a:prstGeom>
          <a:solidFill>
            <a:srgbClr val="FFFF00"/>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1600">
                <a:latin typeface="Comic Sans MS" pitchFamily="66" charset="0"/>
                <a:ea typeface="宋体" charset="-122"/>
              </a:rPr>
              <a:t>11</a:t>
            </a:r>
          </a:p>
        </p:txBody>
      </p:sp>
      <p:sp>
        <p:nvSpPr>
          <p:cNvPr id="116798" name="Oval 65"/>
          <p:cNvSpPr>
            <a:spLocks noChangeArrowheads="1"/>
          </p:cNvSpPr>
          <p:nvPr/>
        </p:nvSpPr>
        <p:spPr bwMode="auto">
          <a:xfrm>
            <a:off x="5892800" y="2524125"/>
            <a:ext cx="341313" cy="349250"/>
          </a:xfrm>
          <a:prstGeom prst="ellipse">
            <a:avLst/>
          </a:prstGeom>
          <a:solidFill>
            <a:srgbClr val="FFFF00"/>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1600">
                <a:latin typeface="Comic Sans MS" pitchFamily="66" charset="0"/>
                <a:ea typeface="宋体" charset="-122"/>
              </a:rPr>
              <a:t>10</a:t>
            </a:r>
          </a:p>
        </p:txBody>
      </p:sp>
      <p:sp>
        <p:nvSpPr>
          <p:cNvPr id="116799" name="Oval 66"/>
          <p:cNvSpPr>
            <a:spLocks noChangeArrowheads="1"/>
          </p:cNvSpPr>
          <p:nvPr/>
        </p:nvSpPr>
        <p:spPr bwMode="auto">
          <a:xfrm>
            <a:off x="5892800" y="3486150"/>
            <a:ext cx="341313" cy="349250"/>
          </a:xfrm>
          <a:prstGeom prst="ellipse">
            <a:avLst/>
          </a:prstGeom>
          <a:solidFill>
            <a:srgbClr val="FFFF00"/>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1600">
                <a:latin typeface="Comic Sans MS" pitchFamily="66" charset="0"/>
                <a:ea typeface="宋体" charset="-122"/>
              </a:rPr>
              <a:t>8</a:t>
            </a:r>
          </a:p>
        </p:txBody>
      </p:sp>
      <p:sp>
        <p:nvSpPr>
          <p:cNvPr id="116800" name="Oval 67"/>
          <p:cNvSpPr>
            <a:spLocks noChangeArrowheads="1"/>
          </p:cNvSpPr>
          <p:nvPr/>
        </p:nvSpPr>
        <p:spPr bwMode="auto">
          <a:xfrm>
            <a:off x="6915150" y="3486150"/>
            <a:ext cx="341313" cy="349250"/>
          </a:xfrm>
          <a:prstGeom prst="ellipse">
            <a:avLst/>
          </a:prstGeom>
          <a:solidFill>
            <a:srgbClr val="FFFF00"/>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1600">
                <a:latin typeface="Comic Sans MS" pitchFamily="66" charset="0"/>
                <a:ea typeface="宋体" charset="-122"/>
              </a:rPr>
              <a:t>9</a:t>
            </a:r>
          </a:p>
        </p:txBody>
      </p:sp>
      <p:sp>
        <p:nvSpPr>
          <p:cNvPr id="116801" name="Oval 68"/>
          <p:cNvSpPr>
            <a:spLocks noChangeArrowheads="1"/>
          </p:cNvSpPr>
          <p:nvPr/>
        </p:nvSpPr>
        <p:spPr bwMode="auto">
          <a:xfrm>
            <a:off x="6489700" y="4010025"/>
            <a:ext cx="341313" cy="349250"/>
          </a:xfrm>
          <a:prstGeom prst="ellipse">
            <a:avLst/>
          </a:prstGeom>
          <a:solidFill>
            <a:srgbClr val="99FF66"/>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1600">
                <a:latin typeface="Comic Sans MS" pitchFamily="66" charset="0"/>
                <a:ea typeface="宋体" charset="-122"/>
              </a:rPr>
              <a:t>13</a:t>
            </a:r>
          </a:p>
        </p:txBody>
      </p:sp>
      <p:sp>
        <p:nvSpPr>
          <p:cNvPr id="116802" name="Oval 69"/>
          <p:cNvSpPr>
            <a:spLocks noChangeArrowheads="1"/>
          </p:cNvSpPr>
          <p:nvPr/>
        </p:nvSpPr>
        <p:spPr bwMode="auto">
          <a:xfrm>
            <a:off x="5381625" y="4010025"/>
            <a:ext cx="341313" cy="349250"/>
          </a:xfrm>
          <a:prstGeom prst="ellipse">
            <a:avLst/>
          </a:prstGeom>
          <a:solidFill>
            <a:srgbClr val="FFFF00"/>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1600">
                <a:latin typeface="Comic Sans MS" pitchFamily="66" charset="0"/>
                <a:ea typeface="宋体" charset="-122"/>
              </a:rPr>
              <a:t>12</a:t>
            </a:r>
          </a:p>
        </p:txBody>
      </p:sp>
      <p:sp>
        <p:nvSpPr>
          <p:cNvPr id="116803" name="Freeform 70"/>
          <p:cNvSpPr>
            <a:spLocks/>
          </p:cNvSpPr>
          <p:nvPr/>
        </p:nvSpPr>
        <p:spPr bwMode="auto">
          <a:xfrm>
            <a:off x="2908300" y="2286000"/>
            <a:ext cx="3048000" cy="304800"/>
          </a:xfrm>
          <a:custGeom>
            <a:avLst/>
            <a:gdLst>
              <a:gd name="T0" fmla="*/ 0 w 1968"/>
              <a:gd name="T1" fmla="*/ 2147483647 h 456"/>
              <a:gd name="T2" fmla="*/ 2147483647 w 1968"/>
              <a:gd name="T3" fmla="*/ 2147483647 h 456"/>
              <a:gd name="T4" fmla="*/ 2147483647 w 1968"/>
              <a:gd name="T5" fmla="*/ 2147483647 h 456"/>
              <a:gd name="T6" fmla="*/ 2147483647 w 1968"/>
              <a:gd name="T7" fmla="*/ 2147483647 h 456"/>
              <a:gd name="T8" fmla="*/ 2147483647 w 1968"/>
              <a:gd name="T9" fmla="*/ 2147483647 h 4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68" h="456">
                <a:moveTo>
                  <a:pt x="0" y="408"/>
                </a:moveTo>
                <a:cubicBezTo>
                  <a:pt x="216" y="272"/>
                  <a:pt x="432" y="136"/>
                  <a:pt x="624" y="72"/>
                </a:cubicBezTo>
                <a:cubicBezTo>
                  <a:pt x="816" y="8"/>
                  <a:pt x="976" y="0"/>
                  <a:pt x="1152" y="24"/>
                </a:cubicBezTo>
                <a:cubicBezTo>
                  <a:pt x="1328" y="48"/>
                  <a:pt x="1544" y="144"/>
                  <a:pt x="1680" y="216"/>
                </a:cubicBezTo>
                <a:cubicBezTo>
                  <a:pt x="1816" y="288"/>
                  <a:pt x="1920" y="416"/>
                  <a:pt x="1968" y="456"/>
                </a:cubicBezTo>
              </a:path>
            </a:pathLst>
          </a:custGeom>
          <a:noFill/>
          <a:ln w="31750"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6804" name="Freeform 71"/>
          <p:cNvSpPr>
            <a:spLocks/>
          </p:cNvSpPr>
          <p:nvPr/>
        </p:nvSpPr>
        <p:spPr bwMode="auto">
          <a:xfrm>
            <a:off x="3898900" y="2286000"/>
            <a:ext cx="3048000" cy="304800"/>
          </a:xfrm>
          <a:custGeom>
            <a:avLst/>
            <a:gdLst>
              <a:gd name="T0" fmla="*/ 0 w 1968"/>
              <a:gd name="T1" fmla="*/ 2147483647 h 456"/>
              <a:gd name="T2" fmla="*/ 2147483647 w 1968"/>
              <a:gd name="T3" fmla="*/ 2147483647 h 456"/>
              <a:gd name="T4" fmla="*/ 2147483647 w 1968"/>
              <a:gd name="T5" fmla="*/ 2147483647 h 456"/>
              <a:gd name="T6" fmla="*/ 2147483647 w 1968"/>
              <a:gd name="T7" fmla="*/ 2147483647 h 456"/>
              <a:gd name="T8" fmla="*/ 2147483647 w 1968"/>
              <a:gd name="T9" fmla="*/ 2147483647 h 4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68" h="456">
                <a:moveTo>
                  <a:pt x="0" y="408"/>
                </a:moveTo>
                <a:cubicBezTo>
                  <a:pt x="216" y="272"/>
                  <a:pt x="432" y="136"/>
                  <a:pt x="624" y="72"/>
                </a:cubicBezTo>
                <a:cubicBezTo>
                  <a:pt x="816" y="8"/>
                  <a:pt x="976" y="0"/>
                  <a:pt x="1152" y="24"/>
                </a:cubicBezTo>
                <a:cubicBezTo>
                  <a:pt x="1328" y="48"/>
                  <a:pt x="1544" y="144"/>
                  <a:pt x="1680" y="216"/>
                </a:cubicBezTo>
                <a:cubicBezTo>
                  <a:pt x="1816" y="288"/>
                  <a:pt x="1920" y="416"/>
                  <a:pt x="1968" y="456"/>
                </a:cubicBezTo>
              </a:path>
            </a:pathLst>
          </a:custGeom>
          <a:noFill/>
          <a:ln w="31750"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6805" name="Freeform 72"/>
          <p:cNvSpPr>
            <a:spLocks/>
          </p:cNvSpPr>
          <p:nvPr/>
        </p:nvSpPr>
        <p:spPr bwMode="auto">
          <a:xfrm>
            <a:off x="2908300" y="3276600"/>
            <a:ext cx="3048000" cy="304800"/>
          </a:xfrm>
          <a:custGeom>
            <a:avLst/>
            <a:gdLst>
              <a:gd name="T0" fmla="*/ 0 w 1968"/>
              <a:gd name="T1" fmla="*/ 2147483647 h 456"/>
              <a:gd name="T2" fmla="*/ 2147483647 w 1968"/>
              <a:gd name="T3" fmla="*/ 2147483647 h 456"/>
              <a:gd name="T4" fmla="*/ 2147483647 w 1968"/>
              <a:gd name="T5" fmla="*/ 2147483647 h 456"/>
              <a:gd name="T6" fmla="*/ 2147483647 w 1968"/>
              <a:gd name="T7" fmla="*/ 2147483647 h 456"/>
              <a:gd name="T8" fmla="*/ 2147483647 w 1968"/>
              <a:gd name="T9" fmla="*/ 2147483647 h 4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68" h="456">
                <a:moveTo>
                  <a:pt x="0" y="408"/>
                </a:moveTo>
                <a:cubicBezTo>
                  <a:pt x="216" y="272"/>
                  <a:pt x="432" y="136"/>
                  <a:pt x="624" y="72"/>
                </a:cubicBezTo>
                <a:cubicBezTo>
                  <a:pt x="816" y="8"/>
                  <a:pt x="976" y="0"/>
                  <a:pt x="1152" y="24"/>
                </a:cubicBezTo>
                <a:cubicBezTo>
                  <a:pt x="1328" y="48"/>
                  <a:pt x="1544" y="144"/>
                  <a:pt x="1680" y="216"/>
                </a:cubicBezTo>
                <a:cubicBezTo>
                  <a:pt x="1816" y="288"/>
                  <a:pt x="1920" y="416"/>
                  <a:pt x="1968" y="456"/>
                </a:cubicBezTo>
              </a:path>
            </a:pathLst>
          </a:custGeom>
          <a:noFill/>
          <a:ln w="31750"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7762" name="Text Box 2"/>
          <p:cNvSpPr txBox="1">
            <a:spLocks noChangeArrowheads="1"/>
          </p:cNvSpPr>
          <p:nvPr/>
        </p:nvSpPr>
        <p:spPr bwMode="auto">
          <a:xfrm>
            <a:off x="2057400" y="1752600"/>
            <a:ext cx="32766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endParaRPr lang="zh-CN" altLang="en-US" b="0">
              <a:latin typeface="Times New Roman" pitchFamily="18" charset="0"/>
              <a:ea typeface="宋体" charset="-122"/>
            </a:endParaRPr>
          </a:p>
        </p:txBody>
      </p:sp>
      <p:sp>
        <p:nvSpPr>
          <p:cNvPr id="1007619" name="Text Box 3"/>
          <p:cNvSpPr txBox="1">
            <a:spLocks noChangeArrowheads="1"/>
          </p:cNvSpPr>
          <p:nvPr/>
        </p:nvSpPr>
        <p:spPr bwMode="auto">
          <a:xfrm>
            <a:off x="7543800" y="762000"/>
            <a:ext cx="968375" cy="5486400"/>
          </a:xfrm>
          <a:prstGeom prst="rect">
            <a:avLst/>
          </a:prstGeom>
          <a:solidFill>
            <a:srgbClr val="FFFF00"/>
          </a:solidFill>
          <a:ln w="57150" cmpd="thickThin">
            <a:solidFill>
              <a:schemeClr val="tx1"/>
            </a:solidFill>
            <a:miter lim="800000"/>
            <a:headEnd/>
            <a:tailEnd/>
          </a:ln>
          <a:effectLst>
            <a:outerShdw dist="107763" dir="2700000" algn="ctr" rotWithShape="0">
              <a:schemeClr val="bg2"/>
            </a:outerShdw>
          </a:effectLst>
        </p:spPr>
        <p:txBody>
          <a:bodyPr vert="eaVert" lIns="90000" tIns="46800" rIns="90000" bIns="46800">
            <a:spAutoFit/>
          </a:bodyPr>
          <a:lstStyle/>
          <a:p>
            <a:pPr algn="ctr">
              <a:spcBef>
                <a:spcPct val="50000"/>
              </a:spcBef>
              <a:buClr>
                <a:schemeClr val="accent2"/>
              </a:buClr>
              <a:defRPr/>
            </a:pPr>
            <a:r>
              <a:rPr lang="zh-CN" altLang="en-US" sz="2400" b="1">
                <a:solidFill>
                  <a:schemeClr val="tx2"/>
                </a:solidFill>
                <a:effectLst>
                  <a:outerShdw blurRad="38100" dist="38100" dir="2700000" algn="tl">
                    <a:srgbClr val="000000"/>
                  </a:outerShdw>
                </a:effectLst>
                <a:latin typeface="楷体_GB2312" pitchFamily="49" charset="-122"/>
                <a:ea typeface="楷体_GB2312" pitchFamily="49" charset="-122"/>
              </a:rPr>
              <a:t>利用虚拟通道避免死锁的自适应</a:t>
            </a:r>
            <a:r>
              <a:rPr lang="en-US" altLang="zh-CN" sz="2400" b="1">
                <a:solidFill>
                  <a:schemeClr val="tx2"/>
                </a:solidFill>
                <a:effectLst>
                  <a:outerShdw blurRad="38100" dist="38100" dir="2700000" algn="tl">
                    <a:srgbClr val="000000"/>
                  </a:outerShdw>
                </a:effectLst>
                <a:latin typeface="楷体_GB2312" pitchFamily="49" charset="-122"/>
                <a:ea typeface="楷体_GB2312" pitchFamily="49" charset="-122"/>
              </a:rPr>
              <a:t>X-Y</a:t>
            </a:r>
            <a:r>
              <a:rPr lang="zh-CN" altLang="en-US" sz="2400" b="1">
                <a:solidFill>
                  <a:schemeClr val="tx2"/>
                </a:solidFill>
                <a:effectLst>
                  <a:outerShdw blurRad="38100" dist="38100" dir="2700000" algn="tl">
                    <a:srgbClr val="000000"/>
                  </a:outerShdw>
                </a:effectLst>
                <a:latin typeface="楷体_GB2312" pitchFamily="49" charset="-122"/>
                <a:ea typeface="楷体_GB2312" pitchFamily="49" charset="-122"/>
              </a:rPr>
              <a:t>寻径（在</a:t>
            </a:r>
            <a:r>
              <a:rPr lang="en-US" altLang="zh-CN" sz="2400" b="1">
                <a:solidFill>
                  <a:schemeClr val="tx2"/>
                </a:solidFill>
                <a:effectLst>
                  <a:outerShdw blurRad="38100" dist="38100" dir="2700000" algn="tl">
                    <a:srgbClr val="000000"/>
                  </a:outerShdw>
                </a:effectLst>
                <a:latin typeface="楷体_GB2312" pitchFamily="49" charset="-122"/>
                <a:ea typeface="楷体_GB2312" pitchFamily="49" charset="-122"/>
              </a:rPr>
              <a:t>Y</a:t>
            </a:r>
            <a:r>
              <a:rPr lang="zh-CN" altLang="en-US" sz="2400" b="1">
                <a:solidFill>
                  <a:schemeClr val="tx2"/>
                </a:solidFill>
                <a:effectLst>
                  <a:outerShdw blurRad="38100" dist="38100" dir="2700000" algn="tl">
                    <a:srgbClr val="000000"/>
                  </a:outerShdw>
                </a:effectLst>
                <a:latin typeface="楷体_GB2312" pitchFamily="49" charset="-122"/>
                <a:ea typeface="楷体_GB2312" pitchFamily="49" charset="-122"/>
              </a:rPr>
              <a:t>维上用了2对虚拟通道）</a:t>
            </a:r>
          </a:p>
        </p:txBody>
      </p:sp>
      <p:sp>
        <p:nvSpPr>
          <p:cNvPr id="117764" name="Text Box 10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2 之 1</a:t>
            </a:r>
          </a:p>
        </p:txBody>
      </p:sp>
      <p:pic>
        <p:nvPicPr>
          <p:cNvPr id="117765" name="Picture 107" descr="msotw9_temp0"/>
          <p:cNvPicPr>
            <a:picLocks noChangeAspect="1" noChangeArrowheads="1"/>
          </p:cNvPicPr>
          <p:nvPr/>
        </p:nvPicPr>
        <p:blipFill>
          <a:blip r:embed="rId4">
            <a:lum bright="-6000"/>
            <a:extLst>
              <a:ext uri="{28A0092B-C50C-407E-A947-70E740481C1C}">
                <a14:useLocalDpi xmlns:a14="http://schemas.microsoft.com/office/drawing/2010/main" val="0"/>
              </a:ext>
            </a:extLst>
          </a:blip>
          <a:srcRect/>
          <a:stretch>
            <a:fillRect/>
          </a:stretch>
        </p:blipFill>
        <p:spPr bwMode="auto">
          <a:xfrm>
            <a:off x="304800" y="350838"/>
            <a:ext cx="6705600" cy="6157912"/>
          </a:xfrm>
          <a:prstGeom prst="rect">
            <a:avLst/>
          </a:prstGeom>
          <a:noFill/>
          <a:ln w="76200" cmpd="tri">
            <a:solidFill>
              <a:schemeClr val="tx1"/>
            </a:solidFill>
            <a:miter lim="800000"/>
            <a:headEnd/>
            <a:tailEnd/>
          </a:ln>
          <a:effectLst>
            <a:outerShdw dist="107763" dir="2700000" algn="ctr" rotWithShape="0">
              <a:schemeClr val="bg2"/>
            </a:outerShdw>
          </a:effectLst>
          <a:extLst>
            <a:ext uri="{909E8E84-426E-40DD-AFC4-6F175D3DCCD1}">
              <a14:hiddenFill xmlns:a14="http://schemas.microsoft.com/office/drawing/2010/main">
                <a:solidFill>
                  <a:schemeClr val="accent1"/>
                </a:solidFill>
              </a14:hiddenFill>
            </a:ext>
          </a:extLst>
        </p:spPr>
      </p:pic>
    </p:spTree>
  </p:cSld>
  <p:clrMapOvr>
    <a:masterClrMapping/>
  </p:clrMapOvr>
  <p:transition spd="slow">
    <p:random/>
    <p:sndAc>
      <p:stSnd>
        <p:snd r:embed="rId3" name="projctor.wav"/>
      </p:stSnd>
    </p:sndAc>
  </p:transition>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8786" name="Text Box 2"/>
          <p:cNvSpPr txBox="1">
            <a:spLocks noChangeArrowheads="1"/>
          </p:cNvSpPr>
          <p:nvPr/>
        </p:nvSpPr>
        <p:spPr bwMode="auto">
          <a:xfrm>
            <a:off x="2057400" y="1752600"/>
            <a:ext cx="32766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endParaRPr lang="zh-CN" altLang="en-US" b="0">
              <a:latin typeface="Times New Roman" pitchFamily="18" charset="0"/>
              <a:ea typeface="宋体" charset="-122"/>
            </a:endParaRPr>
          </a:p>
        </p:txBody>
      </p:sp>
      <p:sp>
        <p:nvSpPr>
          <p:cNvPr id="1009667" name="Text Box 3"/>
          <p:cNvSpPr txBox="1">
            <a:spLocks noChangeArrowheads="1"/>
          </p:cNvSpPr>
          <p:nvPr/>
        </p:nvSpPr>
        <p:spPr bwMode="auto">
          <a:xfrm>
            <a:off x="1143000" y="152400"/>
            <a:ext cx="6858000" cy="952500"/>
          </a:xfrm>
          <a:prstGeom prst="rect">
            <a:avLst/>
          </a:prstGeom>
          <a:solidFill>
            <a:srgbClr val="FFFF00"/>
          </a:solidFill>
          <a:ln w="57150" cmpd="thickThin">
            <a:solidFill>
              <a:schemeClr val="tx1"/>
            </a:solidFill>
            <a:miter lim="800000"/>
            <a:headEnd/>
            <a:tailEnd/>
          </a:ln>
          <a:effectLst>
            <a:outerShdw dist="107763" dir="2700000" algn="ctr" rotWithShape="0">
              <a:schemeClr val="bg2"/>
            </a:outerShdw>
          </a:effectLst>
        </p:spPr>
        <p:txBody>
          <a:bodyPr lIns="90000" tIns="46800" rIns="90000" bIns="46800">
            <a:spAutoFit/>
          </a:bodyPr>
          <a:lstStyle/>
          <a:p>
            <a:pPr algn="ctr">
              <a:buClr>
                <a:schemeClr val="accent2"/>
              </a:buClr>
              <a:defRPr/>
            </a:pPr>
            <a:r>
              <a:rPr lang="zh-CN" altLang="en-US" sz="2400" b="1">
                <a:solidFill>
                  <a:schemeClr val="tx2"/>
                </a:solidFill>
                <a:effectLst>
                  <a:outerShdw blurRad="38100" dist="38100" dir="2700000" algn="tl">
                    <a:srgbClr val="000000"/>
                  </a:outerShdw>
                </a:effectLst>
                <a:latin typeface="楷体_GB2312" pitchFamily="49" charset="-122"/>
                <a:ea typeface="楷体_GB2312" pitchFamily="49" charset="-122"/>
              </a:rPr>
              <a:t>利用虚拟通道避免死锁的自适应</a:t>
            </a:r>
            <a:r>
              <a:rPr lang="en-US" altLang="zh-CN" sz="2400" b="1">
                <a:solidFill>
                  <a:schemeClr val="tx2"/>
                </a:solidFill>
                <a:effectLst>
                  <a:outerShdw blurRad="38100" dist="38100" dir="2700000" algn="tl">
                    <a:srgbClr val="000000"/>
                  </a:outerShdw>
                </a:effectLst>
                <a:latin typeface="楷体_GB2312" pitchFamily="49" charset="-122"/>
                <a:ea typeface="楷体_GB2312" pitchFamily="49" charset="-122"/>
              </a:rPr>
              <a:t>X-Y</a:t>
            </a:r>
            <a:r>
              <a:rPr lang="zh-CN" altLang="en-US" sz="2400" b="1">
                <a:solidFill>
                  <a:schemeClr val="tx2"/>
                </a:solidFill>
                <a:effectLst>
                  <a:outerShdw blurRad="38100" dist="38100" dir="2700000" algn="tl">
                    <a:srgbClr val="000000"/>
                  </a:outerShdw>
                </a:effectLst>
                <a:latin typeface="楷体_GB2312" pitchFamily="49" charset="-122"/>
                <a:ea typeface="楷体_GB2312" pitchFamily="49" charset="-122"/>
              </a:rPr>
              <a:t>寻径</a:t>
            </a:r>
          </a:p>
          <a:p>
            <a:pPr algn="ctr">
              <a:buClr>
                <a:schemeClr val="accent2"/>
              </a:buClr>
              <a:defRPr/>
            </a:pPr>
            <a:r>
              <a:rPr lang="zh-CN" altLang="en-US" sz="2400" b="1">
                <a:solidFill>
                  <a:schemeClr val="tx2"/>
                </a:solidFill>
                <a:effectLst>
                  <a:outerShdw blurRad="38100" dist="38100" dir="2700000" algn="tl">
                    <a:srgbClr val="000000"/>
                  </a:outerShdw>
                </a:effectLst>
                <a:latin typeface="楷体_GB2312" pitchFamily="49" charset="-122"/>
                <a:ea typeface="楷体_GB2312" pitchFamily="49" charset="-122"/>
              </a:rPr>
              <a:t>（在</a:t>
            </a:r>
            <a:r>
              <a:rPr lang="en-US" altLang="zh-CN" sz="2400" b="1">
                <a:solidFill>
                  <a:schemeClr val="tx2"/>
                </a:solidFill>
                <a:effectLst>
                  <a:outerShdw blurRad="38100" dist="38100" dir="2700000" algn="tl">
                    <a:srgbClr val="000000"/>
                  </a:outerShdw>
                </a:effectLst>
                <a:latin typeface="楷体_GB2312" pitchFamily="49" charset="-122"/>
                <a:ea typeface="楷体_GB2312" pitchFamily="49" charset="-122"/>
              </a:rPr>
              <a:t>X</a:t>
            </a:r>
            <a:r>
              <a:rPr lang="zh-CN" altLang="en-US" sz="2400" b="1">
                <a:solidFill>
                  <a:schemeClr val="tx2"/>
                </a:solidFill>
                <a:effectLst>
                  <a:outerShdw blurRad="38100" dist="38100" dir="2700000" algn="tl">
                    <a:srgbClr val="000000"/>
                  </a:outerShdw>
                </a:effectLst>
                <a:latin typeface="楷体_GB2312" pitchFamily="49" charset="-122"/>
                <a:ea typeface="楷体_GB2312" pitchFamily="49" charset="-122"/>
              </a:rPr>
              <a:t>和</a:t>
            </a:r>
            <a:r>
              <a:rPr lang="en-US" altLang="zh-CN" sz="2400" b="1">
                <a:solidFill>
                  <a:schemeClr val="tx2"/>
                </a:solidFill>
                <a:effectLst>
                  <a:outerShdw blurRad="38100" dist="38100" dir="2700000" algn="tl">
                    <a:srgbClr val="000000"/>
                  </a:outerShdw>
                </a:effectLst>
                <a:latin typeface="楷体_GB2312" pitchFamily="49" charset="-122"/>
                <a:ea typeface="楷体_GB2312" pitchFamily="49" charset="-122"/>
              </a:rPr>
              <a:t>Y</a:t>
            </a:r>
            <a:r>
              <a:rPr lang="zh-CN" altLang="en-US" sz="2400" b="1">
                <a:solidFill>
                  <a:schemeClr val="tx2"/>
                </a:solidFill>
                <a:effectLst>
                  <a:outerShdw blurRad="38100" dist="38100" dir="2700000" algn="tl">
                    <a:srgbClr val="000000"/>
                  </a:outerShdw>
                </a:effectLst>
                <a:latin typeface="楷体_GB2312" pitchFamily="49" charset="-122"/>
                <a:ea typeface="楷体_GB2312" pitchFamily="49" charset="-122"/>
              </a:rPr>
              <a:t>维上各用了2对虚拟通道）</a:t>
            </a:r>
          </a:p>
        </p:txBody>
      </p:sp>
      <p:sp>
        <p:nvSpPr>
          <p:cNvPr id="118788"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2 之 2</a:t>
            </a:r>
          </a:p>
        </p:txBody>
      </p:sp>
      <p:pic>
        <p:nvPicPr>
          <p:cNvPr id="118789" name="Picture 6" descr="msotw9_temp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1181100"/>
            <a:ext cx="9144000" cy="5676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random/>
    <p:sndAc>
      <p:stSnd>
        <p:snd r:embed="rId3" name="projctor.wav"/>
      </p:stSnd>
    </p:sndAc>
  </p:transition>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8946" name="Rectangle 2"/>
          <p:cNvSpPr>
            <a:spLocks noGrp="1" noChangeArrowheads="1"/>
          </p:cNvSpPr>
          <p:nvPr>
            <p:ph type="title"/>
          </p:nvPr>
        </p:nvSpPr>
        <p:spPr/>
        <p:txBody>
          <a:bodyPr/>
          <a:lstStyle/>
          <a:p>
            <a:pPr eaLnBrk="1" hangingPunct="1">
              <a:defRPr/>
            </a:pPr>
            <a:r>
              <a:rPr lang="zh-CN" altLang="en-US" smtClean="0"/>
              <a:t>通信模式</a:t>
            </a:r>
          </a:p>
        </p:txBody>
      </p:sp>
      <p:sp>
        <p:nvSpPr>
          <p:cNvPr id="11981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消息传递机制</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流控制策略</a:t>
            </a:r>
            <a:endParaRPr lang="zh-CN" altLang="en-US" sz="1200" b="0">
              <a:latin typeface="Times New Roman" pitchFamily="18" charset="0"/>
              <a:ea typeface="幼圆" pitchFamily="49" charset="-122"/>
            </a:endParaRPr>
          </a:p>
        </p:txBody>
      </p:sp>
      <p:sp>
        <p:nvSpPr>
          <p:cNvPr id="978948" name="Rectangle 4"/>
          <p:cNvSpPr>
            <a:spLocks noGrp="1" noChangeArrowheads="1"/>
          </p:cNvSpPr>
          <p:nvPr>
            <p:ph type="body" idx="1"/>
          </p:nvPr>
        </p:nvSpPr>
        <p:spPr>
          <a:xfrm>
            <a:off x="809625" y="1974850"/>
            <a:ext cx="7958138" cy="4622800"/>
          </a:xfrm>
        </p:spPr>
        <p:txBody>
          <a:bodyPr/>
          <a:lstStyle/>
          <a:p>
            <a:pPr eaLnBrk="1" hangingPunct="1">
              <a:lnSpc>
                <a:spcPct val="95000"/>
              </a:lnSpc>
              <a:buFont typeface="Wingdings" pitchFamily="2" charset="2"/>
              <a:buNone/>
              <a:defRPr/>
            </a:pPr>
            <a:r>
              <a:rPr lang="zh-CN" altLang="en-US" sz="2800" smtClean="0"/>
              <a:t>    多计算机网络中会出现四种通信模式：</a:t>
            </a:r>
          </a:p>
          <a:p>
            <a:pPr eaLnBrk="1" hangingPunct="1">
              <a:lnSpc>
                <a:spcPct val="95000"/>
              </a:lnSpc>
              <a:buClr>
                <a:srgbClr val="FF0000"/>
              </a:buClr>
              <a:defRPr/>
            </a:pPr>
            <a:r>
              <a:rPr lang="zh-CN" altLang="en-US" sz="2800" smtClean="0">
                <a:solidFill>
                  <a:srgbClr val="FF0000"/>
                </a:solidFill>
                <a:effectLst>
                  <a:outerShdw blurRad="38100" dist="38100" dir="2700000" algn="tl">
                    <a:srgbClr val="C0C0C0"/>
                  </a:outerShdw>
                </a:effectLst>
              </a:rPr>
              <a:t>单播（</a:t>
            </a:r>
            <a:r>
              <a:rPr lang="en-US" altLang="zh-CN" sz="2800" smtClean="0">
                <a:solidFill>
                  <a:srgbClr val="FF0000"/>
                </a:solidFill>
                <a:effectLst>
                  <a:outerShdw blurRad="38100" dist="38100" dir="2700000" algn="tl">
                    <a:srgbClr val="C0C0C0"/>
                  </a:outerShdw>
                </a:effectLst>
              </a:rPr>
              <a:t>unicast）</a:t>
            </a:r>
            <a:r>
              <a:rPr lang="zh-CN" altLang="en-US" sz="2800" smtClean="0">
                <a:solidFill>
                  <a:srgbClr val="FF0000"/>
                </a:solidFill>
                <a:effectLst>
                  <a:outerShdw blurRad="38100" dist="38100" dir="2700000" algn="tl">
                    <a:srgbClr val="C0C0C0"/>
                  </a:outerShdw>
                </a:effectLst>
              </a:rPr>
              <a:t>模式</a:t>
            </a:r>
          </a:p>
          <a:p>
            <a:pPr eaLnBrk="1" hangingPunct="1">
              <a:lnSpc>
                <a:spcPct val="95000"/>
              </a:lnSpc>
              <a:buFont typeface="Wingdings" pitchFamily="2" charset="2"/>
              <a:buNone/>
              <a:defRPr/>
            </a:pPr>
            <a:r>
              <a:rPr lang="zh-CN" altLang="en-US" sz="2800" smtClean="0"/>
              <a:t>    一对一的通信方式。</a:t>
            </a:r>
          </a:p>
          <a:p>
            <a:pPr eaLnBrk="1" hangingPunct="1">
              <a:lnSpc>
                <a:spcPct val="95000"/>
              </a:lnSpc>
              <a:buClr>
                <a:srgbClr val="FF0000"/>
              </a:buClr>
              <a:defRPr/>
            </a:pPr>
            <a:r>
              <a:rPr lang="zh-CN" altLang="en-US" sz="2800" smtClean="0">
                <a:solidFill>
                  <a:srgbClr val="FF0000"/>
                </a:solidFill>
                <a:effectLst>
                  <a:outerShdw blurRad="38100" dist="38100" dir="2700000" algn="tl">
                    <a:srgbClr val="C0C0C0"/>
                  </a:outerShdw>
                </a:effectLst>
              </a:rPr>
              <a:t>选播（</a:t>
            </a:r>
            <a:r>
              <a:rPr lang="en-US" altLang="zh-CN" sz="2800" smtClean="0">
                <a:solidFill>
                  <a:srgbClr val="FF0000"/>
                </a:solidFill>
                <a:effectLst>
                  <a:outerShdw blurRad="38100" dist="38100" dir="2700000" algn="tl">
                    <a:srgbClr val="C0C0C0"/>
                  </a:outerShdw>
                </a:effectLst>
              </a:rPr>
              <a:t>multicast）</a:t>
            </a:r>
            <a:r>
              <a:rPr lang="zh-CN" altLang="en-US" sz="2800" smtClean="0">
                <a:solidFill>
                  <a:srgbClr val="FF0000"/>
                </a:solidFill>
                <a:effectLst>
                  <a:outerShdw blurRad="38100" dist="38100" dir="2700000" algn="tl">
                    <a:srgbClr val="C0C0C0"/>
                  </a:outerShdw>
                </a:effectLst>
              </a:rPr>
              <a:t>模式</a:t>
            </a:r>
          </a:p>
          <a:p>
            <a:pPr eaLnBrk="1" hangingPunct="1">
              <a:lnSpc>
                <a:spcPct val="95000"/>
              </a:lnSpc>
              <a:buFont typeface="Wingdings" pitchFamily="2" charset="2"/>
              <a:buNone/>
              <a:defRPr/>
            </a:pPr>
            <a:r>
              <a:rPr lang="zh-CN" altLang="en-US" sz="2800" smtClean="0"/>
              <a:t>    一对多的通信方式。</a:t>
            </a:r>
          </a:p>
          <a:p>
            <a:pPr eaLnBrk="1" hangingPunct="1">
              <a:lnSpc>
                <a:spcPct val="95000"/>
              </a:lnSpc>
              <a:buClr>
                <a:srgbClr val="FF0000"/>
              </a:buClr>
              <a:defRPr/>
            </a:pPr>
            <a:r>
              <a:rPr lang="zh-CN" altLang="en-US" sz="2800" smtClean="0">
                <a:solidFill>
                  <a:srgbClr val="FF0000"/>
                </a:solidFill>
                <a:effectLst>
                  <a:outerShdw blurRad="38100" dist="38100" dir="2700000" algn="tl">
                    <a:srgbClr val="C0C0C0"/>
                  </a:outerShdw>
                </a:effectLst>
              </a:rPr>
              <a:t>广播（</a:t>
            </a:r>
            <a:r>
              <a:rPr lang="en-US" altLang="zh-CN" sz="2800" smtClean="0">
                <a:solidFill>
                  <a:srgbClr val="FF0000"/>
                </a:solidFill>
                <a:effectLst>
                  <a:outerShdw blurRad="38100" dist="38100" dir="2700000" algn="tl">
                    <a:srgbClr val="C0C0C0"/>
                  </a:outerShdw>
                </a:effectLst>
              </a:rPr>
              <a:t>broadcast）</a:t>
            </a:r>
            <a:r>
              <a:rPr lang="zh-CN" altLang="en-US" sz="2800" smtClean="0">
                <a:solidFill>
                  <a:srgbClr val="FF0000"/>
                </a:solidFill>
                <a:effectLst>
                  <a:outerShdw blurRad="38100" dist="38100" dir="2700000" algn="tl">
                    <a:srgbClr val="C0C0C0"/>
                  </a:outerShdw>
                </a:effectLst>
              </a:rPr>
              <a:t>模式</a:t>
            </a:r>
          </a:p>
          <a:p>
            <a:pPr eaLnBrk="1" hangingPunct="1">
              <a:lnSpc>
                <a:spcPct val="95000"/>
              </a:lnSpc>
              <a:buFont typeface="Wingdings" pitchFamily="2" charset="2"/>
              <a:buNone/>
              <a:defRPr/>
            </a:pPr>
            <a:r>
              <a:rPr lang="zh-CN" altLang="en-US" sz="2800" smtClean="0"/>
              <a:t>    一对全体的通信方式。</a:t>
            </a:r>
          </a:p>
          <a:p>
            <a:pPr eaLnBrk="1" hangingPunct="1">
              <a:lnSpc>
                <a:spcPct val="95000"/>
              </a:lnSpc>
              <a:buClr>
                <a:srgbClr val="FF0000"/>
              </a:buClr>
              <a:defRPr/>
            </a:pPr>
            <a:r>
              <a:rPr lang="zh-CN" altLang="en-US" sz="2800" smtClean="0">
                <a:solidFill>
                  <a:srgbClr val="FF0000"/>
                </a:solidFill>
                <a:effectLst>
                  <a:outerShdw blurRad="38100" dist="38100" dir="2700000" algn="tl">
                    <a:srgbClr val="C0C0C0"/>
                  </a:outerShdw>
                </a:effectLst>
              </a:rPr>
              <a:t>会议（</a:t>
            </a:r>
            <a:r>
              <a:rPr lang="en-US" altLang="zh-CN" sz="2800" smtClean="0">
                <a:solidFill>
                  <a:srgbClr val="FF0000"/>
                </a:solidFill>
                <a:effectLst>
                  <a:outerShdw blurRad="38100" dist="38100" dir="2700000" algn="tl">
                    <a:srgbClr val="C0C0C0"/>
                  </a:outerShdw>
                </a:effectLst>
              </a:rPr>
              <a:t>conference）</a:t>
            </a:r>
            <a:r>
              <a:rPr lang="zh-CN" altLang="en-US" sz="2800" smtClean="0">
                <a:solidFill>
                  <a:srgbClr val="FF0000"/>
                </a:solidFill>
                <a:effectLst>
                  <a:outerShdw blurRad="38100" dist="38100" dir="2700000" algn="tl">
                    <a:srgbClr val="C0C0C0"/>
                  </a:outerShdw>
                </a:effectLst>
              </a:rPr>
              <a:t>模式</a:t>
            </a:r>
          </a:p>
          <a:p>
            <a:pPr eaLnBrk="1" hangingPunct="1">
              <a:lnSpc>
                <a:spcPct val="95000"/>
              </a:lnSpc>
              <a:buFont typeface="Wingdings" pitchFamily="2" charset="2"/>
              <a:buNone/>
              <a:defRPr/>
            </a:pPr>
            <a:r>
              <a:rPr lang="zh-CN" altLang="en-US" sz="2800" smtClean="0"/>
              <a:t>    多对多的通信方式。</a:t>
            </a:r>
          </a:p>
        </p:txBody>
      </p:sp>
      <p:sp>
        <p:nvSpPr>
          <p:cNvPr id="119813"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4 之 1</a:t>
            </a:r>
          </a:p>
        </p:txBody>
      </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1714" name="Rectangle 2"/>
          <p:cNvSpPr>
            <a:spLocks noGrp="1" noChangeArrowheads="1"/>
          </p:cNvSpPr>
          <p:nvPr>
            <p:ph type="title"/>
          </p:nvPr>
        </p:nvSpPr>
        <p:spPr/>
        <p:txBody>
          <a:bodyPr/>
          <a:lstStyle/>
          <a:p>
            <a:pPr eaLnBrk="1" hangingPunct="1">
              <a:defRPr/>
            </a:pPr>
            <a:r>
              <a:rPr lang="zh-CN" altLang="en-US" smtClean="0"/>
              <a:t>通信效率</a:t>
            </a:r>
          </a:p>
        </p:txBody>
      </p:sp>
      <p:sp>
        <p:nvSpPr>
          <p:cNvPr id="12083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消息传递机制</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流控制策略</a:t>
            </a:r>
            <a:endParaRPr lang="zh-CN" altLang="en-US" sz="1200" b="0">
              <a:latin typeface="Times New Roman" pitchFamily="18" charset="0"/>
              <a:ea typeface="幼圆" pitchFamily="49" charset="-122"/>
            </a:endParaRPr>
          </a:p>
        </p:txBody>
      </p:sp>
      <p:sp>
        <p:nvSpPr>
          <p:cNvPr id="1011716" name="Rectangle 4"/>
          <p:cNvSpPr>
            <a:spLocks noGrp="1" noChangeArrowheads="1"/>
          </p:cNvSpPr>
          <p:nvPr>
            <p:ph type="body" idx="1"/>
          </p:nvPr>
        </p:nvSpPr>
        <p:spPr/>
        <p:txBody>
          <a:bodyPr/>
          <a:lstStyle/>
          <a:p>
            <a:pPr marL="0" indent="0" eaLnBrk="1" hangingPunct="1">
              <a:lnSpc>
                <a:spcPct val="125000"/>
              </a:lnSpc>
              <a:buFont typeface="Wingdings" pitchFamily="2" charset="2"/>
              <a:buNone/>
              <a:defRPr/>
            </a:pPr>
            <a:r>
              <a:rPr lang="zh-CN" altLang="en-US" sz="2800" dirty="0" smtClean="0"/>
              <a:t>    描述通信效率常用有两个参数：</a:t>
            </a:r>
          </a:p>
          <a:p>
            <a:pPr marL="0" indent="0" eaLnBrk="1" hangingPunct="1">
              <a:lnSpc>
                <a:spcPct val="125000"/>
              </a:lnSpc>
              <a:buClr>
                <a:srgbClr val="FF0000"/>
              </a:buClr>
              <a:defRPr/>
            </a:pPr>
            <a:r>
              <a:rPr lang="zh-CN" altLang="en-US" sz="2800" dirty="0" smtClean="0">
                <a:solidFill>
                  <a:srgbClr val="FF0000"/>
                </a:solidFill>
                <a:effectLst>
                  <a:outerShdw blurRad="38100" dist="38100" dir="2700000" algn="tl">
                    <a:srgbClr val="C0C0C0"/>
                  </a:outerShdw>
                </a:effectLst>
              </a:rPr>
              <a:t>  通道流量</a:t>
            </a:r>
          </a:p>
          <a:p>
            <a:pPr marL="0" indent="0" eaLnBrk="1" hangingPunct="1">
              <a:lnSpc>
                <a:spcPct val="125000"/>
              </a:lnSpc>
              <a:buFont typeface="Wingdings" pitchFamily="2" charset="2"/>
              <a:buNone/>
              <a:defRPr/>
            </a:pPr>
            <a:r>
              <a:rPr lang="zh-CN" altLang="en-US" sz="2800" dirty="0" smtClean="0"/>
              <a:t>    可用传输有关信息所使用的通道数来表示。</a:t>
            </a:r>
          </a:p>
          <a:p>
            <a:pPr marL="0" indent="0" eaLnBrk="1" hangingPunct="1">
              <a:lnSpc>
                <a:spcPct val="125000"/>
              </a:lnSpc>
              <a:buClr>
                <a:srgbClr val="FF0000"/>
              </a:buClr>
              <a:defRPr/>
            </a:pPr>
            <a:r>
              <a:rPr lang="zh-CN" altLang="en-US" sz="2800" dirty="0" smtClean="0">
                <a:solidFill>
                  <a:srgbClr val="FF0000"/>
                </a:solidFill>
                <a:effectLst>
                  <a:outerShdw blurRad="38100" dist="38100" dir="2700000" algn="tl">
                    <a:srgbClr val="C0C0C0"/>
                  </a:outerShdw>
                </a:effectLst>
              </a:rPr>
              <a:t>  通信时延</a:t>
            </a:r>
          </a:p>
          <a:p>
            <a:pPr marL="0" indent="0" eaLnBrk="1" hangingPunct="1">
              <a:lnSpc>
                <a:spcPct val="125000"/>
              </a:lnSpc>
              <a:buFont typeface="Wingdings" pitchFamily="2" charset="2"/>
              <a:buNone/>
              <a:defRPr/>
            </a:pPr>
            <a:r>
              <a:rPr lang="zh-CN" altLang="en-US" sz="2800" dirty="0" smtClean="0"/>
              <a:t>    用包的最长传输时间来表示。</a:t>
            </a:r>
          </a:p>
          <a:p>
            <a:pPr marL="0" indent="0" eaLnBrk="1" hangingPunct="1">
              <a:lnSpc>
                <a:spcPct val="125000"/>
              </a:lnSpc>
              <a:buFont typeface="Wingdings" pitchFamily="2" charset="2"/>
              <a:buNone/>
              <a:defRPr/>
            </a:pPr>
            <a:r>
              <a:rPr lang="zh-CN" altLang="en-US" sz="2800" dirty="0" smtClean="0">
                <a:solidFill>
                  <a:srgbClr val="0000CC"/>
                </a:solidFill>
                <a:effectLst>
                  <a:outerShdw blurRad="38100" dist="38100" dir="2700000" algn="tl">
                    <a:srgbClr val="C0C0C0"/>
                  </a:outerShdw>
                </a:effectLst>
              </a:rPr>
              <a:t>提示：</a:t>
            </a:r>
            <a:r>
              <a:rPr lang="zh-CN" altLang="en-US" sz="2800" dirty="0"/>
              <a:t>优化的寻径网络应能以最小流量和最小时延实现有关通信模式。</a:t>
            </a:r>
          </a:p>
        </p:txBody>
      </p:sp>
      <p:sp>
        <p:nvSpPr>
          <p:cNvPr id="120837"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4 之 2</a:t>
            </a:r>
          </a:p>
        </p:txBody>
      </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1858" name="Text Box 2"/>
          <p:cNvSpPr txBox="1">
            <a:spLocks noChangeArrowheads="1"/>
          </p:cNvSpPr>
          <p:nvPr/>
        </p:nvSpPr>
        <p:spPr bwMode="auto">
          <a:xfrm>
            <a:off x="2057400" y="1752600"/>
            <a:ext cx="32766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endParaRPr lang="zh-CN" altLang="en-US" b="0">
              <a:latin typeface="Times New Roman" pitchFamily="18" charset="0"/>
              <a:ea typeface="宋体" charset="-122"/>
            </a:endParaRPr>
          </a:p>
        </p:txBody>
      </p:sp>
      <p:sp>
        <p:nvSpPr>
          <p:cNvPr id="1012739" name="Text Box 3"/>
          <p:cNvSpPr txBox="1">
            <a:spLocks noChangeArrowheads="1"/>
          </p:cNvSpPr>
          <p:nvPr/>
        </p:nvSpPr>
        <p:spPr bwMode="auto">
          <a:xfrm>
            <a:off x="8229600" y="1447800"/>
            <a:ext cx="603250" cy="4343400"/>
          </a:xfrm>
          <a:prstGeom prst="rect">
            <a:avLst/>
          </a:prstGeom>
          <a:solidFill>
            <a:srgbClr val="FFFF00"/>
          </a:solidFill>
          <a:ln w="57150" cmpd="thickThin">
            <a:solidFill>
              <a:schemeClr val="tx1"/>
            </a:solidFill>
            <a:miter lim="800000"/>
            <a:headEnd/>
            <a:tailEnd/>
          </a:ln>
          <a:effectLst>
            <a:outerShdw dist="107763" dir="2700000" algn="ctr" rotWithShape="0">
              <a:schemeClr val="bg2"/>
            </a:outerShdw>
          </a:effectLst>
        </p:spPr>
        <p:txBody>
          <a:bodyPr vert="eaVert" lIns="90000" tIns="46800" rIns="90000" bIns="46800">
            <a:spAutoFit/>
          </a:bodyPr>
          <a:lstStyle/>
          <a:p>
            <a:pPr algn="ctr">
              <a:spcBef>
                <a:spcPct val="50000"/>
              </a:spcBef>
              <a:buClr>
                <a:schemeClr val="accent2"/>
              </a:buClr>
              <a:defRPr/>
            </a:pPr>
            <a:r>
              <a:rPr lang="zh-CN" altLang="en-US" sz="2400" b="1">
                <a:solidFill>
                  <a:schemeClr val="tx2"/>
                </a:solidFill>
                <a:effectLst>
                  <a:outerShdw blurRad="38100" dist="38100" dir="2700000" algn="tl">
                    <a:srgbClr val="000000"/>
                  </a:outerShdw>
                </a:effectLst>
                <a:latin typeface="楷体_GB2312" pitchFamily="49" charset="-122"/>
                <a:ea typeface="楷体_GB2312" pitchFamily="49" charset="-122"/>
              </a:rPr>
              <a:t>在网格网络中实现选播和广播</a:t>
            </a:r>
          </a:p>
        </p:txBody>
      </p:sp>
      <p:sp>
        <p:nvSpPr>
          <p:cNvPr id="121860"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4 之 3</a:t>
            </a:r>
          </a:p>
        </p:txBody>
      </p:sp>
      <p:pic>
        <p:nvPicPr>
          <p:cNvPr id="121861" name="Picture 6" descr="msotw9_temp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457200"/>
            <a:ext cx="8001000" cy="6038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random/>
    <p:sndAc>
      <p:stSnd>
        <p:snd r:embed="rId3" name="projctor.wav"/>
      </p:stSnd>
    </p:sndAc>
  </p:transition>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2882" name="Text Box 2"/>
          <p:cNvSpPr txBox="1">
            <a:spLocks noChangeArrowheads="1"/>
          </p:cNvSpPr>
          <p:nvPr/>
        </p:nvSpPr>
        <p:spPr bwMode="auto">
          <a:xfrm>
            <a:off x="2057400" y="1752600"/>
            <a:ext cx="32766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Clr>
                <a:schemeClr val="accent2"/>
              </a:buClr>
              <a:buFont typeface="Wingdings" pitchFamily="2" charset="2"/>
              <a:buNone/>
            </a:pPr>
            <a:endParaRPr lang="zh-CN" altLang="en-US" b="0">
              <a:latin typeface="Times New Roman" pitchFamily="18" charset="0"/>
              <a:ea typeface="宋体" charset="-122"/>
            </a:endParaRPr>
          </a:p>
        </p:txBody>
      </p:sp>
      <p:sp>
        <p:nvSpPr>
          <p:cNvPr id="1014787" name="Text Box 3"/>
          <p:cNvSpPr txBox="1">
            <a:spLocks noChangeArrowheads="1"/>
          </p:cNvSpPr>
          <p:nvPr/>
        </p:nvSpPr>
        <p:spPr bwMode="auto">
          <a:xfrm>
            <a:off x="8305800" y="1295400"/>
            <a:ext cx="603250" cy="4572000"/>
          </a:xfrm>
          <a:prstGeom prst="rect">
            <a:avLst/>
          </a:prstGeom>
          <a:solidFill>
            <a:srgbClr val="FFFF00"/>
          </a:solidFill>
          <a:ln w="57150" cmpd="thickThin">
            <a:solidFill>
              <a:schemeClr val="tx1"/>
            </a:solidFill>
            <a:miter lim="800000"/>
            <a:headEnd/>
            <a:tailEnd/>
          </a:ln>
          <a:effectLst>
            <a:outerShdw dist="107763" dir="2700000" algn="ctr" rotWithShape="0">
              <a:schemeClr val="bg2"/>
            </a:outerShdw>
          </a:effectLst>
        </p:spPr>
        <p:txBody>
          <a:bodyPr vert="eaVert" lIns="90000" tIns="46800" rIns="90000" bIns="46800">
            <a:spAutoFit/>
          </a:bodyPr>
          <a:lstStyle/>
          <a:p>
            <a:pPr algn="ctr">
              <a:spcBef>
                <a:spcPct val="50000"/>
              </a:spcBef>
              <a:buClr>
                <a:schemeClr val="accent2"/>
              </a:buClr>
              <a:defRPr/>
            </a:pPr>
            <a:r>
              <a:rPr lang="zh-CN" altLang="en-US" sz="2400" b="1">
                <a:solidFill>
                  <a:schemeClr val="tx2"/>
                </a:solidFill>
                <a:effectLst>
                  <a:outerShdw blurRad="38100" dist="38100" dir="2700000" algn="tl">
                    <a:srgbClr val="000000"/>
                  </a:outerShdw>
                </a:effectLst>
                <a:latin typeface="楷体_GB2312" pitchFamily="49" charset="-122"/>
                <a:ea typeface="楷体_GB2312" pitchFamily="49" charset="-122"/>
              </a:rPr>
              <a:t>在</a:t>
            </a:r>
            <a:r>
              <a:rPr lang="en-US" altLang="zh-CN" sz="2400" b="1">
                <a:solidFill>
                  <a:schemeClr val="tx2"/>
                </a:solidFill>
                <a:effectLst>
                  <a:outerShdw blurRad="38100" dist="38100" dir="2700000" algn="tl">
                    <a:srgbClr val="000000"/>
                  </a:outerShdw>
                </a:effectLst>
                <a:latin typeface="楷体_GB2312" pitchFamily="49" charset="-122"/>
                <a:ea typeface="楷体_GB2312" pitchFamily="49" charset="-122"/>
              </a:rPr>
              <a:t>n</a:t>
            </a:r>
            <a:r>
              <a:rPr lang="zh-CN" altLang="en-US" sz="2400" b="1">
                <a:solidFill>
                  <a:schemeClr val="tx2"/>
                </a:solidFill>
                <a:effectLst>
                  <a:outerShdw blurRad="38100" dist="38100" dir="2700000" algn="tl">
                    <a:srgbClr val="000000"/>
                  </a:outerShdw>
                </a:effectLst>
                <a:latin typeface="楷体_GB2312" pitchFamily="49" charset="-122"/>
                <a:ea typeface="楷体_GB2312" pitchFamily="49" charset="-122"/>
              </a:rPr>
              <a:t>方体网络中实现选播和广播</a:t>
            </a:r>
          </a:p>
        </p:txBody>
      </p:sp>
      <p:sp>
        <p:nvSpPr>
          <p:cNvPr id="122884"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4 之 4</a:t>
            </a:r>
          </a:p>
        </p:txBody>
      </p:sp>
      <p:pic>
        <p:nvPicPr>
          <p:cNvPr id="122885" name="Picture 6" descr="msotw9_temp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9525"/>
            <a:ext cx="8229600" cy="684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random/>
    <p:sndAc>
      <p:stSnd>
        <p:snd r:embed="rId3" name="projctor.wav"/>
      </p:stSnd>
    </p:sndAc>
  </p:transition>
  <p:timing>
    <p:tnLst>
      <p:par>
        <p:cTn id="1" dur="indefinite" restart="never" nodeType="tmRoot"/>
      </p:par>
    </p:tnLst>
  </p:timing>
</p:sld>
</file>

<file path=ppt/theme/theme1.xml><?xml version="1.0" encoding="utf-8"?>
<a:theme xmlns:a="http://schemas.openxmlformats.org/drawingml/2006/main" name="Straight Edge">
  <a:themeElements>
    <a:clrScheme name="Straight Edge 2">
      <a:dk1>
        <a:srgbClr val="003366"/>
      </a:dk1>
      <a:lt1>
        <a:srgbClr val="FFFFFF"/>
      </a:lt1>
      <a:dk2>
        <a:srgbClr val="003366"/>
      </a:dk2>
      <a:lt2>
        <a:srgbClr val="E3E2C7"/>
      </a:lt2>
      <a:accent1>
        <a:srgbClr val="CCCC99"/>
      </a:accent1>
      <a:accent2>
        <a:srgbClr val="003366"/>
      </a:accent2>
      <a:accent3>
        <a:srgbClr val="FFFFFF"/>
      </a:accent3>
      <a:accent4>
        <a:srgbClr val="002A56"/>
      </a:accent4>
      <a:accent5>
        <a:srgbClr val="E2E2CA"/>
      </a:accent5>
      <a:accent6>
        <a:srgbClr val="002D5C"/>
      </a:accent6>
      <a:hlink>
        <a:srgbClr val="003366"/>
      </a:hlink>
      <a:folHlink>
        <a:srgbClr val="800000"/>
      </a:folHlink>
    </a:clrScheme>
    <a:fontScheme name="Straight Edge">
      <a:majorFont>
        <a:latin typeface="Arial"/>
        <a:ea typeface="隶书"/>
        <a:cs typeface=""/>
      </a:majorFont>
      <a:minorFont>
        <a:latin typeface="Arial"/>
        <a:ea typeface="楷体_GB2312"/>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defRPr kumimoji="1" lang="en-US" altLang="zh-CN" sz="3200" b="0" i="0" u="none" strike="noStrike" cap="none" normalizeH="0" baseline="0" smtClean="0">
            <a:ln>
              <a:noFill/>
            </a:ln>
            <a:solidFill>
              <a:schemeClr val="tx1"/>
            </a:solidFill>
            <a:effectLst/>
            <a:latin typeface="Comic Sans MS" pitchFamily="66" charset="0"/>
            <a:ea typeface="宋体" pitchFamily="2" charset="-122"/>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defRPr kumimoji="1" lang="en-US" altLang="zh-CN" sz="3200" b="0" i="0" u="none" strike="noStrike" cap="none" normalizeH="0" baseline="0" smtClean="0">
            <a:ln>
              <a:noFill/>
            </a:ln>
            <a:solidFill>
              <a:schemeClr val="tx1"/>
            </a:solidFill>
            <a:effectLst/>
            <a:latin typeface="Comic Sans MS" pitchFamily="66" charset="0"/>
            <a:ea typeface="宋体" pitchFamily="2" charset="-122"/>
          </a:defRPr>
        </a:defPPr>
      </a:lstStyle>
    </a:lnDef>
  </a:objectDefaults>
  <a:extraClrSchemeLst>
    <a:extraClrScheme>
      <a:clrScheme name="Straight Edge 1">
        <a:dk1>
          <a:srgbClr val="008080"/>
        </a:dk1>
        <a:lt1>
          <a:srgbClr val="FFFFCC"/>
        </a:lt1>
        <a:dk2>
          <a:srgbClr val="009999"/>
        </a:dk2>
        <a:lt2>
          <a:srgbClr val="FFFF99"/>
        </a:lt2>
        <a:accent1>
          <a:srgbClr val="336699"/>
        </a:accent1>
        <a:accent2>
          <a:srgbClr val="FFFF99"/>
        </a:accent2>
        <a:accent3>
          <a:srgbClr val="AACACA"/>
        </a:accent3>
        <a:accent4>
          <a:srgbClr val="DADAAE"/>
        </a:accent4>
        <a:accent5>
          <a:srgbClr val="ADB8CA"/>
        </a:accent5>
        <a:accent6>
          <a:srgbClr val="E7E78A"/>
        </a:accent6>
        <a:hlink>
          <a:srgbClr val="FFFFCC"/>
        </a:hlink>
        <a:folHlink>
          <a:srgbClr val="DDDDDD"/>
        </a:folHlink>
      </a:clrScheme>
      <a:clrMap bg1="dk2" tx1="lt1" bg2="dk1" tx2="lt2" accent1="accent1" accent2="accent2" accent3="accent3" accent4="accent4" accent5="accent5" accent6="accent6" hlink="hlink" folHlink="folHlink"/>
    </a:extraClrScheme>
    <a:extraClrScheme>
      <a:clrScheme name="Straight Edge 2">
        <a:dk1>
          <a:srgbClr val="003366"/>
        </a:dk1>
        <a:lt1>
          <a:srgbClr val="FFFFFF"/>
        </a:lt1>
        <a:dk2>
          <a:srgbClr val="003366"/>
        </a:dk2>
        <a:lt2>
          <a:srgbClr val="E3E2C7"/>
        </a:lt2>
        <a:accent1>
          <a:srgbClr val="CCCC99"/>
        </a:accent1>
        <a:accent2>
          <a:srgbClr val="003366"/>
        </a:accent2>
        <a:accent3>
          <a:srgbClr val="FFFFFF"/>
        </a:accent3>
        <a:accent4>
          <a:srgbClr val="002A56"/>
        </a:accent4>
        <a:accent5>
          <a:srgbClr val="E2E2CA"/>
        </a:accent5>
        <a:accent6>
          <a:srgbClr val="002D5C"/>
        </a:accent6>
        <a:hlink>
          <a:srgbClr val="003366"/>
        </a:hlink>
        <a:folHlink>
          <a:srgbClr val="800000"/>
        </a:folHlink>
      </a:clrScheme>
      <a:clrMap bg1="lt1" tx1="dk1" bg2="lt2" tx2="dk2" accent1="accent1" accent2="accent2" accent3="accent3" accent4="accent4" accent5="accent5" accent6="accent6" hlink="hlink" folHlink="folHlink"/>
    </a:extraClrScheme>
    <a:extraClrScheme>
      <a:clrScheme name="Straight Edge 3">
        <a:dk1>
          <a:srgbClr val="000000"/>
        </a:dk1>
        <a:lt1>
          <a:srgbClr val="FFFFFF"/>
        </a:lt1>
        <a:dk2>
          <a:srgbClr val="000000"/>
        </a:dk2>
        <a:lt2>
          <a:srgbClr val="DDDDDD"/>
        </a:lt2>
        <a:accent1>
          <a:srgbClr val="DDDDDD"/>
        </a:accent1>
        <a:accent2>
          <a:srgbClr val="333333"/>
        </a:accent2>
        <a:accent3>
          <a:srgbClr val="FFFFFF"/>
        </a:accent3>
        <a:accent4>
          <a:srgbClr val="000000"/>
        </a:accent4>
        <a:accent5>
          <a:srgbClr val="EBEBEB"/>
        </a:accent5>
        <a:accent6>
          <a:srgbClr val="2D2D2D"/>
        </a:accent6>
        <a:hlink>
          <a:srgbClr val="808080"/>
        </a:hlink>
        <a:folHlink>
          <a:srgbClr val="808080"/>
        </a:folHlink>
      </a:clrScheme>
      <a:clrMap bg1="lt1" tx1="dk1" bg2="lt2" tx2="dk2" accent1="accent1" accent2="accent2" accent3="accent3" accent4="accent4" accent5="accent5" accent6="accent6" hlink="hlink" folHlink="folHlink"/>
    </a:extraClrScheme>
    <a:extraClrScheme>
      <a:clrScheme name="Straight Edge 4">
        <a:dk1>
          <a:srgbClr val="5F5F5F"/>
        </a:dk1>
        <a:lt1>
          <a:srgbClr val="FFFFFF"/>
        </a:lt1>
        <a:dk2>
          <a:srgbClr val="003366"/>
        </a:dk2>
        <a:lt2>
          <a:srgbClr val="FFFFFF"/>
        </a:lt2>
        <a:accent1>
          <a:srgbClr val="7E003F"/>
        </a:accent1>
        <a:accent2>
          <a:srgbClr val="DDDDDD"/>
        </a:accent2>
        <a:accent3>
          <a:srgbClr val="AAADB8"/>
        </a:accent3>
        <a:accent4>
          <a:srgbClr val="DADADA"/>
        </a:accent4>
        <a:accent5>
          <a:srgbClr val="C0AAAF"/>
        </a:accent5>
        <a:accent6>
          <a:srgbClr val="C8C8C8"/>
        </a:accent6>
        <a:hlink>
          <a:srgbClr val="969696"/>
        </a:hlink>
        <a:folHlink>
          <a:srgbClr val="DDDDDD"/>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C:\Program Files\Microsoft Office\Templates\Presentation Designs\Notebook.pot</Template>
  <TotalTime>20388</TotalTime>
  <Words>8701</Words>
  <Application>Microsoft Office PowerPoint</Application>
  <PresentationFormat>全屏显示(4:3)</PresentationFormat>
  <Paragraphs>1797</Paragraphs>
  <Slides>119</Slides>
  <Notes>6</Notes>
  <HiddenSlides>0</HiddenSlides>
  <MMClips>0</MMClips>
  <ScaleCrop>false</ScaleCrop>
  <HeadingPairs>
    <vt:vector size="6" baseType="variant">
      <vt:variant>
        <vt:lpstr>主题</vt:lpstr>
      </vt:variant>
      <vt:variant>
        <vt:i4>1</vt:i4>
      </vt:variant>
      <vt:variant>
        <vt:lpstr>嵌入 OLE 服务器</vt:lpstr>
      </vt:variant>
      <vt:variant>
        <vt:i4>3</vt:i4>
      </vt:variant>
      <vt:variant>
        <vt:lpstr>幻灯片标题</vt:lpstr>
      </vt:variant>
      <vt:variant>
        <vt:i4>119</vt:i4>
      </vt:variant>
    </vt:vector>
  </HeadingPairs>
  <TitlesOfParts>
    <vt:vector size="123" baseType="lpstr">
      <vt:lpstr>Straight Edge</vt:lpstr>
      <vt:lpstr>Equation</vt:lpstr>
      <vt:lpstr>公式</vt:lpstr>
      <vt:lpstr>ImageStar III Image</vt:lpstr>
      <vt:lpstr>互连网络</vt:lpstr>
      <vt:lpstr>基本概念</vt:lpstr>
      <vt:lpstr>互连网络的作用</vt:lpstr>
      <vt:lpstr>举例说明 (多处理机)</vt:lpstr>
      <vt:lpstr>基本模型</vt:lpstr>
      <vt:lpstr>互连网络的表示</vt:lpstr>
      <vt:lpstr>常用互连函数</vt:lpstr>
      <vt:lpstr>恒等置换</vt:lpstr>
      <vt:lpstr>交换置换</vt:lpstr>
      <vt:lpstr>方体置换              — 互连函数</vt:lpstr>
      <vt:lpstr>方体置换                   — 图示（N=8）</vt:lpstr>
      <vt:lpstr>方体置换                    — 提示</vt:lpstr>
      <vt:lpstr>均匀洗牌置换                   — 互连函数</vt:lpstr>
      <vt:lpstr>均匀洗牌置换                 — 图示（N=8）</vt:lpstr>
      <vt:lpstr>均匀洗牌置换                  — 提示</vt:lpstr>
      <vt:lpstr>均匀洗牌置换                  — 应用</vt:lpstr>
      <vt:lpstr>蝶式置换                 — 互连函数</vt:lpstr>
      <vt:lpstr>蝶式置换                 — 图示（N=8）</vt:lpstr>
      <vt:lpstr>蝶式置换                 — 提示</vt:lpstr>
      <vt:lpstr>位序颠倒置换                  — 互连函数</vt:lpstr>
      <vt:lpstr>位序颠倒置换                 — 图示（N=8）</vt:lpstr>
      <vt:lpstr>移数置换                  — 互连函数</vt:lpstr>
      <vt:lpstr>移数置换                 — 图示（N=8）</vt:lpstr>
      <vt:lpstr>加减2i置换</vt:lpstr>
      <vt:lpstr>你掌握了吗？</vt:lpstr>
      <vt:lpstr>你掌握了吗？</vt:lpstr>
      <vt:lpstr>互连网络的结构参数</vt:lpstr>
      <vt:lpstr>互连网络的结构参数</vt:lpstr>
      <vt:lpstr>互连网络的性能参数</vt:lpstr>
      <vt:lpstr>互连网络的性能参数</vt:lpstr>
      <vt:lpstr>互连网络的性能参数</vt:lpstr>
      <vt:lpstr>互连网络种类</vt:lpstr>
      <vt:lpstr>静态互连网络</vt:lpstr>
      <vt:lpstr>线性阵列</vt:lpstr>
      <vt:lpstr>环  形</vt:lpstr>
      <vt:lpstr>环  形</vt:lpstr>
      <vt:lpstr>循环移数网络</vt:lpstr>
      <vt:lpstr>树  形</vt:lpstr>
      <vt:lpstr>树形图示</vt:lpstr>
      <vt:lpstr>网格形</vt:lpstr>
      <vt:lpstr>二维网格</vt:lpstr>
      <vt:lpstr>环形二维网格</vt:lpstr>
      <vt:lpstr>ILLIAC网格</vt:lpstr>
      <vt:lpstr>ILLIAC网格</vt:lpstr>
      <vt:lpstr>超立方体</vt:lpstr>
      <vt:lpstr>超立方体</vt:lpstr>
      <vt:lpstr>超立方体</vt:lpstr>
      <vt:lpstr>带环立方体</vt:lpstr>
      <vt:lpstr>带环立方体  （3-CCC） </vt:lpstr>
      <vt:lpstr>k元n-立方体网络</vt:lpstr>
      <vt:lpstr>4元3-立方体网络 </vt:lpstr>
      <vt:lpstr>总  结</vt:lpstr>
      <vt:lpstr>动态互连网络</vt:lpstr>
      <vt:lpstr>分  类</vt:lpstr>
      <vt:lpstr>总线网络</vt:lpstr>
      <vt:lpstr>问题及解决</vt:lpstr>
      <vt:lpstr>举  例</vt:lpstr>
      <vt:lpstr>交叉开关网络</vt:lpstr>
      <vt:lpstr>举  例               — C.mmp多处理机</vt:lpstr>
      <vt:lpstr>举  例         —向量并行处理机VPP500</vt:lpstr>
      <vt:lpstr>问题及解决</vt:lpstr>
      <vt:lpstr>Delta网</vt:lpstr>
      <vt:lpstr>图  示</vt:lpstr>
      <vt:lpstr>多级互连网络</vt:lpstr>
      <vt:lpstr>基本思想</vt:lpstr>
      <vt:lpstr>通用多级网络结构</vt:lpstr>
      <vt:lpstr>开关模块</vt:lpstr>
      <vt:lpstr>二元开关</vt:lpstr>
      <vt:lpstr>二功能开关的实现</vt:lpstr>
      <vt:lpstr>控制方式</vt:lpstr>
      <vt:lpstr>级间连接模式</vt:lpstr>
      <vt:lpstr>STARAN网络</vt:lpstr>
      <vt:lpstr>网络结构 （ N=8 ）</vt:lpstr>
      <vt:lpstr>PowerPoint 演示文稿</vt:lpstr>
      <vt:lpstr>PowerPoint 演示文稿</vt:lpstr>
      <vt:lpstr>间接二进制n方体 网络</vt:lpstr>
      <vt:lpstr>网络结构 （ N=8 ）</vt:lpstr>
      <vt:lpstr>提  示</vt:lpstr>
      <vt:lpstr>Omega网络</vt:lpstr>
      <vt:lpstr>网络结构 （ N=8 ）</vt:lpstr>
      <vt:lpstr>提  示</vt:lpstr>
      <vt:lpstr>基准网络</vt:lpstr>
      <vt:lpstr>全排列互连网络</vt:lpstr>
      <vt:lpstr>阻塞型网络举例</vt:lpstr>
      <vt:lpstr>图  示</vt:lpstr>
      <vt:lpstr>原因分析</vt:lpstr>
      <vt:lpstr>全排列网络的实现</vt:lpstr>
      <vt:lpstr>消息传递机制</vt:lpstr>
      <vt:lpstr>消息寻径方式</vt:lpstr>
      <vt:lpstr>消息格式</vt:lpstr>
      <vt:lpstr>线路交换寻径 （circuit switch）</vt:lpstr>
      <vt:lpstr>传输时延</vt:lpstr>
      <vt:lpstr>存储转发寻径 （store and forward）</vt:lpstr>
      <vt:lpstr>传输时延</vt:lpstr>
      <vt:lpstr>虚拟直通寻径 （virtual cut through）</vt:lpstr>
      <vt:lpstr>传输时延</vt:lpstr>
      <vt:lpstr>虫蚀寻径 （wormhole）</vt:lpstr>
      <vt:lpstr>握手协议</vt:lpstr>
      <vt:lpstr>传输时延</vt:lpstr>
      <vt:lpstr>特  点</vt:lpstr>
      <vt:lpstr>虚拟通道</vt:lpstr>
      <vt:lpstr>死锁的产生</vt:lpstr>
      <vt:lpstr>采用存储转发寻径时</vt:lpstr>
      <vt:lpstr>采用虫蚀寻径时</vt:lpstr>
      <vt:lpstr>死锁的避免</vt:lpstr>
      <vt:lpstr>流控制策略</vt:lpstr>
      <vt:lpstr>解决包冲突的策略</vt:lpstr>
      <vt:lpstr>寻径算法</vt:lpstr>
      <vt:lpstr>确定寻径算法</vt:lpstr>
      <vt:lpstr>X-Y寻径</vt:lpstr>
      <vt:lpstr>举  例</vt:lpstr>
      <vt:lpstr>E立方体寻径</vt:lpstr>
      <vt:lpstr>举  例</vt:lpstr>
      <vt:lpstr>PowerPoint 演示文稿</vt:lpstr>
      <vt:lpstr>PowerPoint 演示文稿</vt:lpstr>
      <vt:lpstr>通信模式</vt:lpstr>
      <vt:lpstr>通信效率</vt:lpstr>
      <vt:lpstr>PowerPoint 演示文稿</vt:lpstr>
      <vt:lpstr>PowerPoint 演示文稿</vt:lpstr>
    </vt:vector>
  </TitlesOfParts>
  <Company>同济大学.电子与信息工程学院.计算机科学与工程系</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第六章</dc:title>
  <dc:subject>互连网络</dc:subject>
  <dc:creator>陆有军</dc:creator>
  <cp:lastModifiedBy>lyj</cp:lastModifiedBy>
  <cp:revision>374</cp:revision>
  <dcterms:created xsi:type="dcterms:W3CDTF">1601-01-01T00:00:00Z</dcterms:created>
  <dcterms:modified xsi:type="dcterms:W3CDTF">2025-12-01T04:40:34Z</dcterms:modified>
</cp:coreProperties>
</file>